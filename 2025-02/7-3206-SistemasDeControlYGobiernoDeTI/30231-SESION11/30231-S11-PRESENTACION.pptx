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6.xml" ContentType="application/vnd.openxmlformats-officedocument.presentationml.tags+xml"/>
  <Override PartName="/ppt/notesSlides/notesSlide19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26" r:id="rId2"/>
    <p:sldId id="465" r:id="rId3"/>
    <p:sldId id="466" r:id="rId4"/>
    <p:sldId id="743" r:id="rId5"/>
    <p:sldId id="728" r:id="rId6"/>
    <p:sldId id="726" r:id="rId7"/>
    <p:sldId id="727" r:id="rId8"/>
    <p:sldId id="729" r:id="rId9"/>
    <p:sldId id="731" r:id="rId10"/>
    <p:sldId id="732" r:id="rId11"/>
    <p:sldId id="734" r:id="rId12"/>
    <p:sldId id="735" r:id="rId13"/>
    <p:sldId id="736" r:id="rId14"/>
    <p:sldId id="737" r:id="rId15"/>
    <p:sldId id="738" r:id="rId16"/>
    <p:sldId id="739" r:id="rId17"/>
    <p:sldId id="740" r:id="rId18"/>
    <p:sldId id="741" r:id="rId19"/>
    <p:sldId id="742" r:id="rId20"/>
    <p:sldId id="725" r:id="rId21"/>
    <p:sldId id="606" r:id="rId22"/>
  </p:sldIdLst>
  <p:sldSz cx="9144000" cy="5715000" type="screen16x10"/>
  <p:notesSz cx="6797675" cy="9926638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320" userDrawn="1">
          <p15:clr>
            <a:srgbClr val="A4A3A4"/>
          </p15:clr>
        </p15:guide>
        <p15:guide id="11" pos="317" userDrawn="1">
          <p15:clr>
            <a:srgbClr val="A4A3A4"/>
          </p15:clr>
        </p15:guide>
        <p15:guide id="12" orient="horz" pos="553" userDrawn="1">
          <p15:clr>
            <a:srgbClr val="A4A3A4"/>
          </p15:clr>
        </p15:guide>
        <p15:guide id="13" orient="horz" pos="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76B7D"/>
    <a:srgbClr val="48C2BB"/>
    <a:srgbClr val="1F85A6"/>
    <a:srgbClr val="F1FDC3"/>
    <a:srgbClr val="9CC606"/>
    <a:srgbClr val="E2F6F1"/>
    <a:srgbClr val="F2F2F2"/>
    <a:srgbClr val="558ED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93" autoAdjust="0"/>
    <p:restoredTop sz="82187" autoAdjust="0"/>
  </p:normalViewPr>
  <p:slideViewPr>
    <p:cSldViewPr snapToGrid="0" snapToObjects="1" showGuides="1">
      <p:cViewPr varScale="1">
        <p:scale>
          <a:sx n="86" d="100"/>
          <a:sy n="86" d="100"/>
        </p:scale>
        <p:origin x="1627" y="62"/>
      </p:cViewPr>
      <p:guideLst>
        <p:guide pos="5465"/>
        <p:guide orient="horz" pos="3320"/>
        <p:guide pos="317"/>
        <p:guide orient="horz" pos="553"/>
        <p:guide orient="horz" pos="3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DCA5DD-6EFB-4EAA-837C-A6C89F05F22A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</dgm:pt>
    <dgm:pt modelId="{A7106AEA-3BEB-4CF7-B5DA-8A7F24CA33D3}">
      <dgm:prSet phldrT="[Texto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s-PE" sz="1200" dirty="0"/>
            <a:t>Incluye pequeñas y medianas empresas</a:t>
          </a:r>
        </a:p>
      </dgm:t>
    </dgm:pt>
    <dgm:pt modelId="{054471B0-0EA0-4401-B686-E2168B60A246}" type="parTrans" cxnId="{869A715A-2F6D-4724-9B69-29425FCA1F91}">
      <dgm:prSet/>
      <dgm:spPr/>
      <dgm:t>
        <a:bodyPr/>
        <a:lstStyle/>
        <a:p>
          <a:endParaRPr lang="es-PE"/>
        </a:p>
      </dgm:t>
    </dgm:pt>
    <dgm:pt modelId="{44321426-6565-40AA-AD36-E8EF8A4A2D0A}" type="sibTrans" cxnId="{869A715A-2F6D-4724-9B69-29425FCA1F91}">
      <dgm:prSet/>
      <dgm:spPr/>
      <dgm:t>
        <a:bodyPr/>
        <a:lstStyle/>
        <a:p>
          <a:endParaRPr lang="es-PE"/>
        </a:p>
      </dgm:t>
    </dgm:pt>
    <dgm:pt modelId="{A386DE0D-E407-470F-8B8F-B74A9BA6647D}">
      <dgm:prSet phldrT="[Texto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s-PE" dirty="0"/>
            <a:t>Ciberseguridad</a:t>
          </a:r>
        </a:p>
      </dgm:t>
    </dgm:pt>
    <dgm:pt modelId="{EEAEA878-D4F3-45E9-BAC6-86ED0F355DA6}" type="parTrans" cxnId="{01D64928-705F-46E7-818C-20D418C55063}">
      <dgm:prSet/>
      <dgm:spPr/>
      <dgm:t>
        <a:bodyPr/>
        <a:lstStyle/>
        <a:p>
          <a:endParaRPr lang="es-PE"/>
        </a:p>
      </dgm:t>
    </dgm:pt>
    <dgm:pt modelId="{C0722787-F2EF-42EF-960D-6B7B18FC86A2}" type="sibTrans" cxnId="{01D64928-705F-46E7-818C-20D418C55063}">
      <dgm:prSet/>
      <dgm:spPr/>
      <dgm:t>
        <a:bodyPr/>
        <a:lstStyle/>
        <a:p>
          <a:endParaRPr lang="es-PE"/>
        </a:p>
      </dgm:t>
    </dgm:pt>
    <dgm:pt modelId="{D744DA7B-2873-45CC-A1CC-B63ACCD76A2A}">
      <dgm:prSet phldrT="[Texto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s-PE" dirty="0"/>
            <a:t>Transformación Digital</a:t>
          </a:r>
        </a:p>
      </dgm:t>
    </dgm:pt>
    <dgm:pt modelId="{9F4ACDC2-7447-4C5A-953F-A3E29DC9C78F}" type="parTrans" cxnId="{0BCF75B2-4A6D-4D7E-932B-850B61D77A0D}">
      <dgm:prSet/>
      <dgm:spPr/>
      <dgm:t>
        <a:bodyPr/>
        <a:lstStyle/>
        <a:p>
          <a:endParaRPr lang="es-PE"/>
        </a:p>
      </dgm:t>
    </dgm:pt>
    <dgm:pt modelId="{0869C11C-36BF-4ADA-B0DA-814B2D868AE6}" type="sibTrans" cxnId="{0BCF75B2-4A6D-4D7E-932B-850B61D77A0D}">
      <dgm:prSet/>
      <dgm:spPr/>
      <dgm:t>
        <a:bodyPr/>
        <a:lstStyle/>
        <a:p>
          <a:endParaRPr lang="es-PE"/>
        </a:p>
      </dgm:t>
    </dgm:pt>
    <dgm:pt modelId="{1C871550-3CF6-4895-AD4D-23EF8CA288A7}">
      <dgm:prSet phldrT="[Texto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s-PE" dirty="0"/>
            <a:t>Computación en la nube</a:t>
          </a:r>
        </a:p>
      </dgm:t>
    </dgm:pt>
    <dgm:pt modelId="{21D321A4-DCAA-4132-8F3A-567B91857920}" type="parTrans" cxnId="{2BA7605F-39FA-41A2-96C7-9AB5BBD81F99}">
      <dgm:prSet/>
      <dgm:spPr/>
      <dgm:t>
        <a:bodyPr/>
        <a:lstStyle/>
        <a:p>
          <a:endParaRPr lang="es-PE"/>
        </a:p>
      </dgm:t>
    </dgm:pt>
    <dgm:pt modelId="{3D489B5B-16B3-40C8-806F-3C243DBF0431}" type="sibTrans" cxnId="{2BA7605F-39FA-41A2-96C7-9AB5BBD81F99}">
      <dgm:prSet/>
      <dgm:spPr/>
      <dgm:t>
        <a:bodyPr/>
        <a:lstStyle/>
        <a:p>
          <a:endParaRPr lang="es-PE"/>
        </a:p>
      </dgm:t>
    </dgm:pt>
    <dgm:pt modelId="{B9780454-8DC6-4C9F-BBD9-297E900480A7}">
      <dgm:prSet phldrT="[Texto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s-PE" dirty="0"/>
            <a:t>Privacidad</a:t>
          </a:r>
        </a:p>
      </dgm:t>
    </dgm:pt>
    <dgm:pt modelId="{CADFC13C-AF43-4B4F-B204-CEF75E82BC8D}" type="parTrans" cxnId="{67A3E5B3-A3DF-4B0E-8090-1A907E6001F8}">
      <dgm:prSet/>
      <dgm:spPr/>
      <dgm:t>
        <a:bodyPr/>
        <a:lstStyle/>
        <a:p>
          <a:endParaRPr lang="es-PE"/>
        </a:p>
      </dgm:t>
    </dgm:pt>
    <dgm:pt modelId="{7EBF8CF8-C0A8-4ABB-866E-65CF11DF0D81}" type="sibTrans" cxnId="{67A3E5B3-A3DF-4B0E-8090-1A907E6001F8}">
      <dgm:prSet/>
      <dgm:spPr/>
      <dgm:t>
        <a:bodyPr/>
        <a:lstStyle/>
        <a:p>
          <a:endParaRPr lang="es-PE"/>
        </a:p>
      </dgm:t>
    </dgm:pt>
    <dgm:pt modelId="{EEF32B80-9358-4C11-8F6C-08C1F982ADAD}">
      <dgm:prSet phldrT="[Texto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s-PE" dirty="0"/>
            <a:t>DevOps</a:t>
          </a:r>
        </a:p>
      </dgm:t>
    </dgm:pt>
    <dgm:pt modelId="{C5AF8925-8ECC-4E7B-8536-932461E1E175}" type="parTrans" cxnId="{66E59806-5386-4E7C-AA5B-F8F9D263D712}">
      <dgm:prSet/>
      <dgm:spPr/>
      <dgm:t>
        <a:bodyPr/>
        <a:lstStyle/>
        <a:p>
          <a:endParaRPr lang="es-PE"/>
        </a:p>
      </dgm:t>
    </dgm:pt>
    <dgm:pt modelId="{234D09F4-1725-47EF-9352-5C3064C49977}" type="sibTrans" cxnId="{66E59806-5386-4E7C-AA5B-F8F9D263D712}">
      <dgm:prSet/>
      <dgm:spPr/>
      <dgm:t>
        <a:bodyPr/>
        <a:lstStyle/>
        <a:p>
          <a:endParaRPr lang="es-PE"/>
        </a:p>
      </dgm:t>
    </dgm:pt>
    <dgm:pt modelId="{DC495473-E999-4FDB-9F00-3933CFF2F97D}">
      <dgm:prSet phldrT="[Texto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s-PE" dirty="0"/>
            <a:t>El modelo core de COBIT</a:t>
          </a:r>
        </a:p>
      </dgm:t>
    </dgm:pt>
    <dgm:pt modelId="{6DB0C018-5A69-444E-9936-9998D9827D74}" type="parTrans" cxnId="{E70C80F8-B77E-4925-AE78-F1BCF2E4FBCA}">
      <dgm:prSet/>
      <dgm:spPr/>
      <dgm:t>
        <a:bodyPr/>
        <a:lstStyle/>
        <a:p>
          <a:endParaRPr lang="es-PE"/>
        </a:p>
      </dgm:t>
    </dgm:pt>
    <dgm:pt modelId="{B16F91F0-1AF0-4368-B42F-E3985DF2B079}" type="sibTrans" cxnId="{E70C80F8-B77E-4925-AE78-F1BCF2E4FBCA}">
      <dgm:prSet/>
      <dgm:spPr/>
      <dgm:t>
        <a:bodyPr/>
        <a:lstStyle/>
        <a:p>
          <a:endParaRPr lang="es-PE"/>
        </a:p>
      </dgm:t>
    </dgm:pt>
    <dgm:pt modelId="{84350BB8-780F-41FB-B60A-9CEE30A3CA73}" type="pres">
      <dgm:prSet presAssocID="{6DDCA5DD-6EFB-4EAA-837C-A6C89F05F22A}" presName="Name0" presStyleCnt="0">
        <dgm:presLayoutVars>
          <dgm:dir/>
          <dgm:resizeHandles val="exact"/>
        </dgm:presLayoutVars>
      </dgm:prSet>
      <dgm:spPr/>
    </dgm:pt>
    <dgm:pt modelId="{5D40CED8-24B2-4B90-B1EA-B34F91FBF21B}" type="pres">
      <dgm:prSet presAssocID="{6DDCA5DD-6EFB-4EAA-837C-A6C89F05F22A}" presName="fgShape" presStyleLbl="fgShp" presStyleIdx="0" presStyleCnt="1"/>
      <dgm:spPr>
        <a:solidFill>
          <a:srgbClr val="C00000"/>
        </a:solidFill>
      </dgm:spPr>
    </dgm:pt>
    <dgm:pt modelId="{8A14F9E2-BB90-4C92-B3AC-73865CC0D639}" type="pres">
      <dgm:prSet presAssocID="{6DDCA5DD-6EFB-4EAA-837C-A6C89F05F22A}" presName="linComp" presStyleCnt="0"/>
      <dgm:spPr/>
    </dgm:pt>
    <dgm:pt modelId="{A8487C41-3007-4CCB-B3A7-300425D9E63F}" type="pres">
      <dgm:prSet presAssocID="{A7106AEA-3BEB-4CF7-B5DA-8A7F24CA33D3}" presName="compNode" presStyleCnt="0"/>
      <dgm:spPr/>
    </dgm:pt>
    <dgm:pt modelId="{14CDC65A-E7F0-4246-804B-A4279FC88250}" type="pres">
      <dgm:prSet presAssocID="{A7106AEA-3BEB-4CF7-B5DA-8A7F24CA33D3}" presName="bkgdShape" presStyleLbl="node1" presStyleIdx="0" presStyleCnt="7" custLinFactX="-14920" custLinFactNeighborX="-100000" custLinFactNeighborY="-2511"/>
      <dgm:spPr/>
      <dgm:t>
        <a:bodyPr/>
        <a:lstStyle/>
        <a:p>
          <a:endParaRPr lang="es-ES"/>
        </a:p>
      </dgm:t>
    </dgm:pt>
    <dgm:pt modelId="{40664406-8515-4403-B4BE-4D1E11F6669B}" type="pres">
      <dgm:prSet presAssocID="{A7106AEA-3BEB-4CF7-B5DA-8A7F24CA33D3}" presName="nodeTx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925D65C-E797-47EF-ABE1-2188208A31DA}" type="pres">
      <dgm:prSet presAssocID="{A7106AEA-3BEB-4CF7-B5DA-8A7F24CA33D3}" presName="invisiNode" presStyleLbl="node1" presStyleIdx="0" presStyleCnt="7"/>
      <dgm:spPr/>
    </dgm:pt>
    <dgm:pt modelId="{42FD7835-7CB7-4D4D-8F12-11BAC3FF43F7}" type="pres">
      <dgm:prSet presAssocID="{A7106AEA-3BEB-4CF7-B5DA-8A7F24CA33D3}" presName="imagNode" presStyleLbl="fgImgPlac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FB3FD5D-5E7F-4D9F-A23A-62E5DE0E751A}" type="pres">
      <dgm:prSet presAssocID="{44321426-6565-40AA-AD36-E8EF8A4A2D0A}" presName="sibTrans" presStyleLbl="sibTrans2D1" presStyleIdx="0" presStyleCnt="0"/>
      <dgm:spPr/>
      <dgm:t>
        <a:bodyPr/>
        <a:lstStyle/>
        <a:p>
          <a:endParaRPr lang="es-ES"/>
        </a:p>
      </dgm:t>
    </dgm:pt>
    <dgm:pt modelId="{12333FD6-D3C8-4290-9CD8-977FCB5C4C0D}" type="pres">
      <dgm:prSet presAssocID="{A386DE0D-E407-470F-8B8F-B74A9BA6647D}" presName="compNode" presStyleCnt="0"/>
      <dgm:spPr/>
    </dgm:pt>
    <dgm:pt modelId="{1DC506AE-FC3D-4E7B-98D6-AF2EFACBFD8D}" type="pres">
      <dgm:prSet presAssocID="{A386DE0D-E407-470F-8B8F-B74A9BA6647D}" presName="bkgdShape" presStyleLbl="node1" presStyleIdx="1" presStyleCnt="7"/>
      <dgm:spPr/>
      <dgm:t>
        <a:bodyPr/>
        <a:lstStyle/>
        <a:p>
          <a:endParaRPr lang="es-ES"/>
        </a:p>
      </dgm:t>
    </dgm:pt>
    <dgm:pt modelId="{9E5E82F4-BC31-4C23-B9FB-9A9D073B3BA6}" type="pres">
      <dgm:prSet presAssocID="{A386DE0D-E407-470F-8B8F-B74A9BA6647D}" presName="nodeTx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187CD9C-5B57-4122-9B57-4BDC31E068C1}" type="pres">
      <dgm:prSet presAssocID="{A386DE0D-E407-470F-8B8F-B74A9BA6647D}" presName="invisiNode" presStyleLbl="node1" presStyleIdx="1" presStyleCnt="7"/>
      <dgm:spPr/>
    </dgm:pt>
    <dgm:pt modelId="{08280F78-6B64-4C20-8F00-FE7342303D09}" type="pres">
      <dgm:prSet presAssocID="{A386DE0D-E407-470F-8B8F-B74A9BA6647D}" presName="imagNode" presStyleLbl="fgImgPlace1" presStyleIdx="1" presStyleCnt="7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</dgm:spPr>
    </dgm:pt>
    <dgm:pt modelId="{3086C0CA-C7F6-48D0-8C64-E59B0079C40D}" type="pres">
      <dgm:prSet presAssocID="{C0722787-F2EF-42EF-960D-6B7B18FC86A2}" presName="sibTrans" presStyleLbl="sibTrans2D1" presStyleIdx="0" presStyleCnt="0"/>
      <dgm:spPr/>
      <dgm:t>
        <a:bodyPr/>
        <a:lstStyle/>
        <a:p>
          <a:endParaRPr lang="es-ES"/>
        </a:p>
      </dgm:t>
    </dgm:pt>
    <dgm:pt modelId="{93E50454-14B4-40F7-AB32-4F2170660098}" type="pres">
      <dgm:prSet presAssocID="{D744DA7B-2873-45CC-A1CC-B63ACCD76A2A}" presName="compNode" presStyleCnt="0"/>
      <dgm:spPr/>
    </dgm:pt>
    <dgm:pt modelId="{D9EE6C8F-7CAE-4D90-81E8-A0D7AF8D4C9E}" type="pres">
      <dgm:prSet presAssocID="{D744DA7B-2873-45CC-A1CC-B63ACCD76A2A}" presName="bkgdShape" presStyleLbl="node1" presStyleIdx="2" presStyleCnt="7"/>
      <dgm:spPr/>
      <dgm:t>
        <a:bodyPr/>
        <a:lstStyle/>
        <a:p>
          <a:endParaRPr lang="es-ES"/>
        </a:p>
      </dgm:t>
    </dgm:pt>
    <dgm:pt modelId="{5C6B08A6-DE02-4A57-B824-93B890D25788}" type="pres">
      <dgm:prSet presAssocID="{D744DA7B-2873-45CC-A1CC-B63ACCD76A2A}" presName="nodeTx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F8C5CD2-2486-467F-A0AC-1CB4617E4721}" type="pres">
      <dgm:prSet presAssocID="{D744DA7B-2873-45CC-A1CC-B63ACCD76A2A}" presName="invisiNode" presStyleLbl="node1" presStyleIdx="2" presStyleCnt="7"/>
      <dgm:spPr/>
    </dgm:pt>
    <dgm:pt modelId="{46357285-29B9-436E-8FDF-12A5C566822E}" type="pres">
      <dgm:prSet presAssocID="{D744DA7B-2873-45CC-A1CC-B63ACCD76A2A}" presName="imagNode" presStyleLbl="fgImgPlace1" presStyleIdx="2" presStyleCnt="7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</dgm:spPr>
    </dgm:pt>
    <dgm:pt modelId="{23F3DB22-F196-43FA-A538-0AC67DB0EF7F}" type="pres">
      <dgm:prSet presAssocID="{0869C11C-36BF-4ADA-B0DA-814B2D868AE6}" presName="sibTrans" presStyleLbl="sibTrans2D1" presStyleIdx="0" presStyleCnt="0"/>
      <dgm:spPr/>
      <dgm:t>
        <a:bodyPr/>
        <a:lstStyle/>
        <a:p>
          <a:endParaRPr lang="es-ES"/>
        </a:p>
      </dgm:t>
    </dgm:pt>
    <dgm:pt modelId="{D86BB39E-6246-4BEE-B275-0981926F2E79}" type="pres">
      <dgm:prSet presAssocID="{1C871550-3CF6-4895-AD4D-23EF8CA288A7}" presName="compNode" presStyleCnt="0"/>
      <dgm:spPr/>
    </dgm:pt>
    <dgm:pt modelId="{10370034-E8D4-4EF6-97B8-22B33ED27D06}" type="pres">
      <dgm:prSet presAssocID="{1C871550-3CF6-4895-AD4D-23EF8CA288A7}" presName="bkgdShape" presStyleLbl="node1" presStyleIdx="3" presStyleCnt="7"/>
      <dgm:spPr/>
      <dgm:t>
        <a:bodyPr/>
        <a:lstStyle/>
        <a:p>
          <a:endParaRPr lang="es-ES"/>
        </a:p>
      </dgm:t>
    </dgm:pt>
    <dgm:pt modelId="{BE921B99-68DB-4407-9809-AE6F54F5AEB3}" type="pres">
      <dgm:prSet presAssocID="{1C871550-3CF6-4895-AD4D-23EF8CA288A7}" presName="nodeTx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3F1EE55-24DA-4C1F-817A-62D8E88288CE}" type="pres">
      <dgm:prSet presAssocID="{1C871550-3CF6-4895-AD4D-23EF8CA288A7}" presName="invisiNode" presStyleLbl="node1" presStyleIdx="3" presStyleCnt="7"/>
      <dgm:spPr/>
    </dgm:pt>
    <dgm:pt modelId="{0C6E840A-79D7-4ADB-AD52-83BF759C928D}" type="pres">
      <dgm:prSet presAssocID="{1C871550-3CF6-4895-AD4D-23EF8CA288A7}" presName="imagNode" presStyleLbl="fgImgPlace1" presStyleIdx="3" presStyleCnt="7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</dgm:spPr>
    </dgm:pt>
    <dgm:pt modelId="{6AAA267F-CE09-4112-9822-84411F2F92B6}" type="pres">
      <dgm:prSet presAssocID="{3D489B5B-16B3-40C8-806F-3C243DBF0431}" presName="sibTrans" presStyleLbl="sibTrans2D1" presStyleIdx="0" presStyleCnt="0"/>
      <dgm:spPr/>
      <dgm:t>
        <a:bodyPr/>
        <a:lstStyle/>
        <a:p>
          <a:endParaRPr lang="es-ES"/>
        </a:p>
      </dgm:t>
    </dgm:pt>
    <dgm:pt modelId="{4E3782A0-FA5B-4129-BF79-1EA91EB7D21C}" type="pres">
      <dgm:prSet presAssocID="{B9780454-8DC6-4C9F-BBD9-297E900480A7}" presName="compNode" presStyleCnt="0"/>
      <dgm:spPr/>
    </dgm:pt>
    <dgm:pt modelId="{B2B451F9-4E18-45FC-BD12-4CA274D1E25E}" type="pres">
      <dgm:prSet presAssocID="{B9780454-8DC6-4C9F-BBD9-297E900480A7}" presName="bkgdShape" presStyleLbl="node1" presStyleIdx="4" presStyleCnt="7"/>
      <dgm:spPr/>
      <dgm:t>
        <a:bodyPr/>
        <a:lstStyle/>
        <a:p>
          <a:endParaRPr lang="es-ES"/>
        </a:p>
      </dgm:t>
    </dgm:pt>
    <dgm:pt modelId="{410369DE-DB21-4EE2-B2C8-AC6C48CDF70E}" type="pres">
      <dgm:prSet presAssocID="{B9780454-8DC6-4C9F-BBD9-297E900480A7}" presName="nodeTx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999D78A-B4BD-46E1-A7A1-DDD98F4067F2}" type="pres">
      <dgm:prSet presAssocID="{B9780454-8DC6-4C9F-BBD9-297E900480A7}" presName="invisiNode" presStyleLbl="node1" presStyleIdx="4" presStyleCnt="7"/>
      <dgm:spPr/>
    </dgm:pt>
    <dgm:pt modelId="{24F71512-3FE3-4F62-8BAD-A626FF84FC04}" type="pres">
      <dgm:prSet presAssocID="{B9780454-8DC6-4C9F-BBD9-297E900480A7}" presName="imagNode" presStyleLbl="fgImgPlace1" presStyleIdx="4" presStyleCnt="7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</dgm:spPr>
    </dgm:pt>
    <dgm:pt modelId="{D1CE59F9-EC78-4300-BE99-BB5D344D75E8}" type="pres">
      <dgm:prSet presAssocID="{7EBF8CF8-C0A8-4ABB-866E-65CF11DF0D81}" presName="sibTrans" presStyleLbl="sibTrans2D1" presStyleIdx="0" presStyleCnt="0"/>
      <dgm:spPr/>
      <dgm:t>
        <a:bodyPr/>
        <a:lstStyle/>
        <a:p>
          <a:endParaRPr lang="es-ES"/>
        </a:p>
      </dgm:t>
    </dgm:pt>
    <dgm:pt modelId="{CDB0F5BC-43B2-4B86-80E8-7FCCAB80563D}" type="pres">
      <dgm:prSet presAssocID="{EEF32B80-9358-4C11-8F6C-08C1F982ADAD}" presName="compNode" presStyleCnt="0"/>
      <dgm:spPr/>
    </dgm:pt>
    <dgm:pt modelId="{64CCD214-04F6-436D-B3D4-91EEDEBF9BBE}" type="pres">
      <dgm:prSet presAssocID="{EEF32B80-9358-4C11-8F6C-08C1F982ADAD}" presName="bkgdShape" presStyleLbl="node1" presStyleIdx="5" presStyleCnt="7"/>
      <dgm:spPr/>
      <dgm:t>
        <a:bodyPr/>
        <a:lstStyle/>
        <a:p>
          <a:endParaRPr lang="es-ES"/>
        </a:p>
      </dgm:t>
    </dgm:pt>
    <dgm:pt modelId="{33E8608A-3EA0-4DB2-83AF-4429E2A6F161}" type="pres">
      <dgm:prSet presAssocID="{EEF32B80-9358-4C11-8F6C-08C1F982ADAD}" presName="nodeTx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92CEDF8-F993-45EB-9D3F-5C5613C6F7CB}" type="pres">
      <dgm:prSet presAssocID="{EEF32B80-9358-4C11-8F6C-08C1F982ADAD}" presName="invisiNode" presStyleLbl="node1" presStyleIdx="5" presStyleCnt="7"/>
      <dgm:spPr/>
    </dgm:pt>
    <dgm:pt modelId="{665ECA70-2E08-4426-988E-BD03A6053692}" type="pres">
      <dgm:prSet presAssocID="{EEF32B80-9358-4C11-8F6C-08C1F982ADAD}" presName="imagNode" presStyleLbl="fgImgPlace1" presStyleIdx="5" presStyleCnt="7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</dgm:spPr>
    </dgm:pt>
    <dgm:pt modelId="{E70D7D19-60B4-4DE8-9F44-4D2D33B7A26B}" type="pres">
      <dgm:prSet presAssocID="{234D09F4-1725-47EF-9352-5C3064C49977}" presName="sibTrans" presStyleLbl="sibTrans2D1" presStyleIdx="0" presStyleCnt="0"/>
      <dgm:spPr/>
      <dgm:t>
        <a:bodyPr/>
        <a:lstStyle/>
        <a:p>
          <a:endParaRPr lang="es-ES"/>
        </a:p>
      </dgm:t>
    </dgm:pt>
    <dgm:pt modelId="{5B111A06-FA02-461B-BE99-98FF263C76C2}" type="pres">
      <dgm:prSet presAssocID="{DC495473-E999-4FDB-9F00-3933CFF2F97D}" presName="compNode" presStyleCnt="0"/>
      <dgm:spPr/>
    </dgm:pt>
    <dgm:pt modelId="{77011589-26F1-4C70-B8EB-38414539B2FC}" type="pres">
      <dgm:prSet presAssocID="{DC495473-E999-4FDB-9F00-3933CFF2F97D}" presName="bkgdShape" presStyleLbl="node1" presStyleIdx="6" presStyleCnt="7"/>
      <dgm:spPr/>
      <dgm:t>
        <a:bodyPr/>
        <a:lstStyle/>
        <a:p>
          <a:endParaRPr lang="es-ES"/>
        </a:p>
      </dgm:t>
    </dgm:pt>
    <dgm:pt modelId="{85F62BB6-4818-478A-8111-E21A002DDD9C}" type="pres">
      <dgm:prSet presAssocID="{DC495473-E999-4FDB-9F00-3933CFF2F97D}" presName="nodeTx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C7280C7-82C5-46E2-BF03-9FC66D0306CB}" type="pres">
      <dgm:prSet presAssocID="{DC495473-E999-4FDB-9F00-3933CFF2F97D}" presName="invisiNode" presStyleLbl="node1" presStyleIdx="6" presStyleCnt="7"/>
      <dgm:spPr/>
    </dgm:pt>
    <dgm:pt modelId="{4543C946-5A55-4BFA-8E4E-1A9640E429BE}" type="pres">
      <dgm:prSet presAssocID="{DC495473-E999-4FDB-9F00-3933CFF2F97D}" presName="imagNode" presStyleLbl="fgImgPlace1" presStyleIdx="6" presStyleCnt="7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</dgm:spPr>
    </dgm:pt>
  </dgm:ptLst>
  <dgm:cxnLst>
    <dgm:cxn modelId="{391F7178-220B-4F2C-AF03-EFCBAF31C9F0}" type="presOf" srcId="{DC495473-E999-4FDB-9F00-3933CFF2F97D}" destId="{85F62BB6-4818-478A-8111-E21A002DDD9C}" srcOrd="1" destOrd="0" presId="urn:microsoft.com/office/officeart/2005/8/layout/hList7"/>
    <dgm:cxn modelId="{99D22FBF-FD7C-432D-8AB9-8D1E996BF249}" type="presOf" srcId="{D744DA7B-2873-45CC-A1CC-B63ACCD76A2A}" destId="{D9EE6C8F-7CAE-4D90-81E8-A0D7AF8D4C9E}" srcOrd="0" destOrd="0" presId="urn:microsoft.com/office/officeart/2005/8/layout/hList7"/>
    <dgm:cxn modelId="{156C1691-55EB-4867-8A90-D7EC7155C8B1}" type="presOf" srcId="{D744DA7B-2873-45CC-A1CC-B63ACCD76A2A}" destId="{5C6B08A6-DE02-4A57-B824-93B890D25788}" srcOrd="1" destOrd="0" presId="urn:microsoft.com/office/officeart/2005/8/layout/hList7"/>
    <dgm:cxn modelId="{7529F448-8805-41FF-A31D-DE753663E04A}" type="presOf" srcId="{44321426-6565-40AA-AD36-E8EF8A4A2D0A}" destId="{9FB3FD5D-5E7F-4D9F-A23A-62E5DE0E751A}" srcOrd="0" destOrd="0" presId="urn:microsoft.com/office/officeart/2005/8/layout/hList7"/>
    <dgm:cxn modelId="{0BCF75B2-4A6D-4D7E-932B-850B61D77A0D}" srcId="{6DDCA5DD-6EFB-4EAA-837C-A6C89F05F22A}" destId="{D744DA7B-2873-45CC-A1CC-B63ACCD76A2A}" srcOrd="2" destOrd="0" parTransId="{9F4ACDC2-7447-4C5A-953F-A3E29DC9C78F}" sibTransId="{0869C11C-36BF-4ADA-B0DA-814B2D868AE6}"/>
    <dgm:cxn modelId="{503BB604-462F-41F0-BF12-AA79C8467F4B}" type="presOf" srcId="{A386DE0D-E407-470F-8B8F-B74A9BA6647D}" destId="{1DC506AE-FC3D-4E7B-98D6-AF2EFACBFD8D}" srcOrd="0" destOrd="0" presId="urn:microsoft.com/office/officeart/2005/8/layout/hList7"/>
    <dgm:cxn modelId="{66E59806-5386-4E7C-AA5B-F8F9D263D712}" srcId="{6DDCA5DD-6EFB-4EAA-837C-A6C89F05F22A}" destId="{EEF32B80-9358-4C11-8F6C-08C1F982ADAD}" srcOrd="5" destOrd="0" parTransId="{C5AF8925-8ECC-4E7B-8536-932461E1E175}" sibTransId="{234D09F4-1725-47EF-9352-5C3064C49977}"/>
    <dgm:cxn modelId="{EDAA28E0-16B1-43B4-94A9-5108DBA92072}" type="presOf" srcId="{A7106AEA-3BEB-4CF7-B5DA-8A7F24CA33D3}" destId="{40664406-8515-4403-B4BE-4D1E11F6669B}" srcOrd="1" destOrd="0" presId="urn:microsoft.com/office/officeart/2005/8/layout/hList7"/>
    <dgm:cxn modelId="{E70C80F8-B77E-4925-AE78-F1BCF2E4FBCA}" srcId="{6DDCA5DD-6EFB-4EAA-837C-A6C89F05F22A}" destId="{DC495473-E999-4FDB-9F00-3933CFF2F97D}" srcOrd="6" destOrd="0" parTransId="{6DB0C018-5A69-444E-9936-9998D9827D74}" sibTransId="{B16F91F0-1AF0-4368-B42F-E3985DF2B079}"/>
    <dgm:cxn modelId="{67A3E5B3-A3DF-4B0E-8090-1A907E6001F8}" srcId="{6DDCA5DD-6EFB-4EAA-837C-A6C89F05F22A}" destId="{B9780454-8DC6-4C9F-BBD9-297E900480A7}" srcOrd="4" destOrd="0" parTransId="{CADFC13C-AF43-4B4F-B204-CEF75E82BC8D}" sibTransId="{7EBF8CF8-C0A8-4ABB-866E-65CF11DF0D81}"/>
    <dgm:cxn modelId="{067B429C-D444-4E50-896F-9054CFA00F9E}" type="presOf" srcId="{1C871550-3CF6-4895-AD4D-23EF8CA288A7}" destId="{BE921B99-68DB-4407-9809-AE6F54F5AEB3}" srcOrd="1" destOrd="0" presId="urn:microsoft.com/office/officeart/2005/8/layout/hList7"/>
    <dgm:cxn modelId="{C31CE85F-6225-4C54-BDB8-3F274526127B}" type="presOf" srcId="{A7106AEA-3BEB-4CF7-B5DA-8A7F24CA33D3}" destId="{14CDC65A-E7F0-4246-804B-A4279FC88250}" srcOrd="0" destOrd="0" presId="urn:microsoft.com/office/officeart/2005/8/layout/hList7"/>
    <dgm:cxn modelId="{07F86D0C-13B2-4D59-87FC-0C1FA99AC4DF}" type="presOf" srcId="{1C871550-3CF6-4895-AD4D-23EF8CA288A7}" destId="{10370034-E8D4-4EF6-97B8-22B33ED27D06}" srcOrd="0" destOrd="0" presId="urn:microsoft.com/office/officeart/2005/8/layout/hList7"/>
    <dgm:cxn modelId="{C0562642-4640-49CF-928A-6BB2829CC6F3}" type="presOf" srcId="{EEF32B80-9358-4C11-8F6C-08C1F982ADAD}" destId="{64CCD214-04F6-436D-B3D4-91EEDEBF9BBE}" srcOrd="0" destOrd="0" presId="urn:microsoft.com/office/officeart/2005/8/layout/hList7"/>
    <dgm:cxn modelId="{D4148DDD-DD94-4E26-B024-7B4F207FE41F}" type="presOf" srcId="{0869C11C-36BF-4ADA-B0DA-814B2D868AE6}" destId="{23F3DB22-F196-43FA-A538-0AC67DB0EF7F}" srcOrd="0" destOrd="0" presId="urn:microsoft.com/office/officeart/2005/8/layout/hList7"/>
    <dgm:cxn modelId="{AFB403E1-70B6-4C77-9A3B-B3E3B6C14CE9}" type="presOf" srcId="{EEF32B80-9358-4C11-8F6C-08C1F982ADAD}" destId="{33E8608A-3EA0-4DB2-83AF-4429E2A6F161}" srcOrd="1" destOrd="0" presId="urn:microsoft.com/office/officeart/2005/8/layout/hList7"/>
    <dgm:cxn modelId="{828E6BBA-5AAA-4342-B1DE-2908297FE511}" type="presOf" srcId="{6DDCA5DD-6EFB-4EAA-837C-A6C89F05F22A}" destId="{84350BB8-780F-41FB-B60A-9CEE30A3CA73}" srcOrd="0" destOrd="0" presId="urn:microsoft.com/office/officeart/2005/8/layout/hList7"/>
    <dgm:cxn modelId="{01D64928-705F-46E7-818C-20D418C55063}" srcId="{6DDCA5DD-6EFB-4EAA-837C-A6C89F05F22A}" destId="{A386DE0D-E407-470F-8B8F-B74A9BA6647D}" srcOrd="1" destOrd="0" parTransId="{EEAEA878-D4F3-45E9-BAC6-86ED0F355DA6}" sibTransId="{C0722787-F2EF-42EF-960D-6B7B18FC86A2}"/>
    <dgm:cxn modelId="{2BA7605F-39FA-41A2-96C7-9AB5BBD81F99}" srcId="{6DDCA5DD-6EFB-4EAA-837C-A6C89F05F22A}" destId="{1C871550-3CF6-4895-AD4D-23EF8CA288A7}" srcOrd="3" destOrd="0" parTransId="{21D321A4-DCAA-4132-8F3A-567B91857920}" sibTransId="{3D489B5B-16B3-40C8-806F-3C243DBF0431}"/>
    <dgm:cxn modelId="{869A715A-2F6D-4724-9B69-29425FCA1F91}" srcId="{6DDCA5DD-6EFB-4EAA-837C-A6C89F05F22A}" destId="{A7106AEA-3BEB-4CF7-B5DA-8A7F24CA33D3}" srcOrd="0" destOrd="0" parTransId="{054471B0-0EA0-4401-B686-E2168B60A246}" sibTransId="{44321426-6565-40AA-AD36-E8EF8A4A2D0A}"/>
    <dgm:cxn modelId="{212976FC-AF19-4B68-9D64-6F7A2F9339B3}" type="presOf" srcId="{B9780454-8DC6-4C9F-BBD9-297E900480A7}" destId="{410369DE-DB21-4EE2-B2C8-AC6C48CDF70E}" srcOrd="1" destOrd="0" presId="urn:microsoft.com/office/officeart/2005/8/layout/hList7"/>
    <dgm:cxn modelId="{56446833-6395-48B0-B3B8-CC933FD2EE51}" type="presOf" srcId="{3D489B5B-16B3-40C8-806F-3C243DBF0431}" destId="{6AAA267F-CE09-4112-9822-84411F2F92B6}" srcOrd="0" destOrd="0" presId="urn:microsoft.com/office/officeart/2005/8/layout/hList7"/>
    <dgm:cxn modelId="{00A3F90C-3B8F-4BF9-998A-6F36FA1D06D5}" type="presOf" srcId="{234D09F4-1725-47EF-9352-5C3064C49977}" destId="{E70D7D19-60B4-4DE8-9F44-4D2D33B7A26B}" srcOrd="0" destOrd="0" presId="urn:microsoft.com/office/officeart/2005/8/layout/hList7"/>
    <dgm:cxn modelId="{8BF084E7-4F57-4FDA-8883-D019D3828948}" type="presOf" srcId="{C0722787-F2EF-42EF-960D-6B7B18FC86A2}" destId="{3086C0CA-C7F6-48D0-8C64-E59B0079C40D}" srcOrd="0" destOrd="0" presId="urn:microsoft.com/office/officeart/2005/8/layout/hList7"/>
    <dgm:cxn modelId="{B5F53C60-93AD-47FD-886D-98A61E417A6A}" type="presOf" srcId="{DC495473-E999-4FDB-9F00-3933CFF2F97D}" destId="{77011589-26F1-4C70-B8EB-38414539B2FC}" srcOrd="0" destOrd="0" presId="urn:microsoft.com/office/officeart/2005/8/layout/hList7"/>
    <dgm:cxn modelId="{1486E559-9C78-4959-9B2A-7DCFEB313ECE}" type="presOf" srcId="{7EBF8CF8-C0A8-4ABB-866E-65CF11DF0D81}" destId="{D1CE59F9-EC78-4300-BE99-BB5D344D75E8}" srcOrd="0" destOrd="0" presId="urn:microsoft.com/office/officeart/2005/8/layout/hList7"/>
    <dgm:cxn modelId="{E62C8605-3E1E-491E-9154-DBB26A16242C}" type="presOf" srcId="{B9780454-8DC6-4C9F-BBD9-297E900480A7}" destId="{B2B451F9-4E18-45FC-BD12-4CA274D1E25E}" srcOrd="0" destOrd="0" presId="urn:microsoft.com/office/officeart/2005/8/layout/hList7"/>
    <dgm:cxn modelId="{4AE49BD7-B3B2-4308-A5BF-43764F5AE1A5}" type="presOf" srcId="{A386DE0D-E407-470F-8B8F-B74A9BA6647D}" destId="{9E5E82F4-BC31-4C23-B9FB-9A9D073B3BA6}" srcOrd="1" destOrd="0" presId="urn:microsoft.com/office/officeart/2005/8/layout/hList7"/>
    <dgm:cxn modelId="{20F5505F-DFA2-46CF-ACD8-071FD128A4DD}" type="presParOf" srcId="{84350BB8-780F-41FB-B60A-9CEE30A3CA73}" destId="{5D40CED8-24B2-4B90-B1EA-B34F91FBF21B}" srcOrd="0" destOrd="0" presId="urn:microsoft.com/office/officeart/2005/8/layout/hList7"/>
    <dgm:cxn modelId="{3DA751AA-91EB-4A3B-A912-55D0CBC8904B}" type="presParOf" srcId="{84350BB8-780F-41FB-B60A-9CEE30A3CA73}" destId="{8A14F9E2-BB90-4C92-B3AC-73865CC0D639}" srcOrd="1" destOrd="0" presId="urn:microsoft.com/office/officeart/2005/8/layout/hList7"/>
    <dgm:cxn modelId="{64A9C445-8025-453C-AA5C-2D77305D1A63}" type="presParOf" srcId="{8A14F9E2-BB90-4C92-B3AC-73865CC0D639}" destId="{A8487C41-3007-4CCB-B3A7-300425D9E63F}" srcOrd="0" destOrd="0" presId="urn:microsoft.com/office/officeart/2005/8/layout/hList7"/>
    <dgm:cxn modelId="{E1DCEE09-B49A-412F-89AC-ED64B71B1252}" type="presParOf" srcId="{A8487C41-3007-4CCB-B3A7-300425D9E63F}" destId="{14CDC65A-E7F0-4246-804B-A4279FC88250}" srcOrd="0" destOrd="0" presId="urn:microsoft.com/office/officeart/2005/8/layout/hList7"/>
    <dgm:cxn modelId="{E5ADB3B5-733F-4FD6-85C7-A3BCEB5656BF}" type="presParOf" srcId="{A8487C41-3007-4CCB-B3A7-300425D9E63F}" destId="{40664406-8515-4403-B4BE-4D1E11F6669B}" srcOrd="1" destOrd="0" presId="urn:microsoft.com/office/officeart/2005/8/layout/hList7"/>
    <dgm:cxn modelId="{C486DC16-C134-4362-8F89-7DFF210E61E6}" type="presParOf" srcId="{A8487C41-3007-4CCB-B3A7-300425D9E63F}" destId="{2925D65C-E797-47EF-ABE1-2188208A31DA}" srcOrd="2" destOrd="0" presId="urn:microsoft.com/office/officeart/2005/8/layout/hList7"/>
    <dgm:cxn modelId="{ADA56A32-D20B-4456-AF77-1CE4EAF0747B}" type="presParOf" srcId="{A8487C41-3007-4CCB-B3A7-300425D9E63F}" destId="{42FD7835-7CB7-4D4D-8F12-11BAC3FF43F7}" srcOrd="3" destOrd="0" presId="urn:microsoft.com/office/officeart/2005/8/layout/hList7"/>
    <dgm:cxn modelId="{FE215F4D-5787-4B4F-A25B-99BEBB704A83}" type="presParOf" srcId="{8A14F9E2-BB90-4C92-B3AC-73865CC0D639}" destId="{9FB3FD5D-5E7F-4D9F-A23A-62E5DE0E751A}" srcOrd="1" destOrd="0" presId="urn:microsoft.com/office/officeart/2005/8/layout/hList7"/>
    <dgm:cxn modelId="{992BD7B5-F8CC-4473-BB77-02A9E89A717D}" type="presParOf" srcId="{8A14F9E2-BB90-4C92-B3AC-73865CC0D639}" destId="{12333FD6-D3C8-4290-9CD8-977FCB5C4C0D}" srcOrd="2" destOrd="0" presId="urn:microsoft.com/office/officeart/2005/8/layout/hList7"/>
    <dgm:cxn modelId="{F3EF34B8-5965-46FD-A5CA-553EB735A6FD}" type="presParOf" srcId="{12333FD6-D3C8-4290-9CD8-977FCB5C4C0D}" destId="{1DC506AE-FC3D-4E7B-98D6-AF2EFACBFD8D}" srcOrd="0" destOrd="0" presId="urn:microsoft.com/office/officeart/2005/8/layout/hList7"/>
    <dgm:cxn modelId="{E891F325-C48F-46FE-A6C9-771754A4C97D}" type="presParOf" srcId="{12333FD6-D3C8-4290-9CD8-977FCB5C4C0D}" destId="{9E5E82F4-BC31-4C23-B9FB-9A9D073B3BA6}" srcOrd="1" destOrd="0" presId="urn:microsoft.com/office/officeart/2005/8/layout/hList7"/>
    <dgm:cxn modelId="{DCA030D8-8E67-41D8-AC37-3EF258C32C2B}" type="presParOf" srcId="{12333FD6-D3C8-4290-9CD8-977FCB5C4C0D}" destId="{B187CD9C-5B57-4122-9B57-4BDC31E068C1}" srcOrd="2" destOrd="0" presId="urn:microsoft.com/office/officeart/2005/8/layout/hList7"/>
    <dgm:cxn modelId="{39A4F09F-B774-46E3-881D-7FE5528083A1}" type="presParOf" srcId="{12333FD6-D3C8-4290-9CD8-977FCB5C4C0D}" destId="{08280F78-6B64-4C20-8F00-FE7342303D09}" srcOrd="3" destOrd="0" presId="urn:microsoft.com/office/officeart/2005/8/layout/hList7"/>
    <dgm:cxn modelId="{2116A145-2B9F-4239-9D4A-EC79A9917B5B}" type="presParOf" srcId="{8A14F9E2-BB90-4C92-B3AC-73865CC0D639}" destId="{3086C0CA-C7F6-48D0-8C64-E59B0079C40D}" srcOrd="3" destOrd="0" presId="urn:microsoft.com/office/officeart/2005/8/layout/hList7"/>
    <dgm:cxn modelId="{3374673E-9E60-4D46-A7DA-8718CF12F458}" type="presParOf" srcId="{8A14F9E2-BB90-4C92-B3AC-73865CC0D639}" destId="{93E50454-14B4-40F7-AB32-4F2170660098}" srcOrd="4" destOrd="0" presId="urn:microsoft.com/office/officeart/2005/8/layout/hList7"/>
    <dgm:cxn modelId="{16D8013D-893E-4BC0-B143-BA5BFE33BC84}" type="presParOf" srcId="{93E50454-14B4-40F7-AB32-4F2170660098}" destId="{D9EE6C8F-7CAE-4D90-81E8-A0D7AF8D4C9E}" srcOrd="0" destOrd="0" presId="urn:microsoft.com/office/officeart/2005/8/layout/hList7"/>
    <dgm:cxn modelId="{7F4F4F01-0D45-41C4-8409-53520CE0CFD6}" type="presParOf" srcId="{93E50454-14B4-40F7-AB32-4F2170660098}" destId="{5C6B08A6-DE02-4A57-B824-93B890D25788}" srcOrd="1" destOrd="0" presId="urn:microsoft.com/office/officeart/2005/8/layout/hList7"/>
    <dgm:cxn modelId="{D9787577-D303-4DD9-BD8A-4B1B23DF65BE}" type="presParOf" srcId="{93E50454-14B4-40F7-AB32-4F2170660098}" destId="{7F8C5CD2-2486-467F-A0AC-1CB4617E4721}" srcOrd="2" destOrd="0" presId="urn:microsoft.com/office/officeart/2005/8/layout/hList7"/>
    <dgm:cxn modelId="{7665DB21-0795-4A4B-B926-F9CA0EF6767C}" type="presParOf" srcId="{93E50454-14B4-40F7-AB32-4F2170660098}" destId="{46357285-29B9-436E-8FDF-12A5C566822E}" srcOrd="3" destOrd="0" presId="urn:microsoft.com/office/officeart/2005/8/layout/hList7"/>
    <dgm:cxn modelId="{F65D4BC8-3410-43AF-8346-5DC0B4D5D6EF}" type="presParOf" srcId="{8A14F9E2-BB90-4C92-B3AC-73865CC0D639}" destId="{23F3DB22-F196-43FA-A538-0AC67DB0EF7F}" srcOrd="5" destOrd="0" presId="urn:microsoft.com/office/officeart/2005/8/layout/hList7"/>
    <dgm:cxn modelId="{03C8394A-515E-48AC-BB09-BEFB1753593A}" type="presParOf" srcId="{8A14F9E2-BB90-4C92-B3AC-73865CC0D639}" destId="{D86BB39E-6246-4BEE-B275-0981926F2E79}" srcOrd="6" destOrd="0" presId="urn:microsoft.com/office/officeart/2005/8/layout/hList7"/>
    <dgm:cxn modelId="{7B82DA2B-502F-4787-969C-A980A672F7CF}" type="presParOf" srcId="{D86BB39E-6246-4BEE-B275-0981926F2E79}" destId="{10370034-E8D4-4EF6-97B8-22B33ED27D06}" srcOrd="0" destOrd="0" presId="urn:microsoft.com/office/officeart/2005/8/layout/hList7"/>
    <dgm:cxn modelId="{0C27889C-48B1-481F-9F7D-5C77C80A6AF6}" type="presParOf" srcId="{D86BB39E-6246-4BEE-B275-0981926F2E79}" destId="{BE921B99-68DB-4407-9809-AE6F54F5AEB3}" srcOrd="1" destOrd="0" presId="urn:microsoft.com/office/officeart/2005/8/layout/hList7"/>
    <dgm:cxn modelId="{AD1A307F-2EEE-423C-8233-35FE38295379}" type="presParOf" srcId="{D86BB39E-6246-4BEE-B275-0981926F2E79}" destId="{23F1EE55-24DA-4C1F-817A-62D8E88288CE}" srcOrd="2" destOrd="0" presId="urn:microsoft.com/office/officeart/2005/8/layout/hList7"/>
    <dgm:cxn modelId="{3B85ADDE-3A01-4B48-A7BC-5D3F06F61A0B}" type="presParOf" srcId="{D86BB39E-6246-4BEE-B275-0981926F2E79}" destId="{0C6E840A-79D7-4ADB-AD52-83BF759C928D}" srcOrd="3" destOrd="0" presId="urn:microsoft.com/office/officeart/2005/8/layout/hList7"/>
    <dgm:cxn modelId="{09BF8087-8394-444D-B18D-DB01B2FB334F}" type="presParOf" srcId="{8A14F9E2-BB90-4C92-B3AC-73865CC0D639}" destId="{6AAA267F-CE09-4112-9822-84411F2F92B6}" srcOrd="7" destOrd="0" presId="urn:microsoft.com/office/officeart/2005/8/layout/hList7"/>
    <dgm:cxn modelId="{E5387FBD-21D5-41B1-B6C9-E8BCF218EDB8}" type="presParOf" srcId="{8A14F9E2-BB90-4C92-B3AC-73865CC0D639}" destId="{4E3782A0-FA5B-4129-BF79-1EA91EB7D21C}" srcOrd="8" destOrd="0" presId="urn:microsoft.com/office/officeart/2005/8/layout/hList7"/>
    <dgm:cxn modelId="{ED8A7B8E-72B8-4494-AF33-9CB82BF391BD}" type="presParOf" srcId="{4E3782A0-FA5B-4129-BF79-1EA91EB7D21C}" destId="{B2B451F9-4E18-45FC-BD12-4CA274D1E25E}" srcOrd="0" destOrd="0" presId="urn:microsoft.com/office/officeart/2005/8/layout/hList7"/>
    <dgm:cxn modelId="{63BBFA00-888B-4286-926D-B34743727CF9}" type="presParOf" srcId="{4E3782A0-FA5B-4129-BF79-1EA91EB7D21C}" destId="{410369DE-DB21-4EE2-B2C8-AC6C48CDF70E}" srcOrd="1" destOrd="0" presId="urn:microsoft.com/office/officeart/2005/8/layout/hList7"/>
    <dgm:cxn modelId="{9084839B-C1BD-47CD-A879-5C31937861C5}" type="presParOf" srcId="{4E3782A0-FA5B-4129-BF79-1EA91EB7D21C}" destId="{F999D78A-B4BD-46E1-A7A1-DDD98F4067F2}" srcOrd="2" destOrd="0" presId="urn:microsoft.com/office/officeart/2005/8/layout/hList7"/>
    <dgm:cxn modelId="{B379270D-2A7A-4626-B30E-9FB0943B39F3}" type="presParOf" srcId="{4E3782A0-FA5B-4129-BF79-1EA91EB7D21C}" destId="{24F71512-3FE3-4F62-8BAD-A626FF84FC04}" srcOrd="3" destOrd="0" presId="urn:microsoft.com/office/officeart/2005/8/layout/hList7"/>
    <dgm:cxn modelId="{F3614A0B-EF0B-4AB3-AE1C-A622A742F556}" type="presParOf" srcId="{8A14F9E2-BB90-4C92-B3AC-73865CC0D639}" destId="{D1CE59F9-EC78-4300-BE99-BB5D344D75E8}" srcOrd="9" destOrd="0" presId="urn:microsoft.com/office/officeart/2005/8/layout/hList7"/>
    <dgm:cxn modelId="{50CB3040-BD07-40CE-8B90-7A762E2CCAC6}" type="presParOf" srcId="{8A14F9E2-BB90-4C92-B3AC-73865CC0D639}" destId="{CDB0F5BC-43B2-4B86-80E8-7FCCAB80563D}" srcOrd="10" destOrd="0" presId="urn:microsoft.com/office/officeart/2005/8/layout/hList7"/>
    <dgm:cxn modelId="{EB1B2FC4-7DD0-490A-9E92-CCD1077449B1}" type="presParOf" srcId="{CDB0F5BC-43B2-4B86-80E8-7FCCAB80563D}" destId="{64CCD214-04F6-436D-B3D4-91EEDEBF9BBE}" srcOrd="0" destOrd="0" presId="urn:microsoft.com/office/officeart/2005/8/layout/hList7"/>
    <dgm:cxn modelId="{44950A6B-781C-4D1D-93D5-824348DAD203}" type="presParOf" srcId="{CDB0F5BC-43B2-4B86-80E8-7FCCAB80563D}" destId="{33E8608A-3EA0-4DB2-83AF-4429E2A6F161}" srcOrd="1" destOrd="0" presId="urn:microsoft.com/office/officeart/2005/8/layout/hList7"/>
    <dgm:cxn modelId="{EEF41E85-210B-47C4-985B-7AE2A3F3EEC9}" type="presParOf" srcId="{CDB0F5BC-43B2-4B86-80E8-7FCCAB80563D}" destId="{D92CEDF8-F993-45EB-9D3F-5C5613C6F7CB}" srcOrd="2" destOrd="0" presId="urn:microsoft.com/office/officeart/2005/8/layout/hList7"/>
    <dgm:cxn modelId="{FC36185A-2C93-4425-A04F-EAB0CA7CED41}" type="presParOf" srcId="{CDB0F5BC-43B2-4B86-80E8-7FCCAB80563D}" destId="{665ECA70-2E08-4426-988E-BD03A6053692}" srcOrd="3" destOrd="0" presId="urn:microsoft.com/office/officeart/2005/8/layout/hList7"/>
    <dgm:cxn modelId="{27B61D6B-A42A-45B9-A849-01685D9B5619}" type="presParOf" srcId="{8A14F9E2-BB90-4C92-B3AC-73865CC0D639}" destId="{E70D7D19-60B4-4DE8-9F44-4D2D33B7A26B}" srcOrd="11" destOrd="0" presId="urn:microsoft.com/office/officeart/2005/8/layout/hList7"/>
    <dgm:cxn modelId="{EFA76B3D-867D-4724-BF23-6EDB29DEFF7D}" type="presParOf" srcId="{8A14F9E2-BB90-4C92-B3AC-73865CC0D639}" destId="{5B111A06-FA02-461B-BE99-98FF263C76C2}" srcOrd="12" destOrd="0" presId="urn:microsoft.com/office/officeart/2005/8/layout/hList7"/>
    <dgm:cxn modelId="{FEE93B99-523A-495F-97B4-165A63E2B507}" type="presParOf" srcId="{5B111A06-FA02-461B-BE99-98FF263C76C2}" destId="{77011589-26F1-4C70-B8EB-38414539B2FC}" srcOrd="0" destOrd="0" presId="urn:microsoft.com/office/officeart/2005/8/layout/hList7"/>
    <dgm:cxn modelId="{852FDA90-80AE-4EA4-99FD-A0E310A4D601}" type="presParOf" srcId="{5B111A06-FA02-461B-BE99-98FF263C76C2}" destId="{85F62BB6-4818-478A-8111-E21A002DDD9C}" srcOrd="1" destOrd="0" presId="urn:microsoft.com/office/officeart/2005/8/layout/hList7"/>
    <dgm:cxn modelId="{E581DD60-E6AB-4525-925C-A23B4EFBD85D}" type="presParOf" srcId="{5B111A06-FA02-461B-BE99-98FF263C76C2}" destId="{7C7280C7-82C5-46E2-BF03-9FC66D0306CB}" srcOrd="2" destOrd="0" presId="urn:microsoft.com/office/officeart/2005/8/layout/hList7"/>
    <dgm:cxn modelId="{78926C75-585B-4950-9FF3-FEE033069E4C}" type="presParOf" srcId="{5B111A06-FA02-461B-BE99-98FF263C76C2}" destId="{4543C946-5A55-4BFA-8E4E-1A9640E429B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DC65A-E7F0-4246-804B-A4279FC88250}">
      <dsp:nvSpPr>
        <dsp:cNvPr id="0" name=""/>
        <dsp:cNvSpPr/>
      </dsp:nvSpPr>
      <dsp:spPr>
        <a:xfrm>
          <a:off x="0" y="0"/>
          <a:ext cx="1098238" cy="293236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/>
            <a:t>Incluye pequeñas y medianas empresas</a:t>
          </a:r>
        </a:p>
      </dsp:txBody>
      <dsp:txXfrm>
        <a:off x="0" y="1172945"/>
        <a:ext cx="1098238" cy="1172945"/>
      </dsp:txXfrm>
    </dsp:sp>
    <dsp:sp modelId="{42FD7835-7CB7-4D4D-8F12-11BAC3FF43F7}">
      <dsp:nvSpPr>
        <dsp:cNvPr id="0" name=""/>
        <dsp:cNvSpPr/>
      </dsp:nvSpPr>
      <dsp:spPr>
        <a:xfrm>
          <a:off x="64156" y="175941"/>
          <a:ext cx="976476" cy="97647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C506AE-FC3D-4E7B-98D6-AF2EFACBFD8D}">
      <dsp:nvSpPr>
        <dsp:cNvPr id="0" name=""/>
        <dsp:cNvSpPr/>
      </dsp:nvSpPr>
      <dsp:spPr>
        <a:xfrm>
          <a:off x="1134461" y="0"/>
          <a:ext cx="1098238" cy="293236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/>
            <a:t>Ciberseguridad</a:t>
          </a:r>
        </a:p>
      </dsp:txBody>
      <dsp:txXfrm>
        <a:off x="1134461" y="1172945"/>
        <a:ext cx="1098238" cy="1172945"/>
      </dsp:txXfrm>
    </dsp:sp>
    <dsp:sp modelId="{08280F78-6B64-4C20-8F00-FE7342303D09}">
      <dsp:nvSpPr>
        <dsp:cNvPr id="0" name=""/>
        <dsp:cNvSpPr/>
      </dsp:nvSpPr>
      <dsp:spPr>
        <a:xfrm>
          <a:off x="1195342" y="175941"/>
          <a:ext cx="976476" cy="976476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E6C8F-7CAE-4D90-81E8-A0D7AF8D4C9E}">
      <dsp:nvSpPr>
        <dsp:cNvPr id="0" name=""/>
        <dsp:cNvSpPr/>
      </dsp:nvSpPr>
      <dsp:spPr>
        <a:xfrm>
          <a:off x="2265647" y="0"/>
          <a:ext cx="1098238" cy="293236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/>
            <a:t>Transformación Digital</a:t>
          </a:r>
        </a:p>
      </dsp:txBody>
      <dsp:txXfrm>
        <a:off x="2265647" y="1172945"/>
        <a:ext cx="1098238" cy="1172945"/>
      </dsp:txXfrm>
    </dsp:sp>
    <dsp:sp modelId="{46357285-29B9-436E-8FDF-12A5C566822E}">
      <dsp:nvSpPr>
        <dsp:cNvPr id="0" name=""/>
        <dsp:cNvSpPr/>
      </dsp:nvSpPr>
      <dsp:spPr>
        <a:xfrm>
          <a:off x="2326528" y="175941"/>
          <a:ext cx="976476" cy="976476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370034-E8D4-4EF6-97B8-22B33ED27D06}">
      <dsp:nvSpPr>
        <dsp:cNvPr id="0" name=""/>
        <dsp:cNvSpPr/>
      </dsp:nvSpPr>
      <dsp:spPr>
        <a:xfrm>
          <a:off x="3396833" y="0"/>
          <a:ext cx="1098238" cy="293236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/>
            <a:t>Computación en la nube</a:t>
          </a:r>
        </a:p>
      </dsp:txBody>
      <dsp:txXfrm>
        <a:off x="3396833" y="1172945"/>
        <a:ext cx="1098238" cy="1172945"/>
      </dsp:txXfrm>
    </dsp:sp>
    <dsp:sp modelId="{0C6E840A-79D7-4ADB-AD52-83BF759C928D}">
      <dsp:nvSpPr>
        <dsp:cNvPr id="0" name=""/>
        <dsp:cNvSpPr/>
      </dsp:nvSpPr>
      <dsp:spPr>
        <a:xfrm>
          <a:off x="3457714" y="175941"/>
          <a:ext cx="976476" cy="976476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451F9-4E18-45FC-BD12-4CA274D1E25E}">
      <dsp:nvSpPr>
        <dsp:cNvPr id="0" name=""/>
        <dsp:cNvSpPr/>
      </dsp:nvSpPr>
      <dsp:spPr>
        <a:xfrm>
          <a:off x="4528019" y="0"/>
          <a:ext cx="1098238" cy="293236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/>
            <a:t>Privacidad</a:t>
          </a:r>
        </a:p>
      </dsp:txBody>
      <dsp:txXfrm>
        <a:off x="4528019" y="1172945"/>
        <a:ext cx="1098238" cy="1172945"/>
      </dsp:txXfrm>
    </dsp:sp>
    <dsp:sp modelId="{24F71512-3FE3-4F62-8BAD-A626FF84FC04}">
      <dsp:nvSpPr>
        <dsp:cNvPr id="0" name=""/>
        <dsp:cNvSpPr/>
      </dsp:nvSpPr>
      <dsp:spPr>
        <a:xfrm>
          <a:off x="4588900" y="175941"/>
          <a:ext cx="976476" cy="976476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CD214-04F6-436D-B3D4-91EEDEBF9BBE}">
      <dsp:nvSpPr>
        <dsp:cNvPr id="0" name=""/>
        <dsp:cNvSpPr/>
      </dsp:nvSpPr>
      <dsp:spPr>
        <a:xfrm>
          <a:off x="5659205" y="0"/>
          <a:ext cx="1098238" cy="293236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/>
            <a:t>DevOps</a:t>
          </a:r>
        </a:p>
      </dsp:txBody>
      <dsp:txXfrm>
        <a:off x="5659205" y="1172945"/>
        <a:ext cx="1098238" cy="1172945"/>
      </dsp:txXfrm>
    </dsp:sp>
    <dsp:sp modelId="{665ECA70-2E08-4426-988E-BD03A6053692}">
      <dsp:nvSpPr>
        <dsp:cNvPr id="0" name=""/>
        <dsp:cNvSpPr/>
      </dsp:nvSpPr>
      <dsp:spPr>
        <a:xfrm>
          <a:off x="5720086" y="175941"/>
          <a:ext cx="976476" cy="976476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11589-26F1-4C70-B8EB-38414539B2FC}">
      <dsp:nvSpPr>
        <dsp:cNvPr id="0" name=""/>
        <dsp:cNvSpPr/>
      </dsp:nvSpPr>
      <dsp:spPr>
        <a:xfrm>
          <a:off x="6790391" y="0"/>
          <a:ext cx="1098238" cy="2932363"/>
        </a:xfrm>
        <a:prstGeom prst="roundRect">
          <a:avLst>
            <a:gd name="adj" fmla="val 10000"/>
          </a:avLst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kern="1200" dirty="0"/>
            <a:t>El modelo core de COBIT</a:t>
          </a:r>
        </a:p>
      </dsp:txBody>
      <dsp:txXfrm>
        <a:off x="6790391" y="1172945"/>
        <a:ext cx="1098238" cy="1172945"/>
      </dsp:txXfrm>
    </dsp:sp>
    <dsp:sp modelId="{4543C946-5A55-4BFA-8E4E-1A9640E429BE}">
      <dsp:nvSpPr>
        <dsp:cNvPr id="0" name=""/>
        <dsp:cNvSpPr/>
      </dsp:nvSpPr>
      <dsp:spPr>
        <a:xfrm>
          <a:off x="6851272" y="175941"/>
          <a:ext cx="976476" cy="976476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0CED8-24B2-4B90-B1EA-B34F91FBF21B}">
      <dsp:nvSpPr>
        <dsp:cNvPr id="0" name=""/>
        <dsp:cNvSpPr/>
      </dsp:nvSpPr>
      <dsp:spPr>
        <a:xfrm>
          <a:off x="315676" y="2345890"/>
          <a:ext cx="7260553" cy="439854"/>
        </a:xfrm>
        <a:prstGeom prst="leftRightArrow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12/05/2022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12/05/2022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846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280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44200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5476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91203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>
                <a:solidFill>
                  <a:srgbClr val="262626"/>
                </a:solidFill>
              </a:rPr>
              <a:t>Las empresas pueden contar con distintas estrategias que pueden expresarse como uno o más de los arquetipos que se muestran en la tabla a presentar. Las organizaciones suelen contar con una estrategia principal y, como mucho, una estrategia secundaria. 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73445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spcAft>
                <a:spcPts val="1800"/>
              </a:spcAft>
              <a:buSzPct val="100000"/>
              <a:buFont typeface="Arial" panose="020B0604020202020204" pitchFamily="34" charset="0"/>
              <a:buNone/>
              <a:tabLst>
                <a:tab pos="121285" algn="l"/>
              </a:tabLst>
            </a:pPr>
            <a:r>
              <a:rPr lang="es-ES" sz="1200" spc="-10" dirty="0">
                <a:solidFill>
                  <a:srgbClr val="262626"/>
                </a:solidFill>
              </a:rPr>
              <a:t>Las metas u objetivos empresariales </a:t>
            </a:r>
            <a:r>
              <a:rPr lang="es-ES" sz="1200" spc="-10" dirty="0" smtClean="0">
                <a:solidFill>
                  <a:srgbClr val="262626"/>
                </a:solidFill>
              </a:rPr>
              <a:t>se relacionan con</a:t>
            </a:r>
            <a:r>
              <a:rPr lang="es-ES" sz="1200" spc="-10" baseline="0" dirty="0" smtClean="0">
                <a:solidFill>
                  <a:srgbClr val="262626"/>
                </a:solidFill>
              </a:rPr>
              <a:t> la </a:t>
            </a:r>
            <a:r>
              <a:rPr lang="es-ES" sz="1200" spc="-10" dirty="0" smtClean="0">
                <a:solidFill>
                  <a:srgbClr val="262626"/>
                </a:solidFill>
              </a:rPr>
              <a:t>estrategia empresarial que </a:t>
            </a:r>
            <a:r>
              <a:rPr lang="es-ES" sz="1200" spc="-10" dirty="0">
                <a:solidFill>
                  <a:srgbClr val="262626"/>
                </a:solidFill>
              </a:rPr>
              <a:t>se logra mediante la consecución de (una serie de) metas empresariales.  Estos objetivos se definen en el marco de referencia COBIT, se estructuran en torno a las dimensiones del cuadro de mando integral BSC, e incluyen los elementos que se muestran en la </a:t>
            </a:r>
            <a:r>
              <a:rPr lang="es-ES" sz="1200" spc="-10" dirty="0" smtClean="0">
                <a:solidFill>
                  <a:srgbClr val="262626"/>
                </a:solidFill>
              </a:rPr>
              <a:t>tabla.</a:t>
            </a:r>
            <a:endParaRPr lang="es-ES" sz="1200" spc="-10" dirty="0">
              <a:solidFill>
                <a:srgbClr val="262626"/>
              </a:solidFill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4850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spcAft>
                <a:spcPts val="1800"/>
              </a:spcAft>
              <a:buSzPct val="100000"/>
              <a:buFont typeface="Arial" panose="020B0604020202020204" pitchFamily="34" charset="0"/>
              <a:buNone/>
              <a:tabLst>
                <a:tab pos="121285" algn="l"/>
              </a:tabLst>
            </a:pPr>
            <a:r>
              <a:rPr lang="es-ES" sz="1200" spc="-10" dirty="0">
                <a:solidFill>
                  <a:srgbClr val="262626"/>
                </a:solidFill>
              </a:rPr>
              <a:t>El perfil de riesgo de la empresa y los problemas actuales relacionados con la I&amp;T. </a:t>
            </a:r>
            <a:endParaRPr lang="es-ES" sz="1200" spc="-10" dirty="0" smtClean="0">
              <a:solidFill>
                <a:srgbClr val="262626"/>
              </a:solidFill>
            </a:endParaRPr>
          </a:p>
          <a:p>
            <a:pPr marL="0" indent="0" algn="just">
              <a:spcAft>
                <a:spcPts val="1800"/>
              </a:spcAft>
              <a:buSzPct val="100000"/>
              <a:buFont typeface="Arial" panose="020B0604020202020204" pitchFamily="34" charset="0"/>
              <a:buNone/>
              <a:tabLst>
                <a:tab pos="121285" algn="l"/>
              </a:tabLst>
            </a:pPr>
            <a:r>
              <a:rPr lang="es-ES" sz="1200" spc="-10" dirty="0" smtClean="0">
                <a:solidFill>
                  <a:srgbClr val="262626"/>
                </a:solidFill>
              </a:rPr>
              <a:t>El </a:t>
            </a:r>
            <a:r>
              <a:rPr lang="es-ES" sz="1200" spc="-10" dirty="0">
                <a:solidFill>
                  <a:srgbClr val="262626"/>
                </a:solidFill>
              </a:rPr>
              <a:t>perfil de riesgo identifica los tipos de riesgos relacionados con I&amp;T a los que está expuesta la empresa en la actualidad e indica qué áreas de riesgo exceden el apetito al riesgo. Las categorías de riesgo enumeradas en la siguiente tabla merecen consideración. 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2515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>
                <a:solidFill>
                  <a:srgbClr val="262626"/>
                </a:solidFill>
              </a:rPr>
              <a:t>Un método asociado para una valoración de riesgos de I&amp;T de la empresa consiste en considerar a qué problemas relacionados con I&amp;T se enfrenta o, dicho de otro modo, qué riesgo relacionado con I&amp;T se ha materializado. Los problemas más comunes de todos se incluyen en la </a:t>
            </a:r>
            <a:r>
              <a:rPr lang="es-ES" sz="1200" spc="-10" dirty="0" smtClean="0">
                <a:solidFill>
                  <a:srgbClr val="262626"/>
                </a:solidFill>
              </a:rPr>
              <a:t>tabla.</a:t>
            </a:r>
            <a:endParaRPr lang="es-ES" sz="1200" spc="-10" dirty="0">
              <a:solidFill>
                <a:srgbClr val="262626"/>
              </a:solidFill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3428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 smtClean="0">
                <a:solidFill>
                  <a:srgbClr val="262626"/>
                </a:solidFill>
              </a:rPr>
              <a:t>Continuación…</a:t>
            </a:r>
            <a:endParaRPr lang="es-ES" sz="1200" spc="-10" dirty="0">
              <a:solidFill>
                <a:srgbClr val="262626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1931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>
                <a:solidFill>
                  <a:srgbClr val="262626"/>
                </a:solidFill>
              </a:rPr>
              <a:t>El marco de referencia de COBIT 2019 muestra </a:t>
            </a:r>
            <a:r>
              <a:rPr lang="es-ES" sz="1200" spc="-10" dirty="0" smtClean="0">
                <a:solidFill>
                  <a:srgbClr val="262626"/>
                </a:solidFill>
              </a:rPr>
              <a:t>el </a:t>
            </a:r>
            <a:r>
              <a:rPr lang="es-ES" sz="1200" spc="-10" dirty="0">
                <a:solidFill>
                  <a:srgbClr val="262626"/>
                </a:solidFill>
              </a:rPr>
              <a:t>panorama de amenazas bajo el cual opera la empresa, puede clasificarse tal como se muestra en la </a:t>
            </a:r>
            <a:r>
              <a:rPr lang="es-ES" sz="1200" spc="-10" dirty="0" smtClean="0">
                <a:solidFill>
                  <a:srgbClr val="262626"/>
                </a:solidFill>
              </a:rPr>
              <a:t>tabla.</a:t>
            </a:r>
            <a:endParaRPr lang="es-ES" sz="1200" spc="-10" dirty="0">
              <a:solidFill>
                <a:srgbClr val="262626"/>
              </a:solidFill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9986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>
                <a:solidFill>
                  <a:srgbClr val="262626"/>
                </a:solidFill>
              </a:rPr>
              <a:t>Los requerimientos de cumplimiento a los que la empresa está sujeta pueden clasificarse conforme a las categorías enumeradas en </a:t>
            </a:r>
            <a:r>
              <a:rPr lang="es-ES" sz="1200" spc="-10" dirty="0" smtClean="0">
                <a:solidFill>
                  <a:srgbClr val="262626"/>
                </a:solidFill>
              </a:rPr>
              <a:t>la</a:t>
            </a:r>
            <a:r>
              <a:rPr lang="es-ES" sz="1200" spc="-10" baseline="0" dirty="0" smtClean="0">
                <a:solidFill>
                  <a:srgbClr val="262626"/>
                </a:solidFill>
              </a:rPr>
              <a:t> t</a:t>
            </a:r>
            <a:r>
              <a:rPr lang="es-ES" sz="1200" spc="-10" dirty="0" smtClean="0">
                <a:solidFill>
                  <a:srgbClr val="262626"/>
                </a:solidFill>
              </a:rPr>
              <a:t>abla. </a:t>
            </a:r>
            <a:endParaRPr lang="es-ES" sz="1200" spc="-10" dirty="0">
              <a:solidFill>
                <a:srgbClr val="262626"/>
              </a:solidFill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62854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>
                <a:solidFill>
                  <a:srgbClr val="262626"/>
                </a:solidFill>
              </a:rPr>
              <a:t>El rol de TI para la empresa puede clasificarse tal como se muestra en la </a:t>
            </a:r>
            <a:r>
              <a:rPr lang="es-ES" sz="1200" spc="-10" dirty="0" smtClean="0">
                <a:solidFill>
                  <a:srgbClr val="262626"/>
                </a:solidFill>
              </a:rPr>
              <a:t>tabla.</a:t>
            </a:r>
            <a:endParaRPr lang="es-ES" sz="1200" spc="-10" dirty="0">
              <a:solidFill>
                <a:srgbClr val="262626"/>
              </a:solidFill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9799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>
                <a:solidFill>
                  <a:srgbClr val="262626"/>
                </a:solidFill>
              </a:rPr>
              <a:t>El modelo de abastecimiento que la empresa adopta puede clasificarse tal como se muestra en la </a:t>
            </a:r>
            <a:r>
              <a:rPr lang="es-ES" sz="1200" spc="-10" dirty="0" smtClean="0">
                <a:solidFill>
                  <a:srgbClr val="262626"/>
                </a:solidFill>
              </a:rPr>
              <a:t>tabla</a:t>
            </a:r>
            <a:r>
              <a:rPr lang="es-ES" sz="1200" spc="-10" dirty="0">
                <a:solidFill>
                  <a:srgbClr val="262626"/>
                </a:solidFill>
              </a:rPr>
              <a:t>.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196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>
                <a:solidFill>
                  <a:srgbClr val="262626"/>
                </a:solidFill>
              </a:rPr>
              <a:t>Los métodos que la empresa adopta pueden clasificarse tal como se muestra en la </a:t>
            </a:r>
            <a:r>
              <a:rPr lang="es-ES" sz="1200" spc="-10" dirty="0" smtClean="0">
                <a:solidFill>
                  <a:srgbClr val="262626"/>
                </a:solidFill>
              </a:rPr>
              <a:t>tabla</a:t>
            </a:r>
            <a:r>
              <a:rPr lang="es-ES" sz="1200" spc="-10" dirty="0">
                <a:solidFill>
                  <a:srgbClr val="262626"/>
                </a:solidFill>
              </a:rPr>
              <a:t>.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7464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spc="-10" dirty="0">
                <a:solidFill>
                  <a:srgbClr val="262626"/>
                </a:solidFill>
              </a:rPr>
              <a:t>La estrategia de adopción de tecnología puede clasificarse tal como se muestra en la </a:t>
            </a:r>
            <a:r>
              <a:rPr lang="es-ES" sz="1200" spc="-10" dirty="0" smtClean="0">
                <a:solidFill>
                  <a:srgbClr val="262626"/>
                </a:solidFill>
              </a:rPr>
              <a:t>tabla.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2047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Se identifican dos categorías, tal como se muestra en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JIKLE B+ Times New Roman PSMT"/>
              </a:rPr>
              <a:t>siguiente tabla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JIJNO O+ Times New Roman PSMT"/>
              </a:rPr>
              <a:t>, para el diseño de un sistema de gobierno de la empresa.</a:t>
            </a:r>
          </a:p>
          <a:p>
            <a:endParaRPr lang="es-PE" sz="1800" b="0" i="0" u="none" strike="noStrike" baseline="0" dirty="0">
              <a:solidFill>
                <a:srgbClr val="000000"/>
              </a:solidFill>
              <a:latin typeface="JIJNO O+ Times New Roman PSMT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00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9767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77D5F-F7C7-4A4E-B9CB-9B53C116ECA0}" type="datetimeFigureOut">
              <a:rPr lang="es-ES_tradnl" smtClean="0"/>
              <a:t>12/05/2022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A411-D912-394E-A3C9-E79952CE3FE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336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3647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SISTEMAS DE CONTROL Y GOBIERNO TI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11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2020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  <p:sldLayoutId id="2147483663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417646" y="398388"/>
            <a:ext cx="87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SESIÓN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380422" y="475914"/>
            <a:ext cx="96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800" dirty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493097" y="456609"/>
            <a:ext cx="5904294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3200" b="1" dirty="0" smtClean="0">
                <a:solidFill>
                  <a:srgbClr val="FFFFFF"/>
                </a:solidFill>
              </a:rPr>
              <a:t>ÁREAS PRIORITARIAS Y FACTORES DE DISEÑO</a:t>
            </a:r>
            <a:endParaRPr lang="es-ES" sz="3200" b="1" dirty="0">
              <a:solidFill>
                <a:srgbClr val="FFFFFF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589880" y="1766244"/>
            <a:ext cx="5235567" cy="66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Áreas prioritarias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Factores de diseño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1385597" y="522202"/>
            <a:ext cx="0" cy="720031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417647" y="1460808"/>
            <a:ext cx="8345931" cy="1938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400" b="1" dirty="0">
                <a:solidFill>
                  <a:srgbClr val="1F85A6"/>
                </a:solidFill>
                <a:cs typeface="Calibri"/>
              </a:rPr>
              <a:t>  UNIDAD DE APRENDIZAJE: SISTEMA DE GOBIERNO Y COMPONENTES DE COBIT 2019     </a:t>
            </a:r>
            <a:endParaRPr lang="es-PE" sz="1400" b="1" dirty="0">
              <a:solidFill>
                <a:srgbClr val="1F8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8472751-FD5C-4C14-A418-1AEF0A30EB50}"/>
              </a:ext>
            </a:extLst>
          </p:cNvPr>
          <p:cNvSpPr txBox="1"/>
          <p:nvPr/>
        </p:nvSpPr>
        <p:spPr>
          <a:xfrm>
            <a:off x="507698" y="954483"/>
            <a:ext cx="797634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>
                <a:cs typeface="Source Sans Pro"/>
              </a:rPr>
              <a:t>En esta sesión </a:t>
            </a:r>
            <a:r>
              <a:rPr lang="es-PE" sz="1600" spc="-10" dirty="0" smtClean="0">
                <a:cs typeface="Source Sans Pro"/>
              </a:rPr>
              <a:t>aprenderás </a:t>
            </a:r>
            <a:r>
              <a:rPr lang="es-PE" sz="1600" spc="-10" dirty="0">
                <a:cs typeface="Source Sans Pro"/>
              </a:rPr>
              <a:t>los conceptos sobre las áreas prioritarias y </a:t>
            </a:r>
            <a:r>
              <a:rPr lang="es-PE" sz="1600" spc="-10" dirty="0" smtClean="0">
                <a:cs typeface="Source Sans Pro"/>
              </a:rPr>
              <a:t>reconocerás  </a:t>
            </a:r>
            <a:r>
              <a:rPr lang="es-PE" sz="1600" spc="-10" dirty="0">
                <a:cs typeface="Source Sans Pro"/>
              </a:rPr>
              <a:t>los factores de diseño de COBIT 2019.</a:t>
            </a:r>
            <a:endParaRPr lang="es-PE" sz="1600" spc="-1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61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ÁREAS PRIORITARIAS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915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765212" y="1135812"/>
            <a:ext cx="4374554" cy="2982525"/>
          </a:xfrm>
          <a:prstGeom prst="rect">
            <a:avLst/>
          </a:prstGeom>
        </p:spPr>
        <p:txBody>
          <a:bodyPr vert="horz" wrap="square" lIns="90000" tIns="90000" rIns="90000" bIns="90000" rtlCol="0">
            <a:spAutoFit/>
          </a:bodyPr>
          <a:lstStyle/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r>
              <a:rPr lang="es-419" sz="1400" spc="-6" dirty="0">
                <a:latin typeface="Arial" charset="0"/>
                <a:ea typeface="Arial" charset="0"/>
                <a:cs typeface="Arial" charset="0"/>
              </a:rPr>
              <a:t>Un área prioritaria describe un determinado tema de gobierno, dominio o problema que puede ser abordado por una colección de objetivos de gobierno y gestión y sus componentes. </a:t>
            </a:r>
          </a:p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endParaRPr lang="es-PE" sz="1400" spc="-6" dirty="0">
              <a:latin typeface="Arial" charset="0"/>
              <a:ea typeface="Arial" charset="0"/>
              <a:cs typeface="Arial" charset="0"/>
            </a:endParaRPr>
          </a:p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r>
              <a:rPr lang="es-419" sz="1400" spc="-6" dirty="0">
                <a:latin typeface="Arial" charset="0"/>
                <a:ea typeface="Arial" charset="0"/>
                <a:cs typeface="Arial" charset="0"/>
              </a:rPr>
              <a:t>Las áreas prioritarias pueden incluir una combinación de componentes de gobierno genéricos y variantes en algunos componentes personalizados para el tópico de esa área prioritaria. </a:t>
            </a:r>
          </a:p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endParaRPr lang="es-PE" sz="1400" spc="-6" dirty="0">
              <a:latin typeface="Arial" charset="0"/>
              <a:ea typeface="Arial" charset="0"/>
              <a:cs typeface="Arial" charset="0"/>
            </a:endParaRPr>
          </a:p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r>
              <a:rPr lang="es-419" sz="1400" spc="-6" dirty="0">
                <a:latin typeface="Arial" charset="0"/>
                <a:ea typeface="Arial" charset="0"/>
                <a:cs typeface="Arial" charset="0"/>
              </a:rPr>
              <a:t>El modelo </a:t>
            </a:r>
            <a:r>
              <a:rPr lang="es-419" sz="1400" i="1" spc="-6" dirty="0">
                <a:latin typeface="Arial" charset="0"/>
                <a:ea typeface="Arial" charset="0"/>
                <a:cs typeface="Arial" charset="0"/>
              </a:rPr>
              <a:t>core </a:t>
            </a:r>
            <a:r>
              <a:rPr lang="es-419" sz="1400" spc="-6" dirty="0">
                <a:latin typeface="Arial" charset="0"/>
                <a:ea typeface="Arial" charset="0"/>
                <a:cs typeface="Arial" charset="0"/>
              </a:rPr>
              <a:t>de COBIT es el objeto de esta publicación, y proporciona los componentes genéricos de gobierno.</a:t>
            </a:r>
          </a:p>
        </p:txBody>
      </p:sp>
      <p:sp>
        <p:nvSpPr>
          <p:cNvPr id="8" name="Rectángulo redondeado 7"/>
          <p:cNvSpPr/>
          <p:nvPr/>
        </p:nvSpPr>
        <p:spPr>
          <a:xfrm>
            <a:off x="765212" y="4077535"/>
            <a:ext cx="4382024" cy="1059523"/>
          </a:xfrm>
          <a:prstGeom prst="roundRect">
            <a:avLst>
              <a:gd name="adj" fmla="val 8430"/>
            </a:avLst>
          </a:prstGeom>
          <a:solidFill>
            <a:srgbClr val="0BAE8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35000" rtlCol="0" anchor="ctr"/>
          <a:lstStyle/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r>
              <a:rPr lang="es-419" sz="1200" spc="-6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La cantidad de áreas prioritarias es prácticamente ilimitada. Esto hace que COBIT sea abierto. Se pueden añadir nuevas áreas prioritarias conforme sea necesario o conforme los expertos y especialistas en la materia contribuyan al modelo COBIT abierto.</a:t>
            </a:r>
          </a:p>
        </p:txBody>
      </p:sp>
      <p:sp>
        <p:nvSpPr>
          <p:cNvPr id="14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ÁREAS PRIORITARIAS</a:t>
            </a: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846654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236" y="2127751"/>
            <a:ext cx="3748161" cy="9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3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ÁREAS PRIORITARIAS</a:t>
            </a: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A29DC58E-06A9-47A7-A47F-2F811765FAAB}"/>
              </a:ext>
            </a:extLst>
          </p:cNvPr>
          <p:cNvSpPr txBox="1"/>
          <p:nvPr/>
        </p:nvSpPr>
        <p:spPr>
          <a:xfrm>
            <a:off x="650516" y="1280145"/>
            <a:ext cx="789190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Algunos de los ejemplos de áreas prioritarias incluye pequeñas y medianas empresas, ciberseguridad, transformación digital, computación en la nube, privacidad, y DevOps.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37B46A6D-1A48-420E-B43D-3AC0BCF7D0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4012170"/>
              </p:ext>
            </p:extLst>
          </p:nvPr>
        </p:nvGraphicFramePr>
        <p:xfrm>
          <a:off x="650516" y="2011235"/>
          <a:ext cx="7891906" cy="293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object 7">
            <a:extLst>
              <a:ext uri="{FF2B5EF4-FFF2-40B4-BE49-F238E27FC236}">
                <a16:creationId xmlns:a16="http://schemas.microsoft.com/office/drawing/2014/main" id="{3FAD2A94-1829-4F6B-8201-7EA6CD63A694}"/>
              </a:ext>
            </a:extLst>
          </p:cNvPr>
          <p:cNvSpPr txBox="1"/>
          <p:nvPr/>
        </p:nvSpPr>
        <p:spPr>
          <a:xfrm>
            <a:off x="510903" y="846654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</p:spTree>
    <p:extLst>
      <p:ext uri="{BB962C8B-B14F-4D97-AF65-F5344CB8AC3E}">
        <p14:creationId xmlns:p14="http://schemas.microsoft.com/office/powerpoint/2010/main" val="255391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FACTORES DE DISEÑO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371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8116494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Los factores de diseño son </a:t>
            </a:r>
            <a:r>
              <a:rPr lang="es-ES" sz="1600" spc="-10" dirty="0" smtClean="0">
                <a:solidFill>
                  <a:srgbClr val="262626"/>
                </a:solidFill>
              </a:rPr>
              <a:t>aquellos </a:t>
            </a:r>
            <a:r>
              <a:rPr lang="es-ES" sz="1600" spc="-10" dirty="0">
                <a:solidFill>
                  <a:srgbClr val="262626"/>
                </a:solidFill>
              </a:rPr>
              <a:t>que pueden influir en el diseño del sistema de gobierno de una empresa y posicionarla para que tenga éxito al usar la I&amp;T. Los factores de diseño incluyen cualquier combinación de lo que se muestra en la siguiente imagen: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C40EC8-33C3-462D-B64C-FA1C24982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178" y="2000538"/>
            <a:ext cx="6254949" cy="309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9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879774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283307"/>
            <a:ext cx="247349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Estrategia Empresarial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F165BA-ACA1-4F09-9D36-8E48692A5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773844"/>
            <a:ext cx="8080032" cy="241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2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174935"/>
            <a:ext cx="316411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Objetivos Empresariales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EEF6E56-A15C-476C-B07D-215E54E2B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3" y="1558459"/>
            <a:ext cx="8154456" cy="338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5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174935"/>
            <a:ext cx="247349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Perfil de Riesgo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87BE1FD-4919-4EFF-A52E-17BB53F03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513073"/>
            <a:ext cx="6874441" cy="365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3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174935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Problemas relacionados con la I&amp;T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7A3D582-6F78-4E85-BF15-3046D8102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563079"/>
            <a:ext cx="8209748" cy="329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6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174935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…Problemas relacionados con la I&amp;T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5BB3145-A515-4C4D-844B-47BA18070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563079"/>
            <a:ext cx="8164286" cy="318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0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934034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354893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Panorama de amenazas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9E3DE8-39C0-4C04-B0CF-6A0981874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822982"/>
            <a:ext cx="8090521" cy="146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907133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310666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Requerimientos de cumplimientos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4F17CCF-FE6B-49A1-BAD7-8966D53E5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29" y="1841686"/>
            <a:ext cx="8047772" cy="267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0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174935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Rol de TI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38CE9D0-A6C9-4352-8839-4F253A294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511897"/>
            <a:ext cx="8163160" cy="358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9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8ED4FE-F231-4D06-8EA2-09A7BB63D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776042"/>
            <a:ext cx="8040385" cy="280528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902207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305740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Modelo de abastecimiento para TI </a:t>
            </a:r>
          </a:p>
        </p:txBody>
      </p:sp>
    </p:spTree>
    <p:extLst>
      <p:ext uri="{BB962C8B-B14F-4D97-AF65-F5344CB8AC3E}">
        <p14:creationId xmlns:p14="http://schemas.microsoft.com/office/powerpoint/2010/main" val="413048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907133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310666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Métodos de implementación de TI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BB344B8-1984-48DE-99A7-C9400F60D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698810"/>
            <a:ext cx="8119209" cy="308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5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933A6ED-D20F-4A23-A4B1-E7DCD4101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708788"/>
            <a:ext cx="8039720" cy="239743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917111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2" y="1320644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Estrategia de adopción de la Tecnología </a:t>
            </a:r>
          </a:p>
        </p:txBody>
      </p:sp>
    </p:spTree>
    <p:extLst>
      <p:ext uri="{BB962C8B-B14F-4D97-AF65-F5344CB8AC3E}">
        <p14:creationId xmlns:p14="http://schemas.microsoft.com/office/powerpoint/2010/main" val="362808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FACTORES DE DISEÑO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4" y="921421"/>
            <a:ext cx="5711618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DDF508A-0E09-42C0-B7A7-E159ED756455}"/>
              </a:ext>
            </a:extLst>
          </p:cNvPr>
          <p:cNvSpPr txBox="1"/>
          <p:nvPr/>
        </p:nvSpPr>
        <p:spPr>
          <a:xfrm>
            <a:off x="589023" y="1324954"/>
            <a:ext cx="398297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ES" sz="1600" b="1" spc="-10" dirty="0">
                <a:solidFill>
                  <a:srgbClr val="262626"/>
                </a:solidFill>
              </a:rPr>
              <a:t>Tamaño de la empresa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F45733-958F-4696-AC24-D3712CFDC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22" y="1721299"/>
            <a:ext cx="8039721" cy="166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5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/ CONCLUSIONES</a:t>
            </a:r>
          </a:p>
        </p:txBody>
      </p:sp>
      <p:sp>
        <p:nvSpPr>
          <p:cNvPr id="8" name="Rectángulo 10">
            <a:extLst>
              <a:ext uri="{FF2B5EF4-FFF2-40B4-BE49-F238E27FC236}">
                <a16:creationId xmlns:a16="http://schemas.microsoft.com/office/drawing/2014/main" id="{2CE728F1-CA35-4741-A316-6A8802F5D948}"/>
              </a:ext>
            </a:extLst>
          </p:cNvPr>
          <p:cNvSpPr/>
          <p:nvPr/>
        </p:nvSpPr>
        <p:spPr>
          <a:xfrm>
            <a:off x="2304789" y="856697"/>
            <a:ext cx="6370899" cy="317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Un área prioritaria describe un determinado tema de gobierno, dominio o problema que puede ser abordado por una colección de objetivos de gobierno y gestión y sus componentes.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Los factores de diseño son factores que pueden influir en el diseño del sistema de gobierno de una empresa y posicionarla para que tenga éxito al usar la I&amp;T.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Los factores de diseño de COBIT son: Estrategia empresarial,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metas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empresariales,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perfil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de riesgo,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problemas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relacionados con las TI,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panorama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de amenazas,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requerimientos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de cumplimiento,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rol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de TI,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modelo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de abastecimiento para TI, </a:t>
            </a:r>
            <a:r>
              <a:rPr lang="es-ES" sz="1600" dirty="0" smtClean="0">
                <a:solidFill>
                  <a:srgbClr val="FFFFFF"/>
                </a:solidFill>
                <a:latin typeface="+mj-lt"/>
              </a:rPr>
              <a:t>estrategia </a:t>
            </a:r>
            <a:r>
              <a:rPr lang="es-ES" sz="1600" dirty="0">
                <a:solidFill>
                  <a:srgbClr val="FFFFFF"/>
                </a:solidFill>
                <a:latin typeface="+mj-lt"/>
              </a:rPr>
              <a:t>de adopción de tecnología, y tamaño de la empresa.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137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515764" y="965680"/>
            <a:ext cx="7979082" cy="144945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Introducción y Metodología”. </a:t>
            </a:r>
            <a:r>
              <a:rPr lang="en-U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Objetivos de Gobierno y de Gestión”.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Diseño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Implementación y optimización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629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13121</TotalTime>
  <Words>1024</Words>
  <Application>Microsoft Office PowerPoint</Application>
  <PresentationFormat>Presentación en pantalla (16:10)</PresentationFormat>
  <Paragraphs>108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Calibri</vt:lpstr>
      <vt:lpstr>JIJNO O+ Times New Roman PSMT</vt:lpstr>
      <vt:lpstr>JIKLE B+ Times New Roman PSMT</vt:lpstr>
      <vt:lpstr>Source Sans Pro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598</cp:revision>
  <cp:lastPrinted>2018-01-16T21:42:59Z</cp:lastPrinted>
  <dcterms:created xsi:type="dcterms:W3CDTF">2016-10-06T14:52:02Z</dcterms:created>
  <dcterms:modified xsi:type="dcterms:W3CDTF">2022-05-12T16:53:11Z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