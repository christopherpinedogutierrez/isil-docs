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8.xml" ContentType="application/vnd.openxmlformats-officedocument.presentationml.notesSlide+xml"/>
  <Override PartName="/ppt/tags/tag7.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8.xml" ContentType="application/vnd.openxmlformats-officedocument.presentationml.tags+xml"/>
  <Override PartName="/ppt/notesSlides/notesSlide22.xml" ContentType="application/vnd.openxmlformats-officedocument.presentationml.notesSlide+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handoutMasterIdLst>
    <p:handoutMasterId r:id="rId26"/>
  </p:handoutMasterIdLst>
  <p:sldIdLst>
    <p:sldId id="326" r:id="rId2"/>
    <p:sldId id="465" r:id="rId3"/>
    <p:sldId id="466" r:id="rId4"/>
    <p:sldId id="428" r:id="rId5"/>
    <p:sldId id="726" r:id="rId6"/>
    <p:sldId id="727" r:id="rId7"/>
    <p:sldId id="732" r:id="rId8"/>
    <p:sldId id="733" r:id="rId9"/>
    <p:sldId id="734" r:id="rId10"/>
    <p:sldId id="728" r:id="rId11"/>
    <p:sldId id="729" r:id="rId12"/>
    <p:sldId id="735" r:id="rId13"/>
    <p:sldId id="736" r:id="rId14"/>
    <p:sldId id="737" r:id="rId15"/>
    <p:sldId id="738" r:id="rId16"/>
    <p:sldId id="743" r:id="rId17"/>
    <p:sldId id="739" r:id="rId18"/>
    <p:sldId id="740" r:id="rId19"/>
    <p:sldId id="730" r:id="rId20"/>
    <p:sldId id="731" r:id="rId21"/>
    <p:sldId id="742" r:id="rId22"/>
    <p:sldId id="725" r:id="rId23"/>
    <p:sldId id="606" r:id="rId24"/>
  </p:sldIdLst>
  <p:sldSz cx="9144000" cy="5715000" type="screen16x10"/>
  <p:notesSz cx="6797675" cy="9926638"/>
  <p:custDataLst>
    <p:tags r:id="rId2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465" userDrawn="1">
          <p15:clr>
            <a:srgbClr val="A4A3A4"/>
          </p15:clr>
        </p15:guide>
        <p15:guide id="3" orient="horz" pos="3320" userDrawn="1">
          <p15:clr>
            <a:srgbClr val="A4A3A4"/>
          </p15:clr>
        </p15:guide>
        <p15:guide id="11" pos="317" userDrawn="1">
          <p15:clr>
            <a:srgbClr val="A4A3A4"/>
          </p15:clr>
        </p15:guide>
        <p15:guide id="12" orient="horz" pos="553" userDrawn="1">
          <p15:clr>
            <a:srgbClr val="A4A3A4"/>
          </p15:clr>
        </p15:guide>
        <p15:guide id="13" orient="horz" pos="3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76B7D"/>
    <a:srgbClr val="48C2BB"/>
    <a:srgbClr val="1F85A6"/>
    <a:srgbClr val="F1FDC3"/>
    <a:srgbClr val="9CC606"/>
    <a:srgbClr val="E2F6F1"/>
    <a:srgbClr val="F2F2F2"/>
    <a:srgbClr val="558ED5"/>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93" autoAdjust="0"/>
    <p:restoredTop sz="95332" autoAdjust="0"/>
  </p:normalViewPr>
  <p:slideViewPr>
    <p:cSldViewPr snapToGrid="0" snapToObjects="1" showGuides="1">
      <p:cViewPr varScale="1">
        <p:scale>
          <a:sx n="100" d="100"/>
          <a:sy n="100" d="100"/>
        </p:scale>
        <p:origin x="1219" y="62"/>
      </p:cViewPr>
      <p:guideLst>
        <p:guide pos="5465"/>
        <p:guide orient="horz" pos="3320"/>
        <p:guide pos="317"/>
        <p:guide orient="horz" pos="553"/>
        <p:guide orient="horz" pos="349"/>
      </p:guideLst>
    </p:cSldViewPr>
  </p:slid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58C07C-31A7-44C6-959B-13B408E07617}" type="doc">
      <dgm:prSet loTypeId="urn:microsoft.com/office/officeart/2005/8/layout/process2" loCatId="process" qsTypeId="urn:microsoft.com/office/officeart/2005/8/quickstyle/simple1" qsCatId="simple" csTypeId="urn:microsoft.com/office/officeart/2005/8/colors/accent1_2" csCatId="accent1" phldr="1"/>
      <dgm:spPr/>
    </dgm:pt>
    <dgm:pt modelId="{8946CEC4-1325-4CAA-9240-92541D81946F}">
      <dgm:prSet phldrT="[Texto]" custT="1"/>
      <dgm:spPr>
        <a:solidFill>
          <a:schemeClr val="accent4">
            <a:lumMod val="40000"/>
            <a:lumOff val="60000"/>
          </a:schemeClr>
        </a:solidFill>
      </dgm:spPr>
      <dgm:t>
        <a:bodyPr/>
        <a:lstStyle/>
        <a:p>
          <a:pPr algn="l"/>
          <a:r>
            <a:rPr lang="es-PE" sz="1500" dirty="0">
              <a:solidFill>
                <a:schemeClr val="tx1"/>
              </a:solidFill>
            </a:rPr>
            <a:t>1. Entender el contexto y estrategia de la empresa.</a:t>
          </a:r>
        </a:p>
      </dgm:t>
    </dgm:pt>
    <dgm:pt modelId="{E7D879F3-041F-43E0-A25F-821749AB18D7}" type="parTrans" cxnId="{DB3C4A95-ADD6-4D6E-B470-18451C36E04A}">
      <dgm:prSet/>
      <dgm:spPr/>
      <dgm:t>
        <a:bodyPr/>
        <a:lstStyle/>
        <a:p>
          <a:endParaRPr lang="es-PE"/>
        </a:p>
      </dgm:t>
    </dgm:pt>
    <dgm:pt modelId="{222F58F2-305A-454F-BFD4-6213E903BD69}" type="sibTrans" cxnId="{DB3C4A95-ADD6-4D6E-B470-18451C36E04A}">
      <dgm:prSet/>
      <dgm:spPr/>
      <dgm:t>
        <a:bodyPr/>
        <a:lstStyle/>
        <a:p>
          <a:endParaRPr lang="es-PE"/>
        </a:p>
      </dgm:t>
    </dgm:pt>
    <dgm:pt modelId="{8F9769FF-23AA-4362-A760-CD6731C7080D}">
      <dgm:prSet phldrT="[Texto]" custT="1"/>
      <dgm:spPr>
        <a:solidFill>
          <a:schemeClr val="accent4">
            <a:lumMod val="75000"/>
          </a:schemeClr>
        </a:solidFill>
      </dgm:spPr>
      <dgm:t>
        <a:bodyPr/>
        <a:lstStyle/>
        <a:p>
          <a:pPr algn="l"/>
          <a:r>
            <a:rPr lang="es-PE" sz="1500" dirty="0"/>
            <a:t>2. Determinar el alcance inicial del sistema de gobierno.</a:t>
          </a:r>
        </a:p>
      </dgm:t>
    </dgm:pt>
    <dgm:pt modelId="{602B43D8-DB09-4BEF-846D-4B98D9BEC269}" type="parTrans" cxnId="{F8054582-86C4-49D1-A3F4-40E71606AB20}">
      <dgm:prSet/>
      <dgm:spPr/>
      <dgm:t>
        <a:bodyPr/>
        <a:lstStyle/>
        <a:p>
          <a:endParaRPr lang="es-PE"/>
        </a:p>
      </dgm:t>
    </dgm:pt>
    <dgm:pt modelId="{149A653D-B47B-4F62-9613-3106A2DE8FD9}" type="sibTrans" cxnId="{F8054582-86C4-49D1-A3F4-40E71606AB20}">
      <dgm:prSet/>
      <dgm:spPr/>
      <dgm:t>
        <a:bodyPr/>
        <a:lstStyle/>
        <a:p>
          <a:endParaRPr lang="es-PE"/>
        </a:p>
      </dgm:t>
    </dgm:pt>
    <dgm:pt modelId="{A1B549B9-39EE-49A0-B912-1004B7A7C867}">
      <dgm:prSet phldrT="[Texto]" custT="1"/>
      <dgm:spPr>
        <a:solidFill>
          <a:schemeClr val="tx2">
            <a:lumMod val="50000"/>
          </a:schemeClr>
        </a:solidFill>
      </dgm:spPr>
      <dgm:t>
        <a:bodyPr/>
        <a:lstStyle/>
        <a:p>
          <a:pPr algn="l"/>
          <a:r>
            <a:rPr lang="es-PE" sz="1500" dirty="0"/>
            <a:t>4. Finalizar el diseño del sistema de </a:t>
          </a:r>
          <a:r>
            <a:rPr lang="es-PE" sz="1500" dirty="0" smtClean="0"/>
            <a:t>gobierno.</a:t>
          </a:r>
          <a:endParaRPr lang="es-PE" sz="1500" dirty="0"/>
        </a:p>
      </dgm:t>
    </dgm:pt>
    <dgm:pt modelId="{7952092D-9B7B-43E0-9F76-B673761A308B}" type="parTrans" cxnId="{0EB3D933-649B-405F-AB75-D5F23C34E0FB}">
      <dgm:prSet/>
      <dgm:spPr/>
      <dgm:t>
        <a:bodyPr/>
        <a:lstStyle/>
        <a:p>
          <a:endParaRPr lang="es-PE"/>
        </a:p>
      </dgm:t>
    </dgm:pt>
    <dgm:pt modelId="{9C23CAB2-6C42-40DB-992A-9CDD3330E842}" type="sibTrans" cxnId="{0EB3D933-649B-405F-AB75-D5F23C34E0FB}">
      <dgm:prSet/>
      <dgm:spPr/>
      <dgm:t>
        <a:bodyPr/>
        <a:lstStyle/>
        <a:p>
          <a:endParaRPr lang="es-PE"/>
        </a:p>
      </dgm:t>
    </dgm:pt>
    <dgm:pt modelId="{9DB59D96-B5D0-48B7-A30E-FFC15DA351D1}">
      <dgm:prSet phldrT="[Texto]" custT="1"/>
      <dgm:spPr>
        <a:solidFill>
          <a:schemeClr val="tx1">
            <a:lumMod val="75000"/>
            <a:lumOff val="25000"/>
          </a:schemeClr>
        </a:solidFill>
      </dgm:spPr>
      <dgm:t>
        <a:bodyPr/>
        <a:lstStyle/>
        <a:p>
          <a:pPr algn="l"/>
          <a:r>
            <a:rPr lang="es-PE" sz="1500" dirty="0"/>
            <a:t>3. Perfeccionar el alcance del sistema de gobierno.</a:t>
          </a:r>
        </a:p>
      </dgm:t>
    </dgm:pt>
    <dgm:pt modelId="{C6A74766-A925-44C5-BF9A-56A5EA547F9B}" type="parTrans" cxnId="{BCD9AB69-46D7-4256-B514-62E2B3B41368}">
      <dgm:prSet/>
      <dgm:spPr/>
      <dgm:t>
        <a:bodyPr/>
        <a:lstStyle/>
        <a:p>
          <a:endParaRPr lang="es-PE"/>
        </a:p>
      </dgm:t>
    </dgm:pt>
    <dgm:pt modelId="{7F6E3FD6-022B-4C69-B1F6-09F5E4FF657D}" type="sibTrans" cxnId="{BCD9AB69-46D7-4256-B514-62E2B3B41368}">
      <dgm:prSet/>
      <dgm:spPr/>
      <dgm:t>
        <a:bodyPr/>
        <a:lstStyle/>
        <a:p>
          <a:endParaRPr lang="es-PE"/>
        </a:p>
      </dgm:t>
    </dgm:pt>
    <dgm:pt modelId="{9288F508-39F3-49BD-B6A3-9CEAE2743AD4}" type="pres">
      <dgm:prSet presAssocID="{E658C07C-31A7-44C6-959B-13B408E07617}" presName="linearFlow" presStyleCnt="0">
        <dgm:presLayoutVars>
          <dgm:resizeHandles val="exact"/>
        </dgm:presLayoutVars>
      </dgm:prSet>
      <dgm:spPr/>
    </dgm:pt>
    <dgm:pt modelId="{9EAEC2F2-927D-4082-8814-406EEA4FD25D}" type="pres">
      <dgm:prSet presAssocID="{8946CEC4-1325-4CAA-9240-92541D81946F}" presName="node" presStyleLbl="node1" presStyleIdx="0" presStyleCnt="4">
        <dgm:presLayoutVars>
          <dgm:bulletEnabled val="1"/>
        </dgm:presLayoutVars>
      </dgm:prSet>
      <dgm:spPr/>
      <dgm:t>
        <a:bodyPr/>
        <a:lstStyle/>
        <a:p>
          <a:endParaRPr lang="es-ES"/>
        </a:p>
      </dgm:t>
    </dgm:pt>
    <dgm:pt modelId="{22D67800-FD59-4F62-AE20-76D184B0BA1C}" type="pres">
      <dgm:prSet presAssocID="{222F58F2-305A-454F-BFD4-6213E903BD69}" presName="sibTrans" presStyleLbl="sibTrans2D1" presStyleIdx="0" presStyleCnt="3"/>
      <dgm:spPr/>
      <dgm:t>
        <a:bodyPr/>
        <a:lstStyle/>
        <a:p>
          <a:endParaRPr lang="es-ES"/>
        </a:p>
      </dgm:t>
    </dgm:pt>
    <dgm:pt modelId="{DBABAF13-FE52-4985-ACCD-908728EE0608}" type="pres">
      <dgm:prSet presAssocID="{222F58F2-305A-454F-BFD4-6213E903BD69}" presName="connectorText" presStyleLbl="sibTrans2D1" presStyleIdx="0" presStyleCnt="3"/>
      <dgm:spPr/>
      <dgm:t>
        <a:bodyPr/>
        <a:lstStyle/>
        <a:p>
          <a:endParaRPr lang="es-ES"/>
        </a:p>
      </dgm:t>
    </dgm:pt>
    <dgm:pt modelId="{F6422936-22B5-4046-B807-664886D2D875}" type="pres">
      <dgm:prSet presAssocID="{8F9769FF-23AA-4362-A760-CD6731C7080D}" presName="node" presStyleLbl="node1" presStyleIdx="1" presStyleCnt="4">
        <dgm:presLayoutVars>
          <dgm:bulletEnabled val="1"/>
        </dgm:presLayoutVars>
      </dgm:prSet>
      <dgm:spPr/>
      <dgm:t>
        <a:bodyPr/>
        <a:lstStyle/>
        <a:p>
          <a:endParaRPr lang="es-ES"/>
        </a:p>
      </dgm:t>
    </dgm:pt>
    <dgm:pt modelId="{D563892F-7DB1-4C81-923F-337766550097}" type="pres">
      <dgm:prSet presAssocID="{149A653D-B47B-4F62-9613-3106A2DE8FD9}" presName="sibTrans" presStyleLbl="sibTrans2D1" presStyleIdx="1" presStyleCnt="3"/>
      <dgm:spPr/>
      <dgm:t>
        <a:bodyPr/>
        <a:lstStyle/>
        <a:p>
          <a:endParaRPr lang="es-ES"/>
        </a:p>
      </dgm:t>
    </dgm:pt>
    <dgm:pt modelId="{61AF5528-B295-4122-B942-F35BDDA59FA4}" type="pres">
      <dgm:prSet presAssocID="{149A653D-B47B-4F62-9613-3106A2DE8FD9}" presName="connectorText" presStyleLbl="sibTrans2D1" presStyleIdx="1" presStyleCnt="3"/>
      <dgm:spPr/>
      <dgm:t>
        <a:bodyPr/>
        <a:lstStyle/>
        <a:p>
          <a:endParaRPr lang="es-ES"/>
        </a:p>
      </dgm:t>
    </dgm:pt>
    <dgm:pt modelId="{DAC5D564-615D-4A15-9C88-ECE241800660}" type="pres">
      <dgm:prSet presAssocID="{9DB59D96-B5D0-48B7-A30E-FFC15DA351D1}" presName="node" presStyleLbl="node1" presStyleIdx="2" presStyleCnt="4">
        <dgm:presLayoutVars>
          <dgm:bulletEnabled val="1"/>
        </dgm:presLayoutVars>
      </dgm:prSet>
      <dgm:spPr/>
      <dgm:t>
        <a:bodyPr/>
        <a:lstStyle/>
        <a:p>
          <a:endParaRPr lang="es-ES"/>
        </a:p>
      </dgm:t>
    </dgm:pt>
    <dgm:pt modelId="{E5DA1F81-E428-41B3-9568-EFE69C9AFB44}" type="pres">
      <dgm:prSet presAssocID="{7F6E3FD6-022B-4C69-B1F6-09F5E4FF657D}" presName="sibTrans" presStyleLbl="sibTrans2D1" presStyleIdx="2" presStyleCnt="3"/>
      <dgm:spPr/>
      <dgm:t>
        <a:bodyPr/>
        <a:lstStyle/>
        <a:p>
          <a:endParaRPr lang="es-ES"/>
        </a:p>
      </dgm:t>
    </dgm:pt>
    <dgm:pt modelId="{2753A6F9-2CDE-4713-A375-62D61576BE57}" type="pres">
      <dgm:prSet presAssocID="{7F6E3FD6-022B-4C69-B1F6-09F5E4FF657D}" presName="connectorText" presStyleLbl="sibTrans2D1" presStyleIdx="2" presStyleCnt="3"/>
      <dgm:spPr/>
      <dgm:t>
        <a:bodyPr/>
        <a:lstStyle/>
        <a:p>
          <a:endParaRPr lang="es-ES"/>
        </a:p>
      </dgm:t>
    </dgm:pt>
    <dgm:pt modelId="{3E942E8C-4556-4CD4-9E20-12146B580D97}" type="pres">
      <dgm:prSet presAssocID="{A1B549B9-39EE-49A0-B912-1004B7A7C867}" presName="node" presStyleLbl="node1" presStyleIdx="3" presStyleCnt="4">
        <dgm:presLayoutVars>
          <dgm:bulletEnabled val="1"/>
        </dgm:presLayoutVars>
      </dgm:prSet>
      <dgm:spPr/>
      <dgm:t>
        <a:bodyPr/>
        <a:lstStyle/>
        <a:p>
          <a:endParaRPr lang="es-ES"/>
        </a:p>
      </dgm:t>
    </dgm:pt>
  </dgm:ptLst>
  <dgm:cxnLst>
    <dgm:cxn modelId="{DB86C13A-38C3-46E3-A731-894D2888A328}" type="presOf" srcId="{222F58F2-305A-454F-BFD4-6213E903BD69}" destId="{22D67800-FD59-4F62-AE20-76D184B0BA1C}" srcOrd="0" destOrd="0" presId="urn:microsoft.com/office/officeart/2005/8/layout/process2"/>
    <dgm:cxn modelId="{0EB3D933-649B-405F-AB75-D5F23C34E0FB}" srcId="{E658C07C-31A7-44C6-959B-13B408E07617}" destId="{A1B549B9-39EE-49A0-B912-1004B7A7C867}" srcOrd="3" destOrd="0" parTransId="{7952092D-9B7B-43E0-9F76-B673761A308B}" sibTransId="{9C23CAB2-6C42-40DB-992A-9CDD3330E842}"/>
    <dgm:cxn modelId="{F8054582-86C4-49D1-A3F4-40E71606AB20}" srcId="{E658C07C-31A7-44C6-959B-13B408E07617}" destId="{8F9769FF-23AA-4362-A760-CD6731C7080D}" srcOrd="1" destOrd="0" parTransId="{602B43D8-DB09-4BEF-846D-4B98D9BEC269}" sibTransId="{149A653D-B47B-4F62-9613-3106A2DE8FD9}"/>
    <dgm:cxn modelId="{316F2F5E-372D-4AA7-85C5-34B64410D4C3}" type="presOf" srcId="{A1B549B9-39EE-49A0-B912-1004B7A7C867}" destId="{3E942E8C-4556-4CD4-9E20-12146B580D97}" srcOrd="0" destOrd="0" presId="urn:microsoft.com/office/officeart/2005/8/layout/process2"/>
    <dgm:cxn modelId="{4DF54F43-DF94-4FFD-B39F-C0B6BE2C81C8}" type="presOf" srcId="{7F6E3FD6-022B-4C69-B1F6-09F5E4FF657D}" destId="{E5DA1F81-E428-41B3-9568-EFE69C9AFB44}" srcOrd="0" destOrd="0" presId="urn:microsoft.com/office/officeart/2005/8/layout/process2"/>
    <dgm:cxn modelId="{77ADE0D3-F64B-4BFC-9CD0-B5C30D24820A}" type="presOf" srcId="{149A653D-B47B-4F62-9613-3106A2DE8FD9}" destId="{D563892F-7DB1-4C81-923F-337766550097}" srcOrd="0" destOrd="0" presId="urn:microsoft.com/office/officeart/2005/8/layout/process2"/>
    <dgm:cxn modelId="{F67A9EE4-0CE6-42EF-BF4A-C04BA3C067E5}" type="presOf" srcId="{8F9769FF-23AA-4362-A760-CD6731C7080D}" destId="{F6422936-22B5-4046-B807-664886D2D875}" srcOrd="0" destOrd="0" presId="urn:microsoft.com/office/officeart/2005/8/layout/process2"/>
    <dgm:cxn modelId="{52F94AB2-6454-457B-B0C2-9552FDD8310F}" type="presOf" srcId="{9DB59D96-B5D0-48B7-A30E-FFC15DA351D1}" destId="{DAC5D564-615D-4A15-9C88-ECE241800660}" srcOrd="0" destOrd="0" presId="urn:microsoft.com/office/officeart/2005/8/layout/process2"/>
    <dgm:cxn modelId="{6123F19F-5EDC-4E36-B2B3-60AC931F6BB2}" type="presOf" srcId="{222F58F2-305A-454F-BFD4-6213E903BD69}" destId="{DBABAF13-FE52-4985-ACCD-908728EE0608}" srcOrd="1" destOrd="0" presId="urn:microsoft.com/office/officeart/2005/8/layout/process2"/>
    <dgm:cxn modelId="{BCD9AB69-46D7-4256-B514-62E2B3B41368}" srcId="{E658C07C-31A7-44C6-959B-13B408E07617}" destId="{9DB59D96-B5D0-48B7-A30E-FFC15DA351D1}" srcOrd="2" destOrd="0" parTransId="{C6A74766-A925-44C5-BF9A-56A5EA547F9B}" sibTransId="{7F6E3FD6-022B-4C69-B1F6-09F5E4FF657D}"/>
    <dgm:cxn modelId="{06CF2E1E-8759-42D4-A675-3F5F9B491202}" type="presOf" srcId="{149A653D-B47B-4F62-9613-3106A2DE8FD9}" destId="{61AF5528-B295-4122-B942-F35BDDA59FA4}" srcOrd="1" destOrd="0" presId="urn:microsoft.com/office/officeart/2005/8/layout/process2"/>
    <dgm:cxn modelId="{C8670E55-B464-4C1D-BD23-B72B4D93CBD4}" type="presOf" srcId="{E658C07C-31A7-44C6-959B-13B408E07617}" destId="{9288F508-39F3-49BD-B6A3-9CEAE2743AD4}" srcOrd="0" destOrd="0" presId="urn:microsoft.com/office/officeart/2005/8/layout/process2"/>
    <dgm:cxn modelId="{09730F11-63B9-4017-A260-DCA7B1C20A74}" type="presOf" srcId="{7F6E3FD6-022B-4C69-B1F6-09F5E4FF657D}" destId="{2753A6F9-2CDE-4713-A375-62D61576BE57}" srcOrd="1" destOrd="0" presId="urn:microsoft.com/office/officeart/2005/8/layout/process2"/>
    <dgm:cxn modelId="{6F028FFC-2A9D-46D3-89F3-8EFC82D934C9}" type="presOf" srcId="{8946CEC4-1325-4CAA-9240-92541D81946F}" destId="{9EAEC2F2-927D-4082-8814-406EEA4FD25D}" srcOrd="0" destOrd="0" presId="urn:microsoft.com/office/officeart/2005/8/layout/process2"/>
    <dgm:cxn modelId="{DB3C4A95-ADD6-4D6E-B470-18451C36E04A}" srcId="{E658C07C-31A7-44C6-959B-13B408E07617}" destId="{8946CEC4-1325-4CAA-9240-92541D81946F}" srcOrd="0" destOrd="0" parTransId="{E7D879F3-041F-43E0-A25F-821749AB18D7}" sibTransId="{222F58F2-305A-454F-BFD4-6213E903BD69}"/>
    <dgm:cxn modelId="{A3CC1D86-E247-431B-90C7-891FEFBB2392}" type="presParOf" srcId="{9288F508-39F3-49BD-B6A3-9CEAE2743AD4}" destId="{9EAEC2F2-927D-4082-8814-406EEA4FD25D}" srcOrd="0" destOrd="0" presId="urn:microsoft.com/office/officeart/2005/8/layout/process2"/>
    <dgm:cxn modelId="{F0772F21-40FD-4085-80A7-EA7F7255221F}" type="presParOf" srcId="{9288F508-39F3-49BD-B6A3-9CEAE2743AD4}" destId="{22D67800-FD59-4F62-AE20-76D184B0BA1C}" srcOrd="1" destOrd="0" presId="urn:microsoft.com/office/officeart/2005/8/layout/process2"/>
    <dgm:cxn modelId="{498CE3FE-386F-45F8-93F7-1616DE19DFEE}" type="presParOf" srcId="{22D67800-FD59-4F62-AE20-76D184B0BA1C}" destId="{DBABAF13-FE52-4985-ACCD-908728EE0608}" srcOrd="0" destOrd="0" presId="urn:microsoft.com/office/officeart/2005/8/layout/process2"/>
    <dgm:cxn modelId="{1781695A-B6B1-4CA1-A50E-24CE0A67676C}" type="presParOf" srcId="{9288F508-39F3-49BD-B6A3-9CEAE2743AD4}" destId="{F6422936-22B5-4046-B807-664886D2D875}" srcOrd="2" destOrd="0" presId="urn:microsoft.com/office/officeart/2005/8/layout/process2"/>
    <dgm:cxn modelId="{380BBF44-834F-4DF1-973B-1C7E31309F4A}" type="presParOf" srcId="{9288F508-39F3-49BD-B6A3-9CEAE2743AD4}" destId="{D563892F-7DB1-4C81-923F-337766550097}" srcOrd="3" destOrd="0" presId="urn:microsoft.com/office/officeart/2005/8/layout/process2"/>
    <dgm:cxn modelId="{75044457-26F1-4114-B313-DCFA8003BD6E}" type="presParOf" srcId="{D563892F-7DB1-4C81-923F-337766550097}" destId="{61AF5528-B295-4122-B942-F35BDDA59FA4}" srcOrd="0" destOrd="0" presId="urn:microsoft.com/office/officeart/2005/8/layout/process2"/>
    <dgm:cxn modelId="{D0FF4DA7-1623-4EBF-866C-B3D2A8556E27}" type="presParOf" srcId="{9288F508-39F3-49BD-B6A3-9CEAE2743AD4}" destId="{DAC5D564-615D-4A15-9C88-ECE241800660}" srcOrd="4" destOrd="0" presId="urn:microsoft.com/office/officeart/2005/8/layout/process2"/>
    <dgm:cxn modelId="{856D56F4-DDCF-44EA-A4EB-A16C9D1CE139}" type="presParOf" srcId="{9288F508-39F3-49BD-B6A3-9CEAE2743AD4}" destId="{E5DA1F81-E428-41B3-9568-EFE69C9AFB44}" srcOrd="5" destOrd="0" presId="urn:microsoft.com/office/officeart/2005/8/layout/process2"/>
    <dgm:cxn modelId="{EA2E16C6-CEED-47F5-AE29-D1CA14F81983}" type="presParOf" srcId="{E5DA1F81-E428-41B3-9568-EFE69C9AFB44}" destId="{2753A6F9-2CDE-4713-A375-62D61576BE57}" srcOrd="0" destOrd="0" presId="urn:microsoft.com/office/officeart/2005/8/layout/process2"/>
    <dgm:cxn modelId="{F19E534A-B84E-4F7C-A65E-BB24E6E8E30E}" type="presParOf" srcId="{9288F508-39F3-49BD-B6A3-9CEAE2743AD4}" destId="{3E942E8C-4556-4CD4-9E20-12146B580D97}"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58C07C-31A7-44C6-959B-13B408E07617}" type="doc">
      <dgm:prSet loTypeId="urn:microsoft.com/office/officeart/2005/8/layout/process2" loCatId="process" qsTypeId="urn:microsoft.com/office/officeart/2005/8/quickstyle/simple1" qsCatId="simple" csTypeId="urn:microsoft.com/office/officeart/2005/8/colors/accent1_2" csCatId="accent1" phldr="1"/>
      <dgm:spPr/>
    </dgm:pt>
    <dgm:pt modelId="{8946CEC4-1325-4CAA-9240-92541D81946F}">
      <dgm:prSet phldrT="[Texto]" custT="1"/>
      <dgm:spPr>
        <a:solidFill>
          <a:schemeClr val="accent4">
            <a:lumMod val="40000"/>
            <a:lumOff val="60000"/>
          </a:schemeClr>
        </a:solidFill>
      </dgm:spPr>
      <dgm:t>
        <a:bodyPr/>
        <a:lstStyle/>
        <a:p>
          <a:pPr algn="l"/>
          <a:r>
            <a:rPr lang="es-PE" sz="1500" dirty="0">
              <a:solidFill>
                <a:schemeClr val="tx1"/>
              </a:solidFill>
            </a:rPr>
            <a:t>1. Entender el contexto y estrategia de la empresa.</a:t>
          </a:r>
        </a:p>
      </dgm:t>
    </dgm:pt>
    <dgm:pt modelId="{E7D879F3-041F-43E0-A25F-821749AB18D7}" type="parTrans" cxnId="{DB3C4A95-ADD6-4D6E-B470-18451C36E04A}">
      <dgm:prSet/>
      <dgm:spPr/>
      <dgm:t>
        <a:bodyPr/>
        <a:lstStyle/>
        <a:p>
          <a:endParaRPr lang="es-PE"/>
        </a:p>
      </dgm:t>
    </dgm:pt>
    <dgm:pt modelId="{222F58F2-305A-454F-BFD4-6213E903BD69}" type="sibTrans" cxnId="{DB3C4A95-ADD6-4D6E-B470-18451C36E04A}">
      <dgm:prSet/>
      <dgm:spPr/>
      <dgm:t>
        <a:bodyPr/>
        <a:lstStyle/>
        <a:p>
          <a:endParaRPr lang="es-PE"/>
        </a:p>
      </dgm:t>
    </dgm:pt>
    <dgm:pt modelId="{8F9769FF-23AA-4362-A760-CD6731C7080D}">
      <dgm:prSet phldrT="[Texto]" custT="1"/>
      <dgm:spPr>
        <a:solidFill>
          <a:schemeClr val="accent4">
            <a:lumMod val="75000"/>
          </a:schemeClr>
        </a:solidFill>
      </dgm:spPr>
      <dgm:t>
        <a:bodyPr/>
        <a:lstStyle/>
        <a:p>
          <a:pPr algn="l"/>
          <a:r>
            <a:rPr lang="es-PE" sz="1500" dirty="0"/>
            <a:t>2. Determinar el alcance inicial del sistema de gobierno.</a:t>
          </a:r>
        </a:p>
      </dgm:t>
    </dgm:pt>
    <dgm:pt modelId="{602B43D8-DB09-4BEF-846D-4B98D9BEC269}" type="parTrans" cxnId="{F8054582-86C4-49D1-A3F4-40E71606AB20}">
      <dgm:prSet/>
      <dgm:spPr/>
      <dgm:t>
        <a:bodyPr/>
        <a:lstStyle/>
        <a:p>
          <a:endParaRPr lang="es-PE"/>
        </a:p>
      </dgm:t>
    </dgm:pt>
    <dgm:pt modelId="{149A653D-B47B-4F62-9613-3106A2DE8FD9}" type="sibTrans" cxnId="{F8054582-86C4-49D1-A3F4-40E71606AB20}">
      <dgm:prSet/>
      <dgm:spPr/>
      <dgm:t>
        <a:bodyPr/>
        <a:lstStyle/>
        <a:p>
          <a:endParaRPr lang="es-PE"/>
        </a:p>
      </dgm:t>
    </dgm:pt>
    <dgm:pt modelId="{A1B549B9-39EE-49A0-B912-1004B7A7C867}">
      <dgm:prSet phldrT="[Texto]" custT="1"/>
      <dgm:spPr>
        <a:solidFill>
          <a:schemeClr val="tx2">
            <a:lumMod val="50000"/>
          </a:schemeClr>
        </a:solidFill>
      </dgm:spPr>
      <dgm:t>
        <a:bodyPr/>
        <a:lstStyle/>
        <a:p>
          <a:pPr algn="l"/>
          <a:r>
            <a:rPr lang="es-PE" sz="1500" dirty="0"/>
            <a:t>4. Finalizar el diseño del sistema de gobierno</a:t>
          </a:r>
        </a:p>
      </dgm:t>
    </dgm:pt>
    <dgm:pt modelId="{7952092D-9B7B-43E0-9F76-B673761A308B}" type="parTrans" cxnId="{0EB3D933-649B-405F-AB75-D5F23C34E0FB}">
      <dgm:prSet/>
      <dgm:spPr/>
      <dgm:t>
        <a:bodyPr/>
        <a:lstStyle/>
        <a:p>
          <a:endParaRPr lang="es-PE"/>
        </a:p>
      </dgm:t>
    </dgm:pt>
    <dgm:pt modelId="{9C23CAB2-6C42-40DB-992A-9CDD3330E842}" type="sibTrans" cxnId="{0EB3D933-649B-405F-AB75-D5F23C34E0FB}">
      <dgm:prSet/>
      <dgm:spPr/>
      <dgm:t>
        <a:bodyPr/>
        <a:lstStyle/>
        <a:p>
          <a:endParaRPr lang="es-PE"/>
        </a:p>
      </dgm:t>
    </dgm:pt>
    <dgm:pt modelId="{9DB59D96-B5D0-48B7-A30E-FFC15DA351D1}">
      <dgm:prSet phldrT="[Texto]" custT="1"/>
      <dgm:spPr>
        <a:solidFill>
          <a:schemeClr val="tx1">
            <a:lumMod val="75000"/>
            <a:lumOff val="25000"/>
          </a:schemeClr>
        </a:solidFill>
      </dgm:spPr>
      <dgm:t>
        <a:bodyPr/>
        <a:lstStyle/>
        <a:p>
          <a:pPr algn="l"/>
          <a:r>
            <a:rPr lang="es-PE" sz="1500" dirty="0"/>
            <a:t>3. Perfeccionar el alcance del sistema de gobierno.</a:t>
          </a:r>
        </a:p>
      </dgm:t>
    </dgm:pt>
    <dgm:pt modelId="{C6A74766-A925-44C5-BF9A-56A5EA547F9B}" type="parTrans" cxnId="{BCD9AB69-46D7-4256-B514-62E2B3B41368}">
      <dgm:prSet/>
      <dgm:spPr/>
      <dgm:t>
        <a:bodyPr/>
        <a:lstStyle/>
        <a:p>
          <a:endParaRPr lang="es-PE"/>
        </a:p>
      </dgm:t>
    </dgm:pt>
    <dgm:pt modelId="{7F6E3FD6-022B-4C69-B1F6-09F5E4FF657D}" type="sibTrans" cxnId="{BCD9AB69-46D7-4256-B514-62E2B3B41368}">
      <dgm:prSet/>
      <dgm:spPr/>
      <dgm:t>
        <a:bodyPr/>
        <a:lstStyle/>
        <a:p>
          <a:endParaRPr lang="es-PE"/>
        </a:p>
      </dgm:t>
    </dgm:pt>
    <dgm:pt modelId="{9288F508-39F3-49BD-B6A3-9CEAE2743AD4}" type="pres">
      <dgm:prSet presAssocID="{E658C07C-31A7-44C6-959B-13B408E07617}" presName="linearFlow" presStyleCnt="0">
        <dgm:presLayoutVars>
          <dgm:resizeHandles val="exact"/>
        </dgm:presLayoutVars>
      </dgm:prSet>
      <dgm:spPr/>
    </dgm:pt>
    <dgm:pt modelId="{9EAEC2F2-927D-4082-8814-406EEA4FD25D}" type="pres">
      <dgm:prSet presAssocID="{8946CEC4-1325-4CAA-9240-92541D81946F}" presName="node" presStyleLbl="node1" presStyleIdx="0" presStyleCnt="4">
        <dgm:presLayoutVars>
          <dgm:bulletEnabled val="1"/>
        </dgm:presLayoutVars>
      </dgm:prSet>
      <dgm:spPr/>
      <dgm:t>
        <a:bodyPr/>
        <a:lstStyle/>
        <a:p>
          <a:endParaRPr lang="es-ES"/>
        </a:p>
      </dgm:t>
    </dgm:pt>
    <dgm:pt modelId="{22D67800-FD59-4F62-AE20-76D184B0BA1C}" type="pres">
      <dgm:prSet presAssocID="{222F58F2-305A-454F-BFD4-6213E903BD69}" presName="sibTrans" presStyleLbl="sibTrans2D1" presStyleIdx="0" presStyleCnt="3"/>
      <dgm:spPr/>
      <dgm:t>
        <a:bodyPr/>
        <a:lstStyle/>
        <a:p>
          <a:endParaRPr lang="es-ES"/>
        </a:p>
      </dgm:t>
    </dgm:pt>
    <dgm:pt modelId="{DBABAF13-FE52-4985-ACCD-908728EE0608}" type="pres">
      <dgm:prSet presAssocID="{222F58F2-305A-454F-BFD4-6213E903BD69}" presName="connectorText" presStyleLbl="sibTrans2D1" presStyleIdx="0" presStyleCnt="3"/>
      <dgm:spPr/>
      <dgm:t>
        <a:bodyPr/>
        <a:lstStyle/>
        <a:p>
          <a:endParaRPr lang="es-ES"/>
        </a:p>
      </dgm:t>
    </dgm:pt>
    <dgm:pt modelId="{F6422936-22B5-4046-B807-664886D2D875}" type="pres">
      <dgm:prSet presAssocID="{8F9769FF-23AA-4362-A760-CD6731C7080D}" presName="node" presStyleLbl="node1" presStyleIdx="1" presStyleCnt="4">
        <dgm:presLayoutVars>
          <dgm:bulletEnabled val="1"/>
        </dgm:presLayoutVars>
      </dgm:prSet>
      <dgm:spPr/>
      <dgm:t>
        <a:bodyPr/>
        <a:lstStyle/>
        <a:p>
          <a:endParaRPr lang="es-ES"/>
        </a:p>
      </dgm:t>
    </dgm:pt>
    <dgm:pt modelId="{D563892F-7DB1-4C81-923F-337766550097}" type="pres">
      <dgm:prSet presAssocID="{149A653D-B47B-4F62-9613-3106A2DE8FD9}" presName="sibTrans" presStyleLbl="sibTrans2D1" presStyleIdx="1" presStyleCnt="3"/>
      <dgm:spPr/>
      <dgm:t>
        <a:bodyPr/>
        <a:lstStyle/>
        <a:p>
          <a:endParaRPr lang="es-ES"/>
        </a:p>
      </dgm:t>
    </dgm:pt>
    <dgm:pt modelId="{61AF5528-B295-4122-B942-F35BDDA59FA4}" type="pres">
      <dgm:prSet presAssocID="{149A653D-B47B-4F62-9613-3106A2DE8FD9}" presName="connectorText" presStyleLbl="sibTrans2D1" presStyleIdx="1" presStyleCnt="3"/>
      <dgm:spPr/>
      <dgm:t>
        <a:bodyPr/>
        <a:lstStyle/>
        <a:p>
          <a:endParaRPr lang="es-ES"/>
        </a:p>
      </dgm:t>
    </dgm:pt>
    <dgm:pt modelId="{DAC5D564-615D-4A15-9C88-ECE241800660}" type="pres">
      <dgm:prSet presAssocID="{9DB59D96-B5D0-48B7-A30E-FFC15DA351D1}" presName="node" presStyleLbl="node1" presStyleIdx="2" presStyleCnt="4">
        <dgm:presLayoutVars>
          <dgm:bulletEnabled val="1"/>
        </dgm:presLayoutVars>
      </dgm:prSet>
      <dgm:spPr/>
      <dgm:t>
        <a:bodyPr/>
        <a:lstStyle/>
        <a:p>
          <a:endParaRPr lang="es-ES"/>
        </a:p>
      </dgm:t>
    </dgm:pt>
    <dgm:pt modelId="{E5DA1F81-E428-41B3-9568-EFE69C9AFB44}" type="pres">
      <dgm:prSet presAssocID="{7F6E3FD6-022B-4C69-B1F6-09F5E4FF657D}" presName="sibTrans" presStyleLbl="sibTrans2D1" presStyleIdx="2" presStyleCnt="3"/>
      <dgm:spPr/>
      <dgm:t>
        <a:bodyPr/>
        <a:lstStyle/>
        <a:p>
          <a:endParaRPr lang="es-ES"/>
        </a:p>
      </dgm:t>
    </dgm:pt>
    <dgm:pt modelId="{2753A6F9-2CDE-4713-A375-62D61576BE57}" type="pres">
      <dgm:prSet presAssocID="{7F6E3FD6-022B-4C69-B1F6-09F5E4FF657D}" presName="connectorText" presStyleLbl="sibTrans2D1" presStyleIdx="2" presStyleCnt="3"/>
      <dgm:spPr/>
      <dgm:t>
        <a:bodyPr/>
        <a:lstStyle/>
        <a:p>
          <a:endParaRPr lang="es-ES"/>
        </a:p>
      </dgm:t>
    </dgm:pt>
    <dgm:pt modelId="{3E942E8C-4556-4CD4-9E20-12146B580D97}" type="pres">
      <dgm:prSet presAssocID="{A1B549B9-39EE-49A0-B912-1004B7A7C867}" presName="node" presStyleLbl="node1" presStyleIdx="3" presStyleCnt="4">
        <dgm:presLayoutVars>
          <dgm:bulletEnabled val="1"/>
        </dgm:presLayoutVars>
      </dgm:prSet>
      <dgm:spPr/>
      <dgm:t>
        <a:bodyPr/>
        <a:lstStyle/>
        <a:p>
          <a:endParaRPr lang="es-ES"/>
        </a:p>
      </dgm:t>
    </dgm:pt>
  </dgm:ptLst>
  <dgm:cxnLst>
    <dgm:cxn modelId="{DB86C13A-38C3-46E3-A731-894D2888A328}" type="presOf" srcId="{222F58F2-305A-454F-BFD4-6213E903BD69}" destId="{22D67800-FD59-4F62-AE20-76D184B0BA1C}" srcOrd="0" destOrd="0" presId="urn:microsoft.com/office/officeart/2005/8/layout/process2"/>
    <dgm:cxn modelId="{0EB3D933-649B-405F-AB75-D5F23C34E0FB}" srcId="{E658C07C-31A7-44C6-959B-13B408E07617}" destId="{A1B549B9-39EE-49A0-B912-1004B7A7C867}" srcOrd="3" destOrd="0" parTransId="{7952092D-9B7B-43E0-9F76-B673761A308B}" sibTransId="{9C23CAB2-6C42-40DB-992A-9CDD3330E842}"/>
    <dgm:cxn modelId="{F8054582-86C4-49D1-A3F4-40E71606AB20}" srcId="{E658C07C-31A7-44C6-959B-13B408E07617}" destId="{8F9769FF-23AA-4362-A760-CD6731C7080D}" srcOrd="1" destOrd="0" parTransId="{602B43D8-DB09-4BEF-846D-4B98D9BEC269}" sibTransId="{149A653D-B47B-4F62-9613-3106A2DE8FD9}"/>
    <dgm:cxn modelId="{316F2F5E-372D-4AA7-85C5-34B64410D4C3}" type="presOf" srcId="{A1B549B9-39EE-49A0-B912-1004B7A7C867}" destId="{3E942E8C-4556-4CD4-9E20-12146B580D97}" srcOrd="0" destOrd="0" presId="urn:microsoft.com/office/officeart/2005/8/layout/process2"/>
    <dgm:cxn modelId="{4DF54F43-DF94-4FFD-B39F-C0B6BE2C81C8}" type="presOf" srcId="{7F6E3FD6-022B-4C69-B1F6-09F5E4FF657D}" destId="{E5DA1F81-E428-41B3-9568-EFE69C9AFB44}" srcOrd="0" destOrd="0" presId="urn:microsoft.com/office/officeart/2005/8/layout/process2"/>
    <dgm:cxn modelId="{77ADE0D3-F64B-4BFC-9CD0-B5C30D24820A}" type="presOf" srcId="{149A653D-B47B-4F62-9613-3106A2DE8FD9}" destId="{D563892F-7DB1-4C81-923F-337766550097}" srcOrd="0" destOrd="0" presId="urn:microsoft.com/office/officeart/2005/8/layout/process2"/>
    <dgm:cxn modelId="{F67A9EE4-0CE6-42EF-BF4A-C04BA3C067E5}" type="presOf" srcId="{8F9769FF-23AA-4362-A760-CD6731C7080D}" destId="{F6422936-22B5-4046-B807-664886D2D875}" srcOrd="0" destOrd="0" presId="urn:microsoft.com/office/officeart/2005/8/layout/process2"/>
    <dgm:cxn modelId="{52F94AB2-6454-457B-B0C2-9552FDD8310F}" type="presOf" srcId="{9DB59D96-B5D0-48B7-A30E-FFC15DA351D1}" destId="{DAC5D564-615D-4A15-9C88-ECE241800660}" srcOrd="0" destOrd="0" presId="urn:microsoft.com/office/officeart/2005/8/layout/process2"/>
    <dgm:cxn modelId="{6123F19F-5EDC-4E36-B2B3-60AC931F6BB2}" type="presOf" srcId="{222F58F2-305A-454F-BFD4-6213E903BD69}" destId="{DBABAF13-FE52-4985-ACCD-908728EE0608}" srcOrd="1" destOrd="0" presId="urn:microsoft.com/office/officeart/2005/8/layout/process2"/>
    <dgm:cxn modelId="{BCD9AB69-46D7-4256-B514-62E2B3B41368}" srcId="{E658C07C-31A7-44C6-959B-13B408E07617}" destId="{9DB59D96-B5D0-48B7-A30E-FFC15DA351D1}" srcOrd="2" destOrd="0" parTransId="{C6A74766-A925-44C5-BF9A-56A5EA547F9B}" sibTransId="{7F6E3FD6-022B-4C69-B1F6-09F5E4FF657D}"/>
    <dgm:cxn modelId="{06CF2E1E-8759-42D4-A675-3F5F9B491202}" type="presOf" srcId="{149A653D-B47B-4F62-9613-3106A2DE8FD9}" destId="{61AF5528-B295-4122-B942-F35BDDA59FA4}" srcOrd="1" destOrd="0" presId="urn:microsoft.com/office/officeart/2005/8/layout/process2"/>
    <dgm:cxn modelId="{C8670E55-B464-4C1D-BD23-B72B4D93CBD4}" type="presOf" srcId="{E658C07C-31A7-44C6-959B-13B408E07617}" destId="{9288F508-39F3-49BD-B6A3-9CEAE2743AD4}" srcOrd="0" destOrd="0" presId="urn:microsoft.com/office/officeart/2005/8/layout/process2"/>
    <dgm:cxn modelId="{09730F11-63B9-4017-A260-DCA7B1C20A74}" type="presOf" srcId="{7F6E3FD6-022B-4C69-B1F6-09F5E4FF657D}" destId="{2753A6F9-2CDE-4713-A375-62D61576BE57}" srcOrd="1" destOrd="0" presId="urn:microsoft.com/office/officeart/2005/8/layout/process2"/>
    <dgm:cxn modelId="{6F028FFC-2A9D-46D3-89F3-8EFC82D934C9}" type="presOf" srcId="{8946CEC4-1325-4CAA-9240-92541D81946F}" destId="{9EAEC2F2-927D-4082-8814-406EEA4FD25D}" srcOrd="0" destOrd="0" presId="urn:microsoft.com/office/officeart/2005/8/layout/process2"/>
    <dgm:cxn modelId="{DB3C4A95-ADD6-4D6E-B470-18451C36E04A}" srcId="{E658C07C-31A7-44C6-959B-13B408E07617}" destId="{8946CEC4-1325-4CAA-9240-92541D81946F}" srcOrd="0" destOrd="0" parTransId="{E7D879F3-041F-43E0-A25F-821749AB18D7}" sibTransId="{222F58F2-305A-454F-BFD4-6213E903BD69}"/>
    <dgm:cxn modelId="{A3CC1D86-E247-431B-90C7-891FEFBB2392}" type="presParOf" srcId="{9288F508-39F3-49BD-B6A3-9CEAE2743AD4}" destId="{9EAEC2F2-927D-4082-8814-406EEA4FD25D}" srcOrd="0" destOrd="0" presId="urn:microsoft.com/office/officeart/2005/8/layout/process2"/>
    <dgm:cxn modelId="{F0772F21-40FD-4085-80A7-EA7F7255221F}" type="presParOf" srcId="{9288F508-39F3-49BD-B6A3-9CEAE2743AD4}" destId="{22D67800-FD59-4F62-AE20-76D184B0BA1C}" srcOrd="1" destOrd="0" presId="urn:microsoft.com/office/officeart/2005/8/layout/process2"/>
    <dgm:cxn modelId="{498CE3FE-386F-45F8-93F7-1616DE19DFEE}" type="presParOf" srcId="{22D67800-FD59-4F62-AE20-76D184B0BA1C}" destId="{DBABAF13-FE52-4985-ACCD-908728EE0608}" srcOrd="0" destOrd="0" presId="urn:microsoft.com/office/officeart/2005/8/layout/process2"/>
    <dgm:cxn modelId="{1781695A-B6B1-4CA1-A50E-24CE0A67676C}" type="presParOf" srcId="{9288F508-39F3-49BD-B6A3-9CEAE2743AD4}" destId="{F6422936-22B5-4046-B807-664886D2D875}" srcOrd="2" destOrd="0" presId="urn:microsoft.com/office/officeart/2005/8/layout/process2"/>
    <dgm:cxn modelId="{380BBF44-834F-4DF1-973B-1C7E31309F4A}" type="presParOf" srcId="{9288F508-39F3-49BD-B6A3-9CEAE2743AD4}" destId="{D563892F-7DB1-4C81-923F-337766550097}" srcOrd="3" destOrd="0" presId="urn:microsoft.com/office/officeart/2005/8/layout/process2"/>
    <dgm:cxn modelId="{75044457-26F1-4114-B313-DCFA8003BD6E}" type="presParOf" srcId="{D563892F-7DB1-4C81-923F-337766550097}" destId="{61AF5528-B295-4122-B942-F35BDDA59FA4}" srcOrd="0" destOrd="0" presId="urn:microsoft.com/office/officeart/2005/8/layout/process2"/>
    <dgm:cxn modelId="{D0FF4DA7-1623-4EBF-866C-B3D2A8556E27}" type="presParOf" srcId="{9288F508-39F3-49BD-B6A3-9CEAE2743AD4}" destId="{DAC5D564-615D-4A15-9C88-ECE241800660}" srcOrd="4" destOrd="0" presId="urn:microsoft.com/office/officeart/2005/8/layout/process2"/>
    <dgm:cxn modelId="{856D56F4-DDCF-44EA-A4EB-A16C9D1CE139}" type="presParOf" srcId="{9288F508-39F3-49BD-B6A3-9CEAE2743AD4}" destId="{E5DA1F81-E428-41B3-9568-EFE69C9AFB44}" srcOrd="5" destOrd="0" presId="urn:microsoft.com/office/officeart/2005/8/layout/process2"/>
    <dgm:cxn modelId="{EA2E16C6-CEED-47F5-AE29-D1CA14F81983}" type="presParOf" srcId="{E5DA1F81-E428-41B3-9568-EFE69C9AFB44}" destId="{2753A6F9-2CDE-4713-A375-62D61576BE57}" srcOrd="0" destOrd="0" presId="urn:microsoft.com/office/officeart/2005/8/layout/process2"/>
    <dgm:cxn modelId="{F19E534A-B84E-4F7C-A65E-BB24E6E8E30E}" type="presParOf" srcId="{9288F508-39F3-49BD-B6A3-9CEAE2743AD4}" destId="{3E942E8C-4556-4CD4-9E20-12146B580D97}"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58C07C-31A7-44C6-959B-13B408E07617}" type="doc">
      <dgm:prSet loTypeId="urn:microsoft.com/office/officeart/2005/8/layout/process2" loCatId="process" qsTypeId="urn:microsoft.com/office/officeart/2005/8/quickstyle/simple1" qsCatId="simple" csTypeId="urn:microsoft.com/office/officeart/2005/8/colors/accent1_2" csCatId="accent1" phldr="1"/>
      <dgm:spPr/>
    </dgm:pt>
    <dgm:pt modelId="{8946CEC4-1325-4CAA-9240-92541D81946F}">
      <dgm:prSet phldrT="[Texto]" custT="1"/>
      <dgm:spPr>
        <a:solidFill>
          <a:schemeClr val="accent4">
            <a:lumMod val="40000"/>
            <a:lumOff val="60000"/>
          </a:schemeClr>
        </a:solidFill>
      </dgm:spPr>
      <dgm:t>
        <a:bodyPr/>
        <a:lstStyle/>
        <a:p>
          <a:pPr algn="l"/>
          <a:r>
            <a:rPr lang="es-PE" sz="1500" dirty="0">
              <a:solidFill>
                <a:schemeClr val="tx1"/>
              </a:solidFill>
            </a:rPr>
            <a:t>1. Entender el contexto y estrategia de la empresa.</a:t>
          </a:r>
        </a:p>
      </dgm:t>
    </dgm:pt>
    <dgm:pt modelId="{E7D879F3-041F-43E0-A25F-821749AB18D7}" type="parTrans" cxnId="{DB3C4A95-ADD6-4D6E-B470-18451C36E04A}">
      <dgm:prSet/>
      <dgm:spPr/>
      <dgm:t>
        <a:bodyPr/>
        <a:lstStyle/>
        <a:p>
          <a:endParaRPr lang="es-PE"/>
        </a:p>
      </dgm:t>
    </dgm:pt>
    <dgm:pt modelId="{222F58F2-305A-454F-BFD4-6213E903BD69}" type="sibTrans" cxnId="{DB3C4A95-ADD6-4D6E-B470-18451C36E04A}">
      <dgm:prSet/>
      <dgm:spPr/>
      <dgm:t>
        <a:bodyPr/>
        <a:lstStyle/>
        <a:p>
          <a:endParaRPr lang="es-PE"/>
        </a:p>
      </dgm:t>
    </dgm:pt>
    <dgm:pt modelId="{8F9769FF-23AA-4362-A760-CD6731C7080D}">
      <dgm:prSet phldrT="[Texto]" custT="1"/>
      <dgm:spPr>
        <a:solidFill>
          <a:schemeClr val="accent4">
            <a:lumMod val="75000"/>
          </a:schemeClr>
        </a:solidFill>
      </dgm:spPr>
      <dgm:t>
        <a:bodyPr/>
        <a:lstStyle/>
        <a:p>
          <a:pPr algn="l"/>
          <a:r>
            <a:rPr lang="es-PE" sz="1500" dirty="0"/>
            <a:t>2. Determinar el alcance inicial del sistema de gobierno.</a:t>
          </a:r>
        </a:p>
      </dgm:t>
    </dgm:pt>
    <dgm:pt modelId="{602B43D8-DB09-4BEF-846D-4B98D9BEC269}" type="parTrans" cxnId="{F8054582-86C4-49D1-A3F4-40E71606AB20}">
      <dgm:prSet/>
      <dgm:spPr/>
      <dgm:t>
        <a:bodyPr/>
        <a:lstStyle/>
        <a:p>
          <a:endParaRPr lang="es-PE"/>
        </a:p>
      </dgm:t>
    </dgm:pt>
    <dgm:pt modelId="{149A653D-B47B-4F62-9613-3106A2DE8FD9}" type="sibTrans" cxnId="{F8054582-86C4-49D1-A3F4-40E71606AB20}">
      <dgm:prSet/>
      <dgm:spPr/>
      <dgm:t>
        <a:bodyPr/>
        <a:lstStyle/>
        <a:p>
          <a:endParaRPr lang="es-PE"/>
        </a:p>
      </dgm:t>
    </dgm:pt>
    <dgm:pt modelId="{A1B549B9-39EE-49A0-B912-1004B7A7C867}">
      <dgm:prSet phldrT="[Texto]" custT="1"/>
      <dgm:spPr>
        <a:solidFill>
          <a:schemeClr val="tx2">
            <a:lumMod val="50000"/>
          </a:schemeClr>
        </a:solidFill>
      </dgm:spPr>
      <dgm:t>
        <a:bodyPr/>
        <a:lstStyle/>
        <a:p>
          <a:pPr algn="l"/>
          <a:r>
            <a:rPr lang="es-PE" sz="1500" dirty="0"/>
            <a:t>4. Finalizar el diseño del sistema de gobierno</a:t>
          </a:r>
        </a:p>
      </dgm:t>
    </dgm:pt>
    <dgm:pt modelId="{7952092D-9B7B-43E0-9F76-B673761A308B}" type="parTrans" cxnId="{0EB3D933-649B-405F-AB75-D5F23C34E0FB}">
      <dgm:prSet/>
      <dgm:spPr/>
      <dgm:t>
        <a:bodyPr/>
        <a:lstStyle/>
        <a:p>
          <a:endParaRPr lang="es-PE"/>
        </a:p>
      </dgm:t>
    </dgm:pt>
    <dgm:pt modelId="{9C23CAB2-6C42-40DB-992A-9CDD3330E842}" type="sibTrans" cxnId="{0EB3D933-649B-405F-AB75-D5F23C34E0FB}">
      <dgm:prSet/>
      <dgm:spPr/>
      <dgm:t>
        <a:bodyPr/>
        <a:lstStyle/>
        <a:p>
          <a:endParaRPr lang="es-PE"/>
        </a:p>
      </dgm:t>
    </dgm:pt>
    <dgm:pt modelId="{9DB59D96-B5D0-48B7-A30E-FFC15DA351D1}">
      <dgm:prSet phldrT="[Texto]" custT="1"/>
      <dgm:spPr>
        <a:solidFill>
          <a:schemeClr val="tx1">
            <a:lumMod val="75000"/>
            <a:lumOff val="25000"/>
          </a:schemeClr>
        </a:solidFill>
      </dgm:spPr>
      <dgm:t>
        <a:bodyPr/>
        <a:lstStyle/>
        <a:p>
          <a:pPr algn="l"/>
          <a:r>
            <a:rPr lang="es-PE" sz="1500" dirty="0"/>
            <a:t>3. Perfeccionar el alcance del sistema de gobierno.</a:t>
          </a:r>
        </a:p>
      </dgm:t>
    </dgm:pt>
    <dgm:pt modelId="{C6A74766-A925-44C5-BF9A-56A5EA547F9B}" type="parTrans" cxnId="{BCD9AB69-46D7-4256-B514-62E2B3B41368}">
      <dgm:prSet/>
      <dgm:spPr/>
      <dgm:t>
        <a:bodyPr/>
        <a:lstStyle/>
        <a:p>
          <a:endParaRPr lang="es-PE"/>
        </a:p>
      </dgm:t>
    </dgm:pt>
    <dgm:pt modelId="{7F6E3FD6-022B-4C69-B1F6-09F5E4FF657D}" type="sibTrans" cxnId="{BCD9AB69-46D7-4256-B514-62E2B3B41368}">
      <dgm:prSet/>
      <dgm:spPr/>
      <dgm:t>
        <a:bodyPr/>
        <a:lstStyle/>
        <a:p>
          <a:endParaRPr lang="es-PE"/>
        </a:p>
      </dgm:t>
    </dgm:pt>
    <dgm:pt modelId="{9288F508-39F3-49BD-B6A3-9CEAE2743AD4}" type="pres">
      <dgm:prSet presAssocID="{E658C07C-31A7-44C6-959B-13B408E07617}" presName="linearFlow" presStyleCnt="0">
        <dgm:presLayoutVars>
          <dgm:resizeHandles val="exact"/>
        </dgm:presLayoutVars>
      </dgm:prSet>
      <dgm:spPr/>
    </dgm:pt>
    <dgm:pt modelId="{9EAEC2F2-927D-4082-8814-406EEA4FD25D}" type="pres">
      <dgm:prSet presAssocID="{8946CEC4-1325-4CAA-9240-92541D81946F}" presName="node" presStyleLbl="node1" presStyleIdx="0" presStyleCnt="4">
        <dgm:presLayoutVars>
          <dgm:bulletEnabled val="1"/>
        </dgm:presLayoutVars>
      </dgm:prSet>
      <dgm:spPr/>
      <dgm:t>
        <a:bodyPr/>
        <a:lstStyle/>
        <a:p>
          <a:endParaRPr lang="es-ES"/>
        </a:p>
      </dgm:t>
    </dgm:pt>
    <dgm:pt modelId="{22D67800-FD59-4F62-AE20-76D184B0BA1C}" type="pres">
      <dgm:prSet presAssocID="{222F58F2-305A-454F-BFD4-6213E903BD69}" presName="sibTrans" presStyleLbl="sibTrans2D1" presStyleIdx="0" presStyleCnt="3"/>
      <dgm:spPr/>
      <dgm:t>
        <a:bodyPr/>
        <a:lstStyle/>
        <a:p>
          <a:endParaRPr lang="es-ES"/>
        </a:p>
      </dgm:t>
    </dgm:pt>
    <dgm:pt modelId="{DBABAF13-FE52-4985-ACCD-908728EE0608}" type="pres">
      <dgm:prSet presAssocID="{222F58F2-305A-454F-BFD4-6213E903BD69}" presName="connectorText" presStyleLbl="sibTrans2D1" presStyleIdx="0" presStyleCnt="3"/>
      <dgm:spPr/>
      <dgm:t>
        <a:bodyPr/>
        <a:lstStyle/>
        <a:p>
          <a:endParaRPr lang="es-ES"/>
        </a:p>
      </dgm:t>
    </dgm:pt>
    <dgm:pt modelId="{F6422936-22B5-4046-B807-664886D2D875}" type="pres">
      <dgm:prSet presAssocID="{8F9769FF-23AA-4362-A760-CD6731C7080D}" presName="node" presStyleLbl="node1" presStyleIdx="1" presStyleCnt="4">
        <dgm:presLayoutVars>
          <dgm:bulletEnabled val="1"/>
        </dgm:presLayoutVars>
      </dgm:prSet>
      <dgm:spPr/>
      <dgm:t>
        <a:bodyPr/>
        <a:lstStyle/>
        <a:p>
          <a:endParaRPr lang="es-ES"/>
        </a:p>
      </dgm:t>
    </dgm:pt>
    <dgm:pt modelId="{D563892F-7DB1-4C81-923F-337766550097}" type="pres">
      <dgm:prSet presAssocID="{149A653D-B47B-4F62-9613-3106A2DE8FD9}" presName="sibTrans" presStyleLbl="sibTrans2D1" presStyleIdx="1" presStyleCnt="3"/>
      <dgm:spPr/>
      <dgm:t>
        <a:bodyPr/>
        <a:lstStyle/>
        <a:p>
          <a:endParaRPr lang="es-ES"/>
        </a:p>
      </dgm:t>
    </dgm:pt>
    <dgm:pt modelId="{61AF5528-B295-4122-B942-F35BDDA59FA4}" type="pres">
      <dgm:prSet presAssocID="{149A653D-B47B-4F62-9613-3106A2DE8FD9}" presName="connectorText" presStyleLbl="sibTrans2D1" presStyleIdx="1" presStyleCnt="3"/>
      <dgm:spPr/>
      <dgm:t>
        <a:bodyPr/>
        <a:lstStyle/>
        <a:p>
          <a:endParaRPr lang="es-ES"/>
        </a:p>
      </dgm:t>
    </dgm:pt>
    <dgm:pt modelId="{DAC5D564-615D-4A15-9C88-ECE241800660}" type="pres">
      <dgm:prSet presAssocID="{9DB59D96-B5D0-48B7-A30E-FFC15DA351D1}" presName="node" presStyleLbl="node1" presStyleIdx="2" presStyleCnt="4">
        <dgm:presLayoutVars>
          <dgm:bulletEnabled val="1"/>
        </dgm:presLayoutVars>
      </dgm:prSet>
      <dgm:spPr/>
      <dgm:t>
        <a:bodyPr/>
        <a:lstStyle/>
        <a:p>
          <a:endParaRPr lang="es-ES"/>
        </a:p>
      </dgm:t>
    </dgm:pt>
    <dgm:pt modelId="{E5DA1F81-E428-41B3-9568-EFE69C9AFB44}" type="pres">
      <dgm:prSet presAssocID="{7F6E3FD6-022B-4C69-B1F6-09F5E4FF657D}" presName="sibTrans" presStyleLbl="sibTrans2D1" presStyleIdx="2" presStyleCnt="3"/>
      <dgm:spPr/>
      <dgm:t>
        <a:bodyPr/>
        <a:lstStyle/>
        <a:p>
          <a:endParaRPr lang="es-ES"/>
        </a:p>
      </dgm:t>
    </dgm:pt>
    <dgm:pt modelId="{2753A6F9-2CDE-4713-A375-62D61576BE57}" type="pres">
      <dgm:prSet presAssocID="{7F6E3FD6-022B-4C69-B1F6-09F5E4FF657D}" presName="connectorText" presStyleLbl="sibTrans2D1" presStyleIdx="2" presStyleCnt="3"/>
      <dgm:spPr/>
      <dgm:t>
        <a:bodyPr/>
        <a:lstStyle/>
        <a:p>
          <a:endParaRPr lang="es-ES"/>
        </a:p>
      </dgm:t>
    </dgm:pt>
    <dgm:pt modelId="{3E942E8C-4556-4CD4-9E20-12146B580D97}" type="pres">
      <dgm:prSet presAssocID="{A1B549B9-39EE-49A0-B912-1004B7A7C867}" presName="node" presStyleLbl="node1" presStyleIdx="3" presStyleCnt="4">
        <dgm:presLayoutVars>
          <dgm:bulletEnabled val="1"/>
        </dgm:presLayoutVars>
      </dgm:prSet>
      <dgm:spPr/>
      <dgm:t>
        <a:bodyPr/>
        <a:lstStyle/>
        <a:p>
          <a:endParaRPr lang="es-ES"/>
        </a:p>
      </dgm:t>
    </dgm:pt>
  </dgm:ptLst>
  <dgm:cxnLst>
    <dgm:cxn modelId="{DB86C13A-38C3-46E3-A731-894D2888A328}" type="presOf" srcId="{222F58F2-305A-454F-BFD4-6213E903BD69}" destId="{22D67800-FD59-4F62-AE20-76D184B0BA1C}" srcOrd="0" destOrd="0" presId="urn:microsoft.com/office/officeart/2005/8/layout/process2"/>
    <dgm:cxn modelId="{0EB3D933-649B-405F-AB75-D5F23C34E0FB}" srcId="{E658C07C-31A7-44C6-959B-13B408E07617}" destId="{A1B549B9-39EE-49A0-B912-1004B7A7C867}" srcOrd="3" destOrd="0" parTransId="{7952092D-9B7B-43E0-9F76-B673761A308B}" sibTransId="{9C23CAB2-6C42-40DB-992A-9CDD3330E842}"/>
    <dgm:cxn modelId="{F8054582-86C4-49D1-A3F4-40E71606AB20}" srcId="{E658C07C-31A7-44C6-959B-13B408E07617}" destId="{8F9769FF-23AA-4362-A760-CD6731C7080D}" srcOrd="1" destOrd="0" parTransId="{602B43D8-DB09-4BEF-846D-4B98D9BEC269}" sibTransId="{149A653D-B47B-4F62-9613-3106A2DE8FD9}"/>
    <dgm:cxn modelId="{316F2F5E-372D-4AA7-85C5-34B64410D4C3}" type="presOf" srcId="{A1B549B9-39EE-49A0-B912-1004B7A7C867}" destId="{3E942E8C-4556-4CD4-9E20-12146B580D97}" srcOrd="0" destOrd="0" presId="urn:microsoft.com/office/officeart/2005/8/layout/process2"/>
    <dgm:cxn modelId="{4DF54F43-DF94-4FFD-B39F-C0B6BE2C81C8}" type="presOf" srcId="{7F6E3FD6-022B-4C69-B1F6-09F5E4FF657D}" destId="{E5DA1F81-E428-41B3-9568-EFE69C9AFB44}" srcOrd="0" destOrd="0" presId="urn:microsoft.com/office/officeart/2005/8/layout/process2"/>
    <dgm:cxn modelId="{77ADE0D3-F64B-4BFC-9CD0-B5C30D24820A}" type="presOf" srcId="{149A653D-B47B-4F62-9613-3106A2DE8FD9}" destId="{D563892F-7DB1-4C81-923F-337766550097}" srcOrd="0" destOrd="0" presId="urn:microsoft.com/office/officeart/2005/8/layout/process2"/>
    <dgm:cxn modelId="{F67A9EE4-0CE6-42EF-BF4A-C04BA3C067E5}" type="presOf" srcId="{8F9769FF-23AA-4362-A760-CD6731C7080D}" destId="{F6422936-22B5-4046-B807-664886D2D875}" srcOrd="0" destOrd="0" presId="urn:microsoft.com/office/officeart/2005/8/layout/process2"/>
    <dgm:cxn modelId="{52F94AB2-6454-457B-B0C2-9552FDD8310F}" type="presOf" srcId="{9DB59D96-B5D0-48B7-A30E-FFC15DA351D1}" destId="{DAC5D564-615D-4A15-9C88-ECE241800660}" srcOrd="0" destOrd="0" presId="urn:microsoft.com/office/officeart/2005/8/layout/process2"/>
    <dgm:cxn modelId="{6123F19F-5EDC-4E36-B2B3-60AC931F6BB2}" type="presOf" srcId="{222F58F2-305A-454F-BFD4-6213E903BD69}" destId="{DBABAF13-FE52-4985-ACCD-908728EE0608}" srcOrd="1" destOrd="0" presId="urn:microsoft.com/office/officeart/2005/8/layout/process2"/>
    <dgm:cxn modelId="{BCD9AB69-46D7-4256-B514-62E2B3B41368}" srcId="{E658C07C-31A7-44C6-959B-13B408E07617}" destId="{9DB59D96-B5D0-48B7-A30E-FFC15DA351D1}" srcOrd="2" destOrd="0" parTransId="{C6A74766-A925-44C5-BF9A-56A5EA547F9B}" sibTransId="{7F6E3FD6-022B-4C69-B1F6-09F5E4FF657D}"/>
    <dgm:cxn modelId="{06CF2E1E-8759-42D4-A675-3F5F9B491202}" type="presOf" srcId="{149A653D-B47B-4F62-9613-3106A2DE8FD9}" destId="{61AF5528-B295-4122-B942-F35BDDA59FA4}" srcOrd="1" destOrd="0" presId="urn:microsoft.com/office/officeart/2005/8/layout/process2"/>
    <dgm:cxn modelId="{C8670E55-B464-4C1D-BD23-B72B4D93CBD4}" type="presOf" srcId="{E658C07C-31A7-44C6-959B-13B408E07617}" destId="{9288F508-39F3-49BD-B6A3-9CEAE2743AD4}" srcOrd="0" destOrd="0" presId="urn:microsoft.com/office/officeart/2005/8/layout/process2"/>
    <dgm:cxn modelId="{09730F11-63B9-4017-A260-DCA7B1C20A74}" type="presOf" srcId="{7F6E3FD6-022B-4C69-B1F6-09F5E4FF657D}" destId="{2753A6F9-2CDE-4713-A375-62D61576BE57}" srcOrd="1" destOrd="0" presId="urn:microsoft.com/office/officeart/2005/8/layout/process2"/>
    <dgm:cxn modelId="{6F028FFC-2A9D-46D3-89F3-8EFC82D934C9}" type="presOf" srcId="{8946CEC4-1325-4CAA-9240-92541D81946F}" destId="{9EAEC2F2-927D-4082-8814-406EEA4FD25D}" srcOrd="0" destOrd="0" presId="urn:microsoft.com/office/officeart/2005/8/layout/process2"/>
    <dgm:cxn modelId="{DB3C4A95-ADD6-4D6E-B470-18451C36E04A}" srcId="{E658C07C-31A7-44C6-959B-13B408E07617}" destId="{8946CEC4-1325-4CAA-9240-92541D81946F}" srcOrd="0" destOrd="0" parTransId="{E7D879F3-041F-43E0-A25F-821749AB18D7}" sibTransId="{222F58F2-305A-454F-BFD4-6213E903BD69}"/>
    <dgm:cxn modelId="{A3CC1D86-E247-431B-90C7-891FEFBB2392}" type="presParOf" srcId="{9288F508-39F3-49BD-B6A3-9CEAE2743AD4}" destId="{9EAEC2F2-927D-4082-8814-406EEA4FD25D}" srcOrd="0" destOrd="0" presId="urn:microsoft.com/office/officeart/2005/8/layout/process2"/>
    <dgm:cxn modelId="{F0772F21-40FD-4085-80A7-EA7F7255221F}" type="presParOf" srcId="{9288F508-39F3-49BD-B6A3-9CEAE2743AD4}" destId="{22D67800-FD59-4F62-AE20-76D184B0BA1C}" srcOrd="1" destOrd="0" presId="urn:microsoft.com/office/officeart/2005/8/layout/process2"/>
    <dgm:cxn modelId="{498CE3FE-386F-45F8-93F7-1616DE19DFEE}" type="presParOf" srcId="{22D67800-FD59-4F62-AE20-76D184B0BA1C}" destId="{DBABAF13-FE52-4985-ACCD-908728EE0608}" srcOrd="0" destOrd="0" presId="urn:microsoft.com/office/officeart/2005/8/layout/process2"/>
    <dgm:cxn modelId="{1781695A-B6B1-4CA1-A50E-24CE0A67676C}" type="presParOf" srcId="{9288F508-39F3-49BD-B6A3-9CEAE2743AD4}" destId="{F6422936-22B5-4046-B807-664886D2D875}" srcOrd="2" destOrd="0" presId="urn:microsoft.com/office/officeart/2005/8/layout/process2"/>
    <dgm:cxn modelId="{380BBF44-834F-4DF1-973B-1C7E31309F4A}" type="presParOf" srcId="{9288F508-39F3-49BD-B6A3-9CEAE2743AD4}" destId="{D563892F-7DB1-4C81-923F-337766550097}" srcOrd="3" destOrd="0" presId="urn:microsoft.com/office/officeart/2005/8/layout/process2"/>
    <dgm:cxn modelId="{75044457-26F1-4114-B313-DCFA8003BD6E}" type="presParOf" srcId="{D563892F-7DB1-4C81-923F-337766550097}" destId="{61AF5528-B295-4122-B942-F35BDDA59FA4}" srcOrd="0" destOrd="0" presId="urn:microsoft.com/office/officeart/2005/8/layout/process2"/>
    <dgm:cxn modelId="{D0FF4DA7-1623-4EBF-866C-B3D2A8556E27}" type="presParOf" srcId="{9288F508-39F3-49BD-B6A3-9CEAE2743AD4}" destId="{DAC5D564-615D-4A15-9C88-ECE241800660}" srcOrd="4" destOrd="0" presId="urn:microsoft.com/office/officeart/2005/8/layout/process2"/>
    <dgm:cxn modelId="{856D56F4-DDCF-44EA-A4EB-A16C9D1CE139}" type="presParOf" srcId="{9288F508-39F3-49BD-B6A3-9CEAE2743AD4}" destId="{E5DA1F81-E428-41B3-9568-EFE69C9AFB44}" srcOrd="5" destOrd="0" presId="urn:microsoft.com/office/officeart/2005/8/layout/process2"/>
    <dgm:cxn modelId="{EA2E16C6-CEED-47F5-AE29-D1CA14F81983}" type="presParOf" srcId="{E5DA1F81-E428-41B3-9568-EFE69C9AFB44}" destId="{2753A6F9-2CDE-4713-A375-62D61576BE57}" srcOrd="0" destOrd="0" presId="urn:microsoft.com/office/officeart/2005/8/layout/process2"/>
    <dgm:cxn modelId="{F19E534A-B84E-4F7C-A65E-BB24E6E8E30E}" type="presParOf" srcId="{9288F508-39F3-49BD-B6A3-9CEAE2743AD4}" destId="{3E942E8C-4556-4CD4-9E20-12146B580D97}"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58C07C-31A7-44C6-959B-13B408E07617}" type="doc">
      <dgm:prSet loTypeId="urn:microsoft.com/office/officeart/2005/8/layout/process2" loCatId="process" qsTypeId="urn:microsoft.com/office/officeart/2005/8/quickstyle/simple1" qsCatId="simple" csTypeId="urn:microsoft.com/office/officeart/2005/8/colors/accent1_2" csCatId="accent1" phldr="1"/>
      <dgm:spPr/>
    </dgm:pt>
    <dgm:pt modelId="{8946CEC4-1325-4CAA-9240-92541D81946F}">
      <dgm:prSet phldrT="[Texto]" custT="1"/>
      <dgm:spPr>
        <a:solidFill>
          <a:schemeClr val="accent4">
            <a:lumMod val="40000"/>
            <a:lumOff val="60000"/>
          </a:schemeClr>
        </a:solidFill>
      </dgm:spPr>
      <dgm:t>
        <a:bodyPr/>
        <a:lstStyle/>
        <a:p>
          <a:pPr algn="l"/>
          <a:r>
            <a:rPr lang="es-PE" sz="1500" dirty="0">
              <a:solidFill>
                <a:schemeClr val="tx1"/>
              </a:solidFill>
            </a:rPr>
            <a:t>1. Entender el contexto y estrategia de la empresa.</a:t>
          </a:r>
        </a:p>
      </dgm:t>
    </dgm:pt>
    <dgm:pt modelId="{E7D879F3-041F-43E0-A25F-821749AB18D7}" type="parTrans" cxnId="{DB3C4A95-ADD6-4D6E-B470-18451C36E04A}">
      <dgm:prSet/>
      <dgm:spPr/>
      <dgm:t>
        <a:bodyPr/>
        <a:lstStyle/>
        <a:p>
          <a:endParaRPr lang="es-PE"/>
        </a:p>
      </dgm:t>
    </dgm:pt>
    <dgm:pt modelId="{222F58F2-305A-454F-BFD4-6213E903BD69}" type="sibTrans" cxnId="{DB3C4A95-ADD6-4D6E-B470-18451C36E04A}">
      <dgm:prSet/>
      <dgm:spPr/>
      <dgm:t>
        <a:bodyPr/>
        <a:lstStyle/>
        <a:p>
          <a:endParaRPr lang="es-PE"/>
        </a:p>
      </dgm:t>
    </dgm:pt>
    <dgm:pt modelId="{8F9769FF-23AA-4362-A760-CD6731C7080D}">
      <dgm:prSet phldrT="[Texto]" custT="1"/>
      <dgm:spPr>
        <a:solidFill>
          <a:schemeClr val="accent4">
            <a:lumMod val="75000"/>
          </a:schemeClr>
        </a:solidFill>
      </dgm:spPr>
      <dgm:t>
        <a:bodyPr/>
        <a:lstStyle/>
        <a:p>
          <a:pPr algn="l"/>
          <a:r>
            <a:rPr lang="es-PE" sz="1500" dirty="0"/>
            <a:t>2. Determinar el alcance inicial del sistema de gobierno.</a:t>
          </a:r>
        </a:p>
      </dgm:t>
    </dgm:pt>
    <dgm:pt modelId="{602B43D8-DB09-4BEF-846D-4B98D9BEC269}" type="parTrans" cxnId="{F8054582-86C4-49D1-A3F4-40E71606AB20}">
      <dgm:prSet/>
      <dgm:spPr/>
      <dgm:t>
        <a:bodyPr/>
        <a:lstStyle/>
        <a:p>
          <a:endParaRPr lang="es-PE"/>
        </a:p>
      </dgm:t>
    </dgm:pt>
    <dgm:pt modelId="{149A653D-B47B-4F62-9613-3106A2DE8FD9}" type="sibTrans" cxnId="{F8054582-86C4-49D1-A3F4-40E71606AB20}">
      <dgm:prSet/>
      <dgm:spPr/>
      <dgm:t>
        <a:bodyPr/>
        <a:lstStyle/>
        <a:p>
          <a:endParaRPr lang="es-PE"/>
        </a:p>
      </dgm:t>
    </dgm:pt>
    <dgm:pt modelId="{A1B549B9-39EE-49A0-B912-1004B7A7C867}">
      <dgm:prSet phldrT="[Texto]" custT="1"/>
      <dgm:spPr>
        <a:solidFill>
          <a:schemeClr val="tx2">
            <a:lumMod val="50000"/>
          </a:schemeClr>
        </a:solidFill>
      </dgm:spPr>
      <dgm:t>
        <a:bodyPr/>
        <a:lstStyle/>
        <a:p>
          <a:pPr algn="l"/>
          <a:r>
            <a:rPr lang="es-PE" sz="1500" dirty="0"/>
            <a:t>4. Finalizar el diseño del sistema de gobierno</a:t>
          </a:r>
        </a:p>
      </dgm:t>
    </dgm:pt>
    <dgm:pt modelId="{7952092D-9B7B-43E0-9F76-B673761A308B}" type="parTrans" cxnId="{0EB3D933-649B-405F-AB75-D5F23C34E0FB}">
      <dgm:prSet/>
      <dgm:spPr/>
      <dgm:t>
        <a:bodyPr/>
        <a:lstStyle/>
        <a:p>
          <a:endParaRPr lang="es-PE"/>
        </a:p>
      </dgm:t>
    </dgm:pt>
    <dgm:pt modelId="{9C23CAB2-6C42-40DB-992A-9CDD3330E842}" type="sibTrans" cxnId="{0EB3D933-649B-405F-AB75-D5F23C34E0FB}">
      <dgm:prSet/>
      <dgm:spPr/>
      <dgm:t>
        <a:bodyPr/>
        <a:lstStyle/>
        <a:p>
          <a:endParaRPr lang="es-PE"/>
        </a:p>
      </dgm:t>
    </dgm:pt>
    <dgm:pt modelId="{9DB59D96-B5D0-48B7-A30E-FFC15DA351D1}">
      <dgm:prSet phldrT="[Texto]" custT="1"/>
      <dgm:spPr>
        <a:solidFill>
          <a:schemeClr val="tx1">
            <a:lumMod val="75000"/>
            <a:lumOff val="25000"/>
          </a:schemeClr>
        </a:solidFill>
      </dgm:spPr>
      <dgm:t>
        <a:bodyPr/>
        <a:lstStyle/>
        <a:p>
          <a:pPr algn="l"/>
          <a:r>
            <a:rPr lang="es-PE" sz="1500" dirty="0"/>
            <a:t>3. Perfeccionar el alcance del sistema de gobierno.</a:t>
          </a:r>
        </a:p>
      </dgm:t>
    </dgm:pt>
    <dgm:pt modelId="{C6A74766-A925-44C5-BF9A-56A5EA547F9B}" type="parTrans" cxnId="{BCD9AB69-46D7-4256-B514-62E2B3B41368}">
      <dgm:prSet/>
      <dgm:spPr/>
      <dgm:t>
        <a:bodyPr/>
        <a:lstStyle/>
        <a:p>
          <a:endParaRPr lang="es-PE"/>
        </a:p>
      </dgm:t>
    </dgm:pt>
    <dgm:pt modelId="{7F6E3FD6-022B-4C69-B1F6-09F5E4FF657D}" type="sibTrans" cxnId="{BCD9AB69-46D7-4256-B514-62E2B3B41368}">
      <dgm:prSet/>
      <dgm:spPr/>
      <dgm:t>
        <a:bodyPr/>
        <a:lstStyle/>
        <a:p>
          <a:endParaRPr lang="es-PE"/>
        </a:p>
      </dgm:t>
    </dgm:pt>
    <dgm:pt modelId="{9288F508-39F3-49BD-B6A3-9CEAE2743AD4}" type="pres">
      <dgm:prSet presAssocID="{E658C07C-31A7-44C6-959B-13B408E07617}" presName="linearFlow" presStyleCnt="0">
        <dgm:presLayoutVars>
          <dgm:resizeHandles val="exact"/>
        </dgm:presLayoutVars>
      </dgm:prSet>
      <dgm:spPr/>
    </dgm:pt>
    <dgm:pt modelId="{9EAEC2F2-927D-4082-8814-406EEA4FD25D}" type="pres">
      <dgm:prSet presAssocID="{8946CEC4-1325-4CAA-9240-92541D81946F}" presName="node" presStyleLbl="node1" presStyleIdx="0" presStyleCnt="4">
        <dgm:presLayoutVars>
          <dgm:bulletEnabled val="1"/>
        </dgm:presLayoutVars>
      </dgm:prSet>
      <dgm:spPr/>
      <dgm:t>
        <a:bodyPr/>
        <a:lstStyle/>
        <a:p>
          <a:endParaRPr lang="es-ES"/>
        </a:p>
      </dgm:t>
    </dgm:pt>
    <dgm:pt modelId="{22D67800-FD59-4F62-AE20-76D184B0BA1C}" type="pres">
      <dgm:prSet presAssocID="{222F58F2-305A-454F-BFD4-6213E903BD69}" presName="sibTrans" presStyleLbl="sibTrans2D1" presStyleIdx="0" presStyleCnt="3"/>
      <dgm:spPr/>
      <dgm:t>
        <a:bodyPr/>
        <a:lstStyle/>
        <a:p>
          <a:endParaRPr lang="es-ES"/>
        </a:p>
      </dgm:t>
    </dgm:pt>
    <dgm:pt modelId="{DBABAF13-FE52-4985-ACCD-908728EE0608}" type="pres">
      <dgm:prSet presAssocID="{222F58F2-305A-454F-BFD4-6213E903BD69}" presName="connectorText" presStyleLbl="sibTrans2D1" presStyleIdx="0" presStyleCnt="3"/>
      <dgm:spPr/>
      <dgm:t>
        <a:bodyPr/>
        <a:lstStyle/>
        <a:p>
          <a:endParaRPr lang="es-ES"/>
        </a:p>
      </dgm:t>
    </dgm:pt>
    <dgm:pt modelId="{F6422936-22B5-4046-B807-664886D2D875}" type="pres">
      <dgm:prSet presAssocID="{8F9769FF-23AA-4362-A760-CD6731C7080D}" presName="node" presStyleLbl="node1" presStyleIdx="1" presStyleCnt="4">
        <dgm:presLayoutVars>
          <dgm:bulletEnabled val="1"/>
        </dgm:presLayoutVars>
      </dgm:prSet>
      <dgm:spPr/>
      <dgm:t>
        <a:bodyPr/>
        <a:lstStyle/>
        <a:p>
          <a:endParaRPr lang="es-ES"/>
        </a:p>
      </dgm:t>
    </dgm:pt>
    <dgm:pt modelId="{D563892F-7DB1-4C81-923F-337766550097}" type="pres">
      <dgm:prSet presAssocID="{149A653D-B47B-4F62-9613-3106A2DE8FD9}" presName="sibTrans" presStyleLbl="sibTrans2D1" presStyleIdx="1" presStyleCnt="3"/>
      <dgm:spPr/>
      <dgm:t>
        <a:bodyPr/>
        <a:lstStyle/>
        <a:p>
          <a:endParaRPr lang="es-ES"/>
        </a:p>
      </dgm:t>
    </dgm:pt>
    <dgm:pt modelId="{61AF5528-B295-4122-B942-F35BDDA59FA4}" type="pres">
      <dgm:prSet presAssocID="{149A653D-B47B-4F62-9613-3106A2DE8FD9}" presName="connectorText" presStyleLbl="sibTrans2D1" presStyleIdx="1" presStyleCnt="3"/>
      <dgm:spPr/>
      <dgm:t>
        <a:bodyPr/>
        <a:lstStyle/>
        <a:p>
          <a:endParaRPr lang="es-ES"/>
        </a:p>
      </dgm:t>
    </dgm:pt>
    <dgm:pt modelId="{DAC5D564-615D-4A15-9C88-ECE241800660}" type="pres">
      <dgm:prSet presAssocID="{9DB59D96-B5D0-48B7-A30E-FFC15DA351D1}" presName="node" presStyleLbl="node1" presStyleIdx="2" presStyleCnt="4">
        <dgm:presLayoutVars>
          <dgm:bulletEnabled val="1"/>
        </dgm:presLayoutVars>
      </dgm:prSet>
      <dgm:spPr/>
      <dgm:t>
        <a:bodyPr/>
        <a:lstStyle/>
        <a:p>
          <a:endParaRPr lang="es-ES"/>
        </a:p>
      </dgm:t>
    </dgm:pt>
    <dgm:pt modelId="{E5DA1F81-E428-41B3-9568-EFE69C9AFB44}" type="pres">
      <dgm:prSet presAssocID="{7F6E3FD6-022B-4C69-B1F6-09F5E4FF657D}" presName="sibTrans" presStyleLbl="sibTrans2D1" presStyleIdx="2" presStyleCnt="3"/>
      <dgm:spPr/>
      <dgm:t>
        <a:bodyPr/>
        <a:lstStyle/>
        <a:p>
          <a:endParaRPr lang="es-ES"/>
        </a:p>
      </dgm:t>
    </dgm:pt>
    <dgm:pt modelId="{2753A6F9-2CDE-4713-A375-62D61576BE57}" type="pres">
      <dgm:prSet presAssocID="{7F6E3FD6-022B-4C69-B1F6-09F5E4FF657D}" presName="connectorText" presStyleLbl="sibTrans2D1" presStyleIdx="2" presStyleCnt="3"/>
      <dgm:spPr/>
      <dgm:t>
        <a:bodyPr/>
        <a:lstStyle/>
        <a:p>
          <a:endParaRPr lang="es-ES"/>
        </a:p>
      </dgm:t>
    </dgm:pt>
    <dgm:pt modelId="{3E942E8C-4556-4CD4-9E20-12146B580D97}" type="pres">
      <dgm:prSet presAssocID="{A1B549B9-39EE-49A0-B912-1004B7A7C867}" presName="node" presStyleLbl="node1" presStyleIdx="3" presStyleCnt="4">
        <dgm:presLayoutVars>
          <dgm:bulletEnabled val="1"/>
        </dgm:presLayoutVars>
      </dgm:prSet>
      <dgm:spPr/>
      <dgm:t>
        <a:bodyPr/>
        <a:lstStyle/>
        <a:p>
          <a:endParaRPr lang="es-ES"/>
        </a:p>
      </dgm:t>
    </dgm:pt>
  </dgm:ptLst>
  <dgm:cxnLst>
    <dgm:cxn modelId="{DB86C13A-38C3-46E3-A731-894D2888A328}" type="presOf" srcId="{222F58F2-305A-454F-BFD4-6213E903BD69}" destId="{22D67800-FD59-4F62-AE20-76D184B0BA1C}" srcOrd="0" destOrd="0" presId="urn:microsoft.com/office/officeart/2005/8/layout/process2"/>
    <dgm:cxn modelId="{0EB3D933-649B-405F-AB75-D5F23C34E0FB}" srcId="{E658C07C-31A7-44C6-959B-13B408E07617}" destId="{A1B549B9-39EE-49A0-B912-1004B7A7C867}" srcOrd="3" destOrd="0" parTransId="{7952092D-9B7B-43E0-9F76-B673761A308B}" sibTransId="{9C23CAB2-6C42-40DB-992A-9CDD3330E842}"/>
    <dgm:cxn modelId="{F8054582-86C4-49D1-A3F4-40E71606AB20}" srcId="{E658C07C-31A7-44C6-959B-13B408E07617}" destId="{8F9769FF-23AA-4362-A760-CD6731C7080D}" srcOrd="1" destOrd="0" parTransId="{602B43D8-DB09-4BEF-846D-4B98D9BEC269}" sibTransId="{149A653D-B47B-4F62-9613-3106A2DE8FD9}"/>
    <dgm:cxn modelId="{316F2F5E-372D-4AA7-85C5-34B64410D4C3}" type="presOf" srcId="{A1B549B9-39EE-49A0-B912-1004B7A7C867}" destId="{3E942E8C-4556-4CD4-9E20-12146B580D97}" srcOrd="0" destOrd="0" presId="urn:microsoft.com/office/officeart/2005/8/layout/process2"/>
    <dgm:cxn modelId="{4DF54F43-DF94-4FFD-B39F-C0B6BE2C81C8}" type="presOf" srcId="{7F6E3FD6-022B-4C69-B1F6-09F5E4FF657D}" destId="{E5DA1F81-E428-41B3-9568-EFE69C9AFB44}" srcOrd="0" destOrd="0" presId="urn:microsoft.com/office/officeart/2005/8/layout/process2"/>
    <dgm:cxn modelId="{77ADE0D3-F64B-4BFC-9CD0-B5C30D24820A}" type="presOf" srcId="{149A653D-B47B-4F62-9613-3106A2DE8FD9}" destId="{D563892F-7DB1-4C81-923F-337766550097}" srcOrd="0" destOrd="0" presId="urn:microsoft.com/office/officeart/2005/8/layout/process2"/>
    <dgm:cxn modelId="{F67A9EE4-0CE6-42EF-BF4A-C04BA3C067E5}" type="presOf" srcId="{8F9769FF-23AA-4362-A760-CD6731C7080D}" destId="{F6422936-22B5-4046-B807-664886D2D875}" srcOrd="0" destOrd="0" presId="urn:microsoft.com/office/officeart/2005/8/layout/process2"/>
    <dgm:cxn modelId="{52F94AB2-6454-457B-B0C2-9552FDD8310F}" type="presOf" srcId="{9DB59D96-B5D0-48B7-A30E-FFC15DA351D1}" destId="{DAC5D564-615D-4A15-9C88-ECE241800660}" srcOrd="0" destOrd="0" presId="urn:microsoft.com/office/officeart/2005/8/layout/process2"/>
    <dgm:cxn modelId="{6123F19F-5EDC-4E36-B2B3-60AC931F6BB2}" type="presOf" srcId="{222F58F2-305A-454F-BFD4-6213E903BD69}" destId="{DBABAF13-FE52-4985-ACCD-908728EE0608}" srcOrd="1" destOrd="0" presId="urn:microsoft.com/office/officeart/2005/8/layout/process2"/>
    <dgm:cxn modelId="{BCD9AB69-46D7-4256-B514-62E2B3B41368}" srcId="{E658C07C-31A7-44C6-959B-13B408E07617}" destId="{9DB59D96-B5D0-48B7-A30E-FFC15DA351D1}" srcOrd="2" destOrd="0" parTransId="{C6A74766-A925-44C5-BF9A-56A5EA547F9B}" sibTransId="{7F6E3FD6-022B-4C69-B1F6-09F5E4FF657D}"/>
    <dgm:cxn modelId="{06CF2E1E-8759-42D4-A675-3F5F9B491202}" type="presOf" srcId="{149A653D-B47B-4F62-9613-3106A2DE8FD9}" destId="{61AF5528-B295-4122-B942-F35BDDA59FA4}" srcOrd="1" destOrd="0" presId="urn:microsoft.com/office/officeart/2005/8/layout/process2"/>
    <dgm:cxn modelId="{C8670E55-B464-4C1D-BD23-B72B4D93CBD4}" type="presOf" srcId="{E658C07C-31A7-44C6-959B-13B408E07617}" destId="{9288F508-39F3-49BD-B6A3-9CEAE2743AD4}" srcOrd="0" destOrd="0" presId="urn:microsoft.com/office/officeart/2005/8/layout/process2"/>
    <dgm:cxn modelId="{09730F11-63B9-4017-A260-DCA7B1C20A74}" type="presOf" srcId="{7F6E3FD6-022B-4C69-B1F6-09F5E4FF657D}" destId="{2753A6F9-2CDE-4713-A375-62D61576BE57}" srcOrd="1" destOrd="0" presId="urn:microsoft.com/office/officeart/2005/8/layout/process2"/>
    <dgm:cxn modelId="{6F028FFC-2A9D-46D3-89F3-8EFC82D934C9}" type="presOf" srcId="{8946CEC4-1325-4CAA-9240-92541D81946F}" destId="{9EAEC2F2-927D-4082-8814-406EEA4FD25D}" srcOrd="0" destOrd="0" presId="urn:microsoft.com/office/officeart/2005/8/layout/process2"/>
    <dgm:cxn modelId="{DB3C4A95-ADD6-4D6E-B470-18451C36E04A}" srcId="{E658C07C-31A7-44C6-959B-13B408E07617}" destId="{8946CEC4-1325-4CAA-9240-92541D81946F}" srcOrd="0" destOrd="0" parTransId="{E7D879F3-041F-43E0-A25F-821749AB18D7}" sibTransId="{222F58F2-305A-454F-BFD4-6213E903BD69}"/>
    <dgm:cxn modelId="{A3CC1D86-E247-431B-90C7-891FEFBB2392}" type="presParOf" srcId="{9288F508-39F3-49BD-B6A3-9CEAE2743AD4}" destId="{9EAEC2F2-927D-4082-8814-406EEA4FD25D}" srcOrd="0" destOrd="0" presId="urn:microsoft.com/office/officeart/2005/8/layout/process2"/>
    <dgm:cxn modelId="{F0772F21-40FD-4085-80A7-EA7F7255221F}" type="presParOf" srcId="{9288F508-39F3-49BD-B6A3-9CEAE2743AD4}" destId="{22D67800-FD59-4F62-AE20-76D184B0BA1C}" srcOrd="1" destOrd="0" presId="urn:microsoft.com/office/officeart/2005/8/layout/process2"/>
    <dgm:cxn modelId="{498CE3FE-386F-45F8-93F7-1616DE19DFEE}" type="presParOf" srcId="{22D67800-FD59-4F62-AE20-76D184B0BA1C}" destId="{DBABAF13-FE52-4985-ACCD-908728EE0608}" srcOrd="0" destOrd="0" presId="urn:microsoft.com/office/officeart/2005/8/layout/process2"/>
    <dgm:cxn modelId="{1781695A-B6B1-4CA1-A50E-24CE0A67676C}" type="presParOf" srcId="{9288F508-39F3-49BD-B6A3-9CEAE2743AD4}" destId="{F6422936-22B5-4046-B807-664886D2D875}" srcOrd="2" destOrd="0" presId="urn:microsoft.com/office/officeart/2005/8/layout/process2"/>
    <dgm:cxn modelId="{380BBF44-834F-4DF1-973B-1C7E31309F4A}" type="presParOf" srcId="{9288F508-39F3-49BD-B6A3-9CEAE2743AD4}" destId="{D563892F-7DB1-4C81-923F-337766550097}" srcOrd="3" destOrd="0" presId="urn:microsoft.com/office/officeart/2005/8/layout/process2"/>
    <dgm:cxn modelId="{75044457-26F1-4114-B313-DCFA8003BD6E}" type="presParOf" srcId="{D563892F-7DB1-4C81-923F-337766550097}" destId="{61AF5528-B295-4122-B942-F35BDDA59FA4}" srcOrd="0" destOrd="0" presId="urn:microsoft.com/office/officeart/2005/8/layout/process2"/>
    <dgm:cxn modelId="{D0FF4DA7-1623-4EBF-866C-B3D2A8556E27}" type="presParOf" srcId="{9288F508-39F3-49BD-B6A3-9CEAE2743AD4}" destId="{DAC5D564-615D-4A15-9C88-ECE241800660}" srcOrd="4" destOrd="0" presId="urn:microsoft.com/office/officeart/2005/8/layout/process2"/>
    <dgm:cxn modelId="{856D56F4-DDCF-44EA-A4EB-A16C9D1CE139}" type="presParOf" srcId="{9288F508-39F3-49BD-B6A3-9CEAE2743AD4}" destId="{E5DA1F81-E428-41B3-9568-EFE69C9AFB44}" srcOrd="5" destOrd="0" presId="urn:microsoft.com/office/officeart/2005/8/layout/process2"/>
    <dgm:cxn modelId="{EA2E16C6-CEED-47F5-AE29-D1CA14F81983}" type="presParOf" srcId="{E5DA1F81-E428-41B3-9568-EFE69C9AFB44}" destId="{2753A6F9-2CDE-4713-A375-62D61576BE57}" srcOrd="0" destOrd="0" presId="urn:microsoft.com/office/officeart/2005/8/layout/process2"/>
    <dgm:cxn modelId="{F19E534A-B84E-4F7C-A65E-BB24E6E8E30E}" type="presParOf" srcId="{9288F508-39F3-49BD-B6A3-9CEAE2743AD4}" destId="{3E942E8C-4556-4CD4-9E20-12146B580D97}"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658C07C-31A7-44C6-959B-13B408E07617}" type="doc">
      <dgm:prSet loTypeId="urn:microsoft.com/office/officeart/2005/8/layout/process2" loCatId="process" qsTypeId="urn:microsoft.com/office/officeart/2005/8/quickstyle/simple1" qsCatId="simple" csTypeId="urn:microsoft.com/office/officeart/2005/8/colors/accent1_2" csCatId="accent1" phldr="1"/>
      <dgm:spPr/>
    </dgm:pt>
    <dgm:pt modelId="{8946CEC4-1325-4CAA-9240-92541D81946F}">
      <dgm:prSet phldrT="[Texto]" custT="1"/>
      <dgm:spPr>
        <a:solidFill>
          <a:schemeClr val="accent4">
            <a:lumMod val="40000"/>
            <a:lumOff val="60000"/>
          </a:schemeClr>
        </a:solidFill>
      </dgm:spPr>
      <dgm:t>
        <a:bodyPr/>
        <a:lstStyle/>
        <a:p>
          <a:pPr algn="l"/>
          <a:r>
            <a:rPr lang="es-PE" sz="1500" dirty="0">
              <a:solidFill>
                <a:schemeClr val="tx1"/>
              </a:solidFill>
            </a:rPr>
            <a:t>1. Entender el contexto y estrategia de la empresa.</a:t>
          </a:r>
        </a:p>
      </dgm:t>
    </dgm:pt>
    <dgm:pt modelId="{E7D879F3-041F-43E0-A25F-821749AB18D7}" type="parTrans" cxnId="{DB3C4A95-ADD6-4D6E-B470-18451C36E04A}">
      <dgm:prSet/>
      <dgm:spPr/>
      <dgm:t>
        <a:bodyPr/>
        <a:lstStyle/>
        <a:p>
          <a:endParaRPr lang="es-PE"/>
        </a:p>
      </dgm:t>
    </dgm:pt>
    <dgm:pt modelId="{222F58F2-305A-454F-BFD4-6213E903BD69}" type="sibTrans" cxnId="{DB3C4A95-ADD6-4D6E-B470-18451C36E04A}">
      <dgm:prSet/>
      <dgm:spPr/>
      <dgm:t>
        <a:bodyPr/>
        <a:lstStyle/>
        <a:p>
          <a:endParaRPr lang="es-PE"/>
        </a:p>
      </dgm:t>
    </dgm:pt>
    <dgm:pt modelId="{8F9769FF-23AA-4362-A760-CD6731C7080D}">
      <dgm:prSet phldrT="[Texto]" custT="1"/>
      <dgm:spPr>
        <a:solidFill>
          <a:schemeClr val="accent4">
            <a:lumMod val="75000"/>
          </a:schemeClr>
        </a:solidFill>
      </dgm:spPr>
      <dgm:t>
        <a:bodyPr/>
        <a:lstStyle/>
        <a:p>
          <a:pPr algn="l"/>
          <a:r>
            <a:rPr lang="es-PE" sz="1500" dirty="0"/>
            <a:t>2. Determinar el alcance inicial del sistema de gobierno.</a:t>
          </a:r>
        </a:p>
      </dgm:t>
    </dgm:pt>
    <dgm:pt modelId="{602B43D8-DB09-4BEF-846D-4B98D9BEC269}" type="parTrans" cxnId="{F8054582-86C4-49D1-A3F4-40E71606AB20}">
      <dgm:prSet/>
      <dgm:spPr/>
      <dgm:t>
        <a:bodyPr/>
        <a:lstStyle/>
        <a:p>
          <a:endParaRPr lang="es-PE"/>
        </a:p>
      </dgm:t>
    </dgm:pt>
    <dgm:pt modelId="{149A653D-B47B-4F62-9613-3106A2DE8FD9}" type="sibTrans" cxnId="{F8054582-86C4-49D1-A3F4-40E71606AB20}">
      <dgm:prSet/>
      <dgm:spPr/>
      <dgm:t>
        <a:bodyPr/>
        <a:lstStyle/>
        <a:p>
          <a:endParaRPr lang="es-PE"/>
        </a:p>
      </dgm:t>
    </dgm:pt>
    <dgm:pt modelId="{A1B549B9-39EE-49A0-B912-1004B7A7C867}">
      <dgm:prSet phldrT="[Texto]" custT="1"/>
      <dgm:spPr>
        <a:solidFill>
          <a:schemeClr val="tx2">
            <a:lumMod val="50000"/>
          </a:schemeClr>
        </a:solidFill>
      </dgm:spPr>
      <dgm:t>
        <a:bodyPr/>
        <a:lstStyle/>
        <a:p>
          <a:pPr algn="l"/>
          <a:r>
            <a:rPr lang="es-PE" sz="1500" dirty="0"/>
            <a:t>4. Finalizar el diseño del sistema de gobierno</a:t>
          </a:r>
        </a:p>
      </dgm:t>
    </dgm:pt>
    <dgm:pt modelId="{7952092D-9B7B-43E0-9F76-B673761A308B}" type="parTrans" cxnId="{0EB3D933-649B-405F-AB75-D5F23C34E0FB}">
      <dgm:prSet/>
      <dgm:spPr/>
      <dgm:t>
        <a:bodyPr/>
        <a:lstStyle/>
        <a:p>
          <a:endParaRPr lang="es-PE"/>
        </a:p>
      </dgm:t>
    </dgm:pt>
    <dgm:pt modelId="{9C23CAB2-6C42-40DB-992A-9CDD3330E842}" type="sibTrans" cxnId="{0EB3D933-649B-405F-AB75-D5F23C34E0FB}">
      <dgm:prSet/>
      <dgm:spPr/>
      <dgm:t>
        <a:bodyPr/>
        <a:lstStyle/>
        <a:p>
          <a:endParaRPr lang="es-PE"/>
        </a:p>
      </dgm:t>
    </dgm:pt>
    <dgm:pt modelId="{9DB59D96-B5D0-48B7-A30E-FFC15DA351D1}">
      <dgm:prSet phldrT="[Texto]" custT="1"/>
      <dgm:spPr>
        <a:solidFill>
          <a:schemeClr val="tx1">
            <a:lumMod val="75000"/>
            <a:lumOff val="25000"/>
          </a:schemeClr>
        </a:solidFill>
      </dgm:spPr>
      <dgm:t>
        <a:bodyPr/>
        <a:lstStyle/>
        <a:p>
          <a:pPr algn="l"/>
          <a:r>
            <a:rPr lang="es-PE" sz="1500" dirty="0"/>
            <a:t>3. Perfeccionar el alcance del sistema de gobierno.</a:t>
          </a:r>
        </a:p>
      </dgm:t>
    </dgm:pt>
    <dgm:pt modelId="{C6A74766-A925-44C5-BF9A-56A5EA547F9B}" type="parTrans" cxnId="{BCD9AB69-46D7-4256-B514-62E2B3B41368}">
      <dgm:prSet/>
      <dgm:spPr/>
      <dgm:t>
        <a:bodyPr/>
        <a:lstStyle/>
        <a:p>
          <a:endParaRPr lang="es-PE"/>
        </a:p>
      </dgm:t>
    </dgm:pt>
    <dgm:pt modelId="{7F6E3FD6-022B-4C69-B1F6-09F5E4FF657D}" type="sibTrans" cxnId="{BCD9AB69-46D7-4256-B514-62E2B3B41368}">
      <dgm:prSet/>
      <dgm:spPr/>
      <dgm:t>
        <a:bodyPr/>
        <a:lstStyle/>
        <a:p>
          <a:endParaRPr lang="es-PE"/>
        </a:p>
      </dgm:t>
    </dgm:pt>
    <dgm:pt modelId="{9288F508-39F3-49BD-B6A3-9CEAE2743AD4}" type="pres">
      <dgm:prSet presAssocID="{E658C07C-31A7-44C6-959B-13B408E07617}" presName="linearFlow" presStyleCnt="0">
        <dgm:presLayoutVars>
          <dgm:resizeHandles val="exact"/>
        </dgm:presLayoutVars>
      </dgm:prSet>
      <dgm:spPr/>
    </dgm:pt>
    <dgm:pt modelId="{9EAEC2F2-927D-4082-8814-406EEA4FD25D}" type="pres">
      <dgm:prSet presAssocID="{8946CEC4-1325-4CAA-9240-92541D81946F}" presName="node" presStyleLbl="node1" presStyleIdx="0" presStyleCnt="4">
        <dgm:presLayoutVars>
          <dgm:bulletEnabled val="1"/>
        </dgm:presLayoutVars>
      </dgm:prSet>
      <dgm:spPr/>
      <dgm:t>
        <a:bodyPr/>
        <a:lstStyle/>
        <a:p>
          <a:endParaRPr lang="es-ES"/>
        </a:p>
      </dgm:t>
    </dgm:pt>
    <dgm:pt modelId="{22D67800-FD59-4F62-AE20-76D184B0BA1C}" type="pres">
      <dgm:prSet presAssocID="{222F58F2-305A-454F-BFD4-6213E903BD69}" presName="sibTrans" presStyleLbl="sibTrans2D1" presStyleIdx="0" presStyleCnt="3"/>
      <dgm:spPr/>
      <dgm:t>
        <a:bodyPr/>
        <a:lstStyle/>
        <a:p>
          <a:endParaRPr lang="es-ES"/>
        </a:p>
      </dgm:t>
    </dgm:pt>
    <dgm:pt modelId="{DBABAF13-FE52-4985-ACCD-908728EE0608}" type="pres">
      <dgm:prSet presAssocID="{222F58F2-305A-454F-BFD4-6213E903BD69}" presName="connectorText" presStyleLbl="sibTrans2D1" presStyleIdx="0" presStyleCnt="3"/>
      <dgm:spPr/>
      <dgm:t>
        <a:bodyPr/>
        <a:lstStyle/>
        <a:p>
          <a:endParaRPr lang="es-ES"/>
        </a:p>
      </dgm:t>
    </dgm:pt>
    <dgm:pt modelId="{F6422936-22B5-4046-B807-664886D2D875}" type="pres">
      <dgm:prSet presAssocID="{8F9769FF-23AA-4362-A760-CD6731C7080D}" presName="node" presStyleLbl="node1" presStyleIdx="1" presStyleCnt="4">
        <dgm:presLayoutVars>
          <dgm:bulletEnabled val="1"/>
        </dgm:presLayoutVars>
      </dgm:prSet>
      <dgm:spPr/>
      <dgm:t>
        <a:bodyPr/>
        <a:lstStyle/>
        <a:p>
          <a:endParaRPr lang="es-ES"/>
        </a:p>
      </dgm:t>
    </dgm:pt>
    <dgm:pt modelId="{D563892F-7DB1-4C81-923F-337766550097}" type="pres">
      <dgm:prSet presAssocID="{149A653D-B47B-4F62-9613-3106A2DE8FD9}" presName="sibTrans" presStyleLbl="sibTrans2D1" presStyleIdx="1" presStyleCnt="3"/>
      <dgm:spPr/>
      <dgm:t>
        <a:bodyPr/>
        <a:lstStyle/>
        <a:p>
          <a:endParaRPr lang="es-ES"/>
        </a:p>
      </dgm:t>
    </dgm:pt>
    <dgm:pt modelId="{61AF5528-B295-4122-B942-F35BDDA59FA4}" type="pres">
      <dgm:prSet presAssocID="{149A653D-B47B-4F62-9613-3106A2DE8FD9}" presName="connectorText" presStyleLbl="sibTrans2D1" presStyleIdx="1" presStyleCnt="3"/>
      <dgm:spPr/>
      <dgm:t>
        <a:bodyPr/>
        <a:lstStyle/>
        <a:p>
          <a:endParaRPr lang="es-ES"/>
        </a:p>
      </dgm:t>
    </dgm:pt>
    <dgm:pt modelId="{DAC5D564-615D-4A15-9C88-ECE241800660}" type="pres">
      <dgm:prSet presAssocID="{9DB59D96-B5D0-48B7-A30E-FFC15DA351D1}" presName="node" presStyleLbl="node1" presStyleIdx="2" presStyleCnt="4">
        <dgm:presLayoutVars>
          <dgm:bulletEnabled val="1"/>
        </dgm:presLayoutVars>
      </dgm:prSet>
      <dgm:spPr/>
      <dgm:t>
        <a:bodyPr/>
        <a:lstStyle/>
        <a:p>
          <a:endParaRPr lang="es-ES"/>
        </a:p>
      </dgm:t>
    </dgm:pt>
    <dgm:pt modelId="{E5DA1F81-E428-41B3-9568-EFE69C9AFB44}" type="pres">
      <dgm:prSet presAssocID="{7F6E3FD6-022B-4C69-B1F6-09F5E4FF657D}" presName="sibTrans" presStyleLbl="sibTrans2D1" presStyleIdx="2" presStyleCnt="3"/>
      <dgm:spPr/>
      <dgm:t>
        <a:bodyPr/>
        <a:lstStyle/>
        <a:p>
          <a:endParaRPr lang="es-ES"/>
        </a:p>
      </dgm:t>
    </dgm:pt>
    <dgm:pt modelId="{2753A6F9-2CDE-4713-A375-62D61576BE57}" type="pres">
      <dgm:prSet presAssocID="{7F6E3FD6-022B-4C69-B1F6-09F5E4FF657D}" presName="connectorText" presStyleLbl="sibTrans2D1" presStyleIdx="2" presStyleCnt="3"/>
      <dgm:spPr/>
      <dgm:t>
        <a:bodyPr/>
        <a:lstStyle/>
        <a:p>
          <a:endParaRPr lang="es-ES"/>
        </a:p>
      </dgm:t>
    </dgm:pt>
    <dgm:pt modelId="{3E942E8C-4556-4CD4-9E20-12146B580D97}" type="pres">
      <dgm:prSet presAssocID="{A1B549B9-39EE-49A0-B912-1004B7A7C867}" presName="node" presStyleLbl="node1" presStyleIdx="3" presStyleCnt="4">
        <dgm:presLayoutVars>
          <dgm:bulletEnabled val="1"/>
        </dgm:presLayoutVars>
      </dgm:prSet>
      <dgm:spPr/>
      <dgm:t>
        <a:bodyPr/>
        <a:lstStyle/>
        <a:p>
          <a:endParaRPr lang="es-ES"/>
        </a:p>
      </dgm:t>
    </dgm:pt>
  </dgm:ptLst>
  <dgm:cxnLst>
    <dgm:cxn modelId="{DB86C13A-38C3-46E3-A731-894D2888A328}" type="presOf" srcId="{222F58F2-305A-454F-BFD4-6213E903BD69}" destId="{22D67800-FD59-4F62-AE20-76D184B0BA1C}" srcOrd="0" destOrd="0" presId="urn:microsoft.com/office/officeart/2005/8/layout/process2"/>
    <dgm:cxn modelId="{0EB3D933-649B-405F-AB75-D5F23C34E0FB}" srcId="{E658C07C-31A7-44C6-959B-13B408E07617}" destId="{A1B549B9-39EE-49A0-B912-1004B7A7C867}" srcOrd="3" destOrd="0" parTransId="{7952092D-9B7B-43E0-9F76-B673761A308B}" sibTransId="{9C23CAB2-6C42-40DB-992A-9CDD3330E842}"/>
    <dgm:cxn modelId="{F8054582-86C4-49D1-A3F4-40E71606AB20}" srcId="{E658C07C-31A7-44C6-959B-13B408E07617}" destId="{8F9769FF-23AA-4362-A760-CD6731C7080D}" srcOrd="1" destOrd="0" parTransId="{602B43D8-DB09-4BEF-846D-4B98D9BEC269}" sibTransId="{149A653D-B47B-4F62-9613-3106A2DE8FD9}"/>
    <dgm:cxn modelId="{316F2F5E-372D-4AA7-85C5-34B64410D4C3}" type="presOf" srcId="{A1B549B9-39EE-49A0-B912-1004B7A7C867}" destId="{3E942E8C-4556-4CD4-9E20-12146B580D97}" srcOrd="0" destOrd="0" presId="urn:microsoft.com/office/officeart/2005/8/layout/process2"/>
    <dgm:cxn modelId="{4DF54F43-DF94-4FFD-B39F-C0B6BE2C81C8}" type="presOf" srcId="{7F6E3FD6-022B-4C69-B1F6-09F5E4FF657D}" destId="{E5DA1F81-E428-41B3-9568-EFE69C9AFB44}" srcOrd="0" destOrd="0" presId="urn:microsoft.com/office/officeart/2005/8/layout/process2"/>
    <dgm:cxn modelId="{77ADE0D3-F64B-4BFC-9CD0-B5C30D24820A}" type="presOf" srcId="{149A653D-B47B-4F62-9613-3106A2DE8FD9}" destId="{D563892F-7DB1-4C81-923F-337766550097}" srcOrd="0" destOrd="0" presId="urn:microsoft.com/office/officeart/2005/8/layout/process2"/>
    <dgm:cxn modelId="{F67A9EE4-0CE6-42EF-BF4A-C04BA3C067E5}" type="presOf" srcId="{8F9769FF-23AA-4362-A760-CD6731C7080D}" destId="{F6422936-22B5-4046-B807-664886D2D875}" srcOrd="0" destOrd="0" presId="urn:microsoft.com/office/officeart/2005/8/layout/process2"/>
    <dgm:cxn modelId="{52F94AB2-6454-457B-B0C2-9552FDD8310F}" type="presOf" srcId="{9DB59D96-B5D0-48B7-A30E-FFC15DA351D1}" destId="{DAC5D564-615D-4A15-9C88-ECE241800660}" srcOrd="0" destOrd="0" presId="urn:microsoft.com/office/officeart/2005/8/layout/process2"/>
    <dgm:cxn modelId="{6123F19F-5EDC-4E36-B2B3-60AC931F6BB2}" type="presOf" srcId="{222F58F2-305A-454F-BFD4-6213E903BD69}" destId="{DBABAF13-FE52-4985-ACCD-908728EE0608}" srcOrd="1" destOrd="0" presId="urn:microsoft.com/office/officeart/2005/8/layout/process2"/>
    <dgm:cxn modelId="{BCD9AB69-46D7-4256-B514-62E2B3B41368}" srcId="{E658C07C-31A7-44C6-959B-13B408E07617}" destId="{9DB59D96-B5D0-48B7-A30E-FFC15DA351D1}" srcOrd="2" destOrd="0" parTransId="{C6A74766-A925-44C5-BF9A-56A5EA547F9B}" sibTransId="{7F6E3FD6-022B-4C69-B1F6-09F5E4FF657D}"/>
    <dgm:cxn modelId="{06CF2E1E-8759-42D4-A675-3F5F9B491202}" type="presOf" srcId="{149A653D-B47B-4F62-9613-3106A2DE8FD9}" destId="{61AF5528-B295-4122-B942-F35BDDA59FA4}" srcOrd="1" destOrd="0" presId="urn:microsoft.com/office/officeart/2005/8/layout/process2"/>
    <dgm:cxn modelId="{C8670E55-B464-4C1D-BD23-B72B4D93CBD4}" type="presOf" srcId="{E658C07C-31A7-44C6-959B-13B408E07617}" destId="{9288F508-39F3-49BD-B6A3-9CEAE2743AD4}" srcOrd="0" destOrd="0" presId="urn:microsoft.com/office/officeart/2005/8/layout/process2"/>
    <dgm:cxn modelId="{09730F11-63B9-4017-A260-DCA7B1C20A74}" type="presOf" srcId="{7F6E3FD6-022B-4C69-B1F6-09F5E4FF657D}" destId="{2753A6F9-2CDE-4713-A375-62D61576BE57}" srcOrd="1" destOrd="0" presId="urn:microsoft.com/office/officeart/2005/8/layout/process2"/>
    <dgm:cxn modelId="{6F028FFC-2A9D-46D3-89F3-8EFC82D934C9}" type="presOf" srcId="{8946CEC4-1325-4CAA-9240-92541D81946F}" destId="{9EAEC2F2-927D-4082-8814-406EEA4FD25D}" srcOrd="0" destOrd="0" presId="urn:microsoft.com/office/officeart/2005/8/layout/process2"/>
    <dgm:cxn modelId="{DB3C4A95-ADD6-4D6E-B470-18451C36E04A}" srcId="{E658C07C-31A7-44C6-959B-13B408E07617}" destId="{8946CEC4-1325-4CAA-9240-92541D81946F}" srcOrd="0" destOrd="0" parTransId="{E7D879F3-041F-43E0-A25F-821749AB18D7}" sibTransId="{222F58F2-305A-454F-BFD4-6213E903BD69}"/>
    <dgm:cxn modelId="{A3CC1D86-E247-431B-90C7-891FEFBB2392}" type="presParOf" srcId="{9288F508-39F3-49BD-B6A3-9CEAE2743AD4}" destId="{9EAEC2F2-927D-4082-8814-406EEA4FD25D}" srcOrd="0" destOrd="0" presId="urn:microsoft.com/office/officeart/2005/8/layout/process2"/>
    <dgm:cxn modelId="{F0772F21-40FD-4085-80A7-EA7F7255221F}" type="presParOf" srcId="{9288F508-39F3-49BD-B6A3-9CEAE2743AD4}" destId="{22D67800-FD59-4F62-AE20-76D184B0BA1C}" srcOrd="1" destOrd="0" presId="urn:microsoft.com/office/officeart/2005/8/layout/process2"/>
    <dgm:cxn modelId="{498CE3FE-386F-45F8-93F7-1616DE19DFEE}" type="presParOf" srcId="{22D67800-FD59-4F62-AE20-76D184B0BA1C}" destId="{DBABAF13-FE52-4985-ACCD-908728EE0608}" srcOrd="0" destOrd="0" presId="urn:microsoft.com/office/officeart/2005/8/layout/process2"/>
    <dgm:cxn modelId="{1781695A-B6B1-4CA1-A50E-24CE0A67676C}" type="presParOf" srcId="{9288F508-39F3-49BD-B6A3-9CEAE2743AD4}" destId="{F6422936-22B5-4046-B807-664886D2D875}" srcOrd="2" destOrd="0" presId="urn:microsoft.com/office/officeart/2005/8/layout/process2"/>
    <dgm:cxn modelId="{380BBF44-834F-4DF1-973B-1C7E31309F4A}" type="presParOf" srcId="{9288F508-39F3-49BD-B6A3-9CEAE2743AD4}" destId="{D563892F-7DB1-4C81-923F-337766550097}" srcOrd="3" destOrd="0" presId="urn:microsoft.com/office/officeart/2005/8/layout/process2"/>
    <dgm:cxn modelId="{75044457-26F1-4114-B313-DCFA8003BD6E}" type="presParOf" srcId="{D563892F-7DB1-4C81-923F-337766550097}" destId="{61AF5528-B295-4122-B942-F35BDDA59FA4}" srcOrd="0" destOrd="0" presId="urn:microsoft.com/office/officeart/2005/8/layout/process2"/>
    <dgm:cxn modelId="{D0FF4DA7-1623-4EBF-866C-B3D2A8556E27}" type="presParOf" srcId="{9288F508-39F3-49BD-B6A3-9CEAE2743AD4}" destId="{DAC5D564-615D-4A15-9C88-ECE241800660}" srcOrd="4" destOrd="0" presId="urn:microsoft.com/office/officeart/2005/8/layout/process2"/>
    <dgm:cxn modelId="{856D56F4-DDCF-44EA-A4EB-A16C9D1CE139}" type="presParOf" srcId="{9288F508-39F3-49BD-B6A3-9CEAE2743AD4}" destId="{E5DA1F81-E428-41B3-9568-EFE69C9AFB44}" srcOrd="5" destOrd="0" presId="urn:microsoft.com/office/officeart/2005/8/layout/process2"/>
    <dgm:cxn modelId="{EA2E16C6-CEED-47F5-AE29-D1CA14F81983}" type="presParOf" srcId="{E5DA1F81-E428-41B3-9568-EFE69C9AFB44}" destId="{2753A6F9-2CDE-4713-A375-62D61576BE57}" srcOrd="0" destOrd="0" presId="urn:microsoft.com/office/officeart/2005/8/layout/process2"/>
    <dgm:cxn modelId="{F19E534A-B84E-4F7C-A65E-BB24E6E8E30E}" type="presParOf" srcId="{9288F508-39F3-49BD-B6A3-9CEAE2743AD4}" destId="{3E942E8C-4556-4CD4-9E20-12146B580D97}"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658C07C-31A7-44C6-959B-13B408E07617}" type="doc">
      <dgm:prSet loTypeId="urn:microsoft.com/office/officeart/2005/8/layout/process2" loCatId="process" qsTypeId="urn:microsoft.com/office/officeart/2005/8/quickstyle/simple1" qsCatId="simple" csTypeId="urn:microsoft.com/office/officeart/2005/8/colors/accent1_2" csCatId="accent1" phldr="1"/>
      <dgm:spPr/>
    </dgm:pt>
    <dgm:pt modelId="{8946CEC4-1325-4CAA-9240-92541D81946F}">
      <dgm:prSet phldrT="[Texto]" custT="1"/>
      <dgm:spPr>
        <a:solidFill>
          <a:schemeClr val="accent4">
            <a:lumMod val="40000"/>
            <a:lumOff val="60000"/>
          </a:schemeClr>
        </a:solidFill>
      </dgm:spPr>
      <dgm:t>
        <a:bodyPr/>
        <a:lstStyle/>
        <a:p>
          <a:pPr algn="l"/>
          <a:r>
            <a:rPr lang="es-PE" sz="1500" dirty="0">
              <a:solidFill>
                <a:schemeClr val="tx1"/>
              </a:solidFill>
            </a:rPr>
            <a:t>1. Entender el contexto y estrategia de la empresa.</a:t>
          </a:r>
        </a:p>
      </dgm:t>
    </dgm:pt>
    <dgm:pt modelId="{E7D879F3-041F-43E0-A25F-821749AB18D7}" type="parTrans" cxnId="{DB3C4A95-ADD6-4D6E-B470-18451C36E04A}">
      <dgm:prSet/>
      <dgm:spPr/>
      <dgm:t>
        <a:bodyPr/>
        <a:lstStyle/>
        <a:p>
          <a:endParaRPr lang="es-PE"/>
        </a:p>
      </dgm:t>
    </dgm:pt>
    <dgm:pt modelId="{222F58F2-305A-454F-BFD4-6213E903BD69}" type="sibTrans" cxnId="{DB3C4A95-ADD6-4D6E-B470-18451C36E04A}">
      <dgm:prSet/>
      <dgm:spPr/>
      <dgm:t>
        <a:bodyPr/>
        <a:lstStyle/>
        <a:p>
          <a:endParaRPr lang="es-PE"/>
        </a:p>
      </dgm:t>
    </dgm:pt>
    <dgm:pt modelId="{8F9769FF-23AA-4362-A760-CD6731C7080D}">
      <dgm:prSet phldrT="[Texto]" custT="1"/>
      <dgm:spPr>
        <a:solidFill>
          <a:schemeClr val="accent4">
            <a:lumMod val="75000"/>
          </a:schemeClr>
        </a:solidFill>
      </dgm:spPr>
      <dgm:t>
        <a:bodyPr/>
        <a:lstStyle/>
        <a:p>
          <a:pPr algn="l"/>
          <a:r>
            <a:rPr lang="es-PE" sz="1500" dirty="0"/>
            <a:t>2. Determinar el alcance inicial del sistema de gobierno.</a:t>
          </a:r>
        </a:p>
      </dgm:t>
    </dgm:pt>
    <dgm:pt modelId="{602B43D8-DB09-4BEF-846D-4B98D9BEC269}" type="parTrans" cxnId="{F8054582-86C4-49D1-A3F4-40E71606AB20}">
      <dgm:prSet/>
      <dgm:spPr/>
      <dgm:t>
        <a:bodyPr/>
        <a:lstStyle/>
        <a:p>
          <a:endParaRPr lang="es-PE"/>
        </a:p>
      </dgm:t>
    </dgm:pt>
    <dgm:pt modelId="{149A653D-B47B-4F62-9613-3106A2DE8FD9}" type="sibTrans" cxnId="{F8054582-86C4-49D1-A3F4-40E71606AB20}">
      <dgm:prSet/>
      <dgm:spPr/>
      <dgm:t>
        <a:bodyPr/>
        <a:lstStyle/>
        <a:p>
          <a:endParaRPr lang="es-PE"/>
        </a:p>
      </dgm:t>
    </dgm:pt>
    <dgm:pt modelId="{A1B549B9-39EE-49A0-B912-1004B7A7C867}">
      <dgm:prSet phldrT="[Texto]" custT="1"/>
      <dgm:spPr>
        <a:solidFill>
          <a:schemeClr val="tx2">
            <a:lumMod val="50000"/>
          </a:schemeClr>
        </a:solidFill>
      </dgm:spPr>
      <dgm:t>
        <a:bodyPr/>
        <a:lstStyle/>
        <a:p>
          <a:pPr algn="l"/>
          <a:r>
            <a:rPr lang="es-PE" sz="1500" dirty="0"/>
            <a:t>4. Finalizar el diseño del sistema de gobierno</a:t>
          </a:r>
        </a:p>
      </dgm:t>
    </dgm:pt>
    <dgm:pt modelId="{7952092D-9B7B-43E0-9F76-B673761A308B}" type="parTrans" cxnId="{0EB3D933-649B-405F-AB75-D5F23C34E0FB}">
      <dgm:prSet/>
      <dgm:spPr/>
      <dgm:t>
        <a:bodyPr/>
        <a:lstStyle/>
        <a:p>
          <a:endParaRPr lang="es-PE"/>
        </a:p>
      </dgm:t>
    </dgm:pt>
    <dgm:pt modelId="{9C23CAB2-6C42-40DB-992A-9CDD3330E842}" type="sibTrans" cxnId="{0EB3D933-649B-405F-AB75-D5F23C34E0FB}">
      <dgm:prSet/>
      <dgm:spPr/>
      <dgm:t>
        <a:bodyPr/>
        <a:lstStyle/>
        <a:p>
          <a:endParaRPr lang="es-PE"/>
        </a:p>
      </dgm:t>
    </dgm:pt>
    <dgm:pt modelId="{9DB59D96-B5D0-48B7-A30E-FFC15DA351D1}">
      <dgm:prSet phldrT="[Texto]" custT="1"/>
      <dgm:spPr>
        <a:solidFill>
          <a:schemeClr val="tx1">
            <a:lumMod val="75000"/>
            <a:lumOff val="25000"/>
          </a:schemeClr>
        </a:solidFill>
      </dgm:spPr>
      <dgm:t>
        <a:bodyPr/>
        <a:lstStyle/>
        <a:p>
          <a:pPr algn="l"/>
          <a:r>
            <a:rPr lang="es-PE" sz="1500" dirty="0"/>
            <a:t>3. Perfeccionar el alcance del sistema de gobierno.</a:t>
          </a:r>
        </a:p>
      </dgm:t>
    </dgm:pt>
    <dgm:pt modelId="{C6A74766-A925-44C5-BF9A-56A5EA547F9B}" type="parTrans" cxnId="{BCD9AB69-46D7-4256-B514-62E2B3B41368}">
      <dgm:prSet/>
      <dgm:spPr/>
      <dgm:t>
        <a:bodyPr/>
        <a:lstStyle/>
        <a:p>
          <a:endParaRPr lang="es-PE"/>
        </a:p>
      </dgm:t>
    </dgm:pt>
    <dgm:pt modelId="{7F6E3FD6-022B-4C69-B1F6-09F5E4FF657D}" type="sibTrans" cxnId="{BCD9AB69-46D7-4256-B514-62E2B3B41368}">
      <dgm:prSet/>
      <dgm:spPr/>
      <dgm:t>
        <a:bodyPr/>
        <a:lstStyle/>
        <a:p>
          <a:endParaRPr lang="es-PE"/>
        </a:p>
      </dgm:t>
    </dgm:pt>
    <dgm:pt modelId="{9288F508-39F3-49BD-B6A3-9CEAE2743AD4}" type="pres">
      <dgm:prSet presAssocID="{E658C07C-31A7-44C6-959B-13B408E07617}" presName="linearFlow" presStyleCnt="0">
        <dgm:presLayoutVars>
          <dgm:resizeHandles val="exact"/>
        </dgm:presLayoutVars>
      </dgm:prSet>
      <dgm:spPr/>
    </dgm:pt>
    <dgm:pt modelId="{9EAEC2F2-927D-4082-8814-406EEA4FD25D}" type="pres">
      <dgm:prSet presAssocID="{8946CEC4-1325-4CAA-9240-92541D81946F}" presName="node" presStyleLbl="node1" presStyleIdx="0" presStyleCnt="4">
        <dgm:presLayoutVars>
          <dgm:bulletEnabled val="1"/>
        </dgm:presLayoutVars>
      </dgm:prSet>
      <dgm:spPr/>
      <dgm:t>
        <a:bodyPr/>
        <a:lstStyle/>
        <a:p>
          <a:endParaRPr lang="es-ES"/>
        </a:p>
      </dgm:t>
    </dgm:pt>
    <dgm:pt modelId="{22D67800-FD59-4F62-AE20-76D184B0BA1C}" type="pres">
      <dgm:prSet presAssocID="{222F58F2-305A-454F-BFD4-6213E903BD69}" presName="sibTrans" presStyleLbl="sibTrans2D1" presStyleIdx="0" presStyleCnt="3"/>
      <dgm:spPr/>
      <dgm:t>
        <a:bodyPr/>
        <a:lstStyle/>
        <a:p>
          <a:endParaRPr lang="es-ES"/>
        </a:p>
      </dgm:t>
    </dgm:pt>
    <dgm:pt modelId="{DBABAF13-FE52-4985-ACCD-908728EE0608}" type="pres">
      <dgm:prSet presAssocID="{222F58F2-305A-454F-BFD4-6213E903BD69}" presName="connectorText" presStyleLbl="sibTrans2D1" presStyleIdx="0" presStyleCnt="3"/>
      <dgm:spPr/>
      <dgm:t>
        <a:bodyPr/>
        <a:lstStyle/>
        <a:p>
          <a:endParaRPr lang="es-ES"/>
        </a:p>
      </dgm:t>
    </dgm:pt>
    <dgm:pt modelId="{F6422936-22B5-4046-B807-664886D2D875}" type="pres">
      <dgm:prSet presAssocID="{8F9769FF-23AA-4362-A760-CD6731C7080D}" presName="node" presStyleLbl="node1" presStyleIdx="1" presStyleCnt="4">
        <dgm:presLayoutVars>
          <dgm:bulletEnabled val="1"/>
        </dgm:presLayoutVars>
      </dgm:prSet>
      <dgm:spPr/>
      <dgm:t>
        <a:bodyPr/>
        <a:lstStyle/>
        <a:p>
          <a:endParaRPr lang="es-ES"/>
        </a:p>
      </dgm:t>
    </dgm:pt>
    <dgm:pt modelId="{D563892F-7DB1-4C81-923F-337766550097}" type="pres">
      <dgm:prSet presAssocID="{149A653D-B47B-4F62-9613-3106A2DE8FD9}" presName="sibTrans" presStyleLbl="sibTrans2D1" presStyleIdx="1" presStyleCnt="3"/>
      <dgm:spPr/>
      <dgm:t>
        <a:bodyPr/>
        <a:lstStyle/>
        <a:p>
          <a:endParaRPr lang="es-ES"/>
        </a:p>
      </dgm:t>
    </dgm:pt>
    <dgm:pt modelId="{61AF5528-B295-4122-B942-F35BDDA59FA4}" type="pres">
      <dgm:prSet presAssocID="{149A653D-B47B-4F62-9613-3106A2DE8FD9}" presName="connectorText" presStyleLbl="sibTrans2D1" presStyleIdx="1" presStyleCnt="3"/>
      <dgm:spPr/>
      <dgm:t>
        <a:bodyPr/>
        <a:lstStyle/>
        <a:p>
          <a:endParaRPr lang="es-ES"/>
        </a:p>
      </dgm:t>
    </dgm:pt>
    <dgm:pt modelId="{DAC5D564-615D-4A15-9C88-ECE241800660}" type="pres">
      <dgm:prSet presAssocID="{9DB59D96-B5D0-48B7-A30E-FFC15DA351D1}" presName="node" presStyleLbl="node1" presStyleIdx="2" presStyleCnt="4">
        <dgm:presLayoutVars>
          <dgm:bulletEnabled val="1"/>
        </dgm:presLayoutVars>
      </dgm:prSet>
      <dgm:spPr/>
      <dgm:t>
        <a:bodyPr/>
        <a:lstStyle/>
        <a:p>
          <a:endParaRPr lang="es-ES"/>
        </a:p>
      </dgm:t>
    </dgm:pt>
    <dgm:pt modelId="{E5DA1F81-E428-41B3-9568-EFE69C9AFB44}" type="pres">
      <dgm:prSet presAssocID="{7F6E3FD6-022B-4C69-B1F6-09F5E4FF657D}" presName="sibTrans" presStyleLbl="sibTrans2D1" presStyleIdx="2" presStyleCnt="3"/>
      <dgm:spPr/>
      <dgm:t>
        <a:bodyPr/>
        <a:lstStyle/>
        <a:p>
          <a:endParaRPr lang="es-ES"/>
        </a:p>
      </dgm:t>
    </dgm:pt>
    <dgm:pt modelId="{2753A6F9-2CDE-4713-A375-62D61576BE57}" type="pres">
      <dgm:prSet presAssocID="{7F6E3FD6-022B-4C69-B1F6-09F5E4FF657D}" presName="connectorText" presStyleLbl="sibTrans2D1" presStyleIdx="2" presStyleCnt="3"/>
      <dgm:spPr/>
      <dgm:t>
        <a:bodyPr/>
        <a:lstStyle/>
        <a:p>
          <a:endParaRPr lang="es-ES"/>
        </a:p>
      </dgm:t>
    </dgm:pt>
    <dgm:pt modelId="{3E942E8C-4556-4CD4-9E20-12146B580D97}" type="pres">
      <dgm:prSet presAssocID="{A1B549B9-39EE-49A0-B912-1004B7A7C867}" presName="node" presStyleLbl="node1" presStyleIdx="3" presStyleCnt="4">
        <dgm:presLayoutVars>
          <dgm:bulletEnabled val="1"/>
        </dgm:presLayoutVars>
      </dgm:prSet>
      <dgm:spPr/>
      <dgm:t>
        <a:bodyPr/>
        <a:lstStyle/>
        <a:p>
          <a:endParaRPr lang="es-ES"/>
        </a:p>
      </dgm:t>
    </dgm:pt>
  </dgm:ptLst>
  <dgm:cxnLst>
    <dgm:cxn modelId="{DB86C13A-38C3-46E3-A731-894D2888A328}" type="presOf" srcId="{222F58F2-305A-454F-BFD4-6213E903BD69}" destId="{22D67800-FD59-4F62-AE20-76D184B0BA1C}" srcOrd="0" destOrd="0" presId="urn:microsoft.com/office/officeart/2005/8/layout/process2"/>
    <dgm:cxn modelId="{0EB3D933-649B-405F-AB75-D5F23C34E0FB}" srcId="{E658C07C-31A7-44C6-959B-13B408E07617}" destId="{A1B549B9-39EE-49A0-B912-1004B7A7C867}" srcOrd="3" destOrd="0" parTransId="{7952092D-9B7B-43E0-9F76-B673761A308B}" sibTransId="{9C23CAB2-6C42-40DB-992A-9CDD3330E842}"/>
    <dgm:cxn modelId="{F8054582-86C4-49D1-A3F4-40E71606AB20}" srcId="{E658C07C-31A7-44C6-959B-13B408E07617}" destId="{8F9769FF-23AA-4362-A760-CD6731C7080D}" srcOrd="1" destOrd="0" parTransId="{602B43D8-DB09-4BEF-846D-4B98D9BEC269}" sibTransId="{149A653D-B47B-4F62-9613-3106A2DE8FD9}"/>
    <dgm:cxn modelId="{316F2F5E-372D-4AA7-85C5-34B64410D4C3}" type="presOf" srcId="{A1B549B9-39EE-49A0-B912-1004B7A7C867}" destId="{3E942E8C-4556-4CD4-9E20-12146B580D97}" srcOrd="0" destOrd="0" presId="urn:microsoft.com/office/officeart/2005/8/layout/process2"/>
    <dgm:cxn modelId="{4DF54F43-DF94-4FFD-B39F-C0B6BE2C81C8}" type="presOf" srcId="{7F6E3FD6-022B-4C69-B1F6-09F5E4FF657D}" destId="{E5DA1F81-E428-41B3-9568-EFE69C9AFB44}" srcOrd="0" destOrd="0" presId="urn:microsoft.com/office/officeart/2005/8/layout/process2"/>
    <dgm:cxn modelId="{77ADE0D3-F64B-4BFC-9CD0-B5C30D24820A}" type="presOf" srcId="{149A653D-B47B-4F62-9613-3106A2DE8FD9}" destId="{D563892F-7DB1-4C81-923F-337766550097}" srcOrd="0" destOrd="0" presId="urn:microsoft.com/office/officeart/2005/8/layout/process2"/>
    <dgm:cxn modelId="{F67A9EE4-0CE6-42EF-BF4A-C04BA3C067E5}" type="presOf" srcId="{8F9769FF-23AA-4362-A760-CD6731C7080D}" destId="{F6422936-22B5-4046-B807-664886D2D875}" srcOrd="0" destOrd="0" presId="urn:microsoft.com/office/officeart/2005/8/layout/process2"/>
    <dgm:cxn modelId="{52F94AB2-6454-457B-B0C2-9552FDD8310F}" type="presOf" srcId="{9DB59D96-B5D0-48B7-A30E-FFC15DA351D1}" destId="{DAC5D564-615D-4A15-9C88-ECE241800660}" srcOrd="0" destOrd="0" presId="urn:microsoft.com/office/officeart/2005/8/layout/process2"/>
    <dgm:cxn modelId="{6123F19F-5EDC-4E36-B2B3-60AC931F6BB2}" type="presOf" srcId="{222F58F2-305A-454F-BFD4-6213E903BD69}" destId="{DBABAF13-FE52-4985-ACCD-908728EE0608}" srcOrd="1" destOrd="0" presId="urn:microsoft.com/office/officeart/2005/8/layout/process2"/>
    <dgm:cxn modelId="{BCD9AB69-46D7-4256-B514-62E2B3B41368}" srcId="{E658C07C-31A7-44C6-959B-13B408E07617}" destId="{9DB59D96-B5D0-48B7-A30E-FFC15DA351D1}" srcOrd="2" destOrd="0" parTransId="{C6A74766-A925-44C5-BF9A-56A5EA547F9B}" sibTransId="{7F6E3FD6-022B-4C69-B1F6-09F5E4FF657D}"/>
    <dgm:cxn modelId="{06CF2E1E-8759-42D4-A675-3F5F9B491202}" type="presOf" srcId="{149A653D-B47B-4F62-9613-3106A2DE8FD9}" destId="{61AF5528-B295-4122-B942-F35BDDA59FA4}" srcOrd="1" destOrd="0" presId="urn:microsoft.com/office/officeart/2005/8/layout/process2"/>
    <dgm:cxn modelId="{C8670E55-B464-4C1D-BD23-B72B4D93CBD4}" type="presOf" srcId="{E658C07C-31A7-44C6-959B-13B408E07617}" destId="{9288F508-39F3-49BD-B6A3-9CEAE2743AD4}" srcOrd="0" destOrd="0" presId="urn:microsoft.com/office/officeart/2005/8/layout/process2"/>
    <dgm:cxn modelId="{09730F11-63B9-4017-A260-DCA7B1C20A74}" type="presOf" srcId="{7F6E3FD6-022B-4C69-B1F6-09F5E4FF657D}" destId="{2753A6F9-2CDE-4713-A375-62D61576BE57}" srcOrd="1" destOrd="0" presId="urn:microsoft.com/office/officeart/2005/8/layout/process2"/>
    <dgm:cxn modelId="{6F028FFC-2A9D-46D3-89F3-8EFC82D934C9}" type="presOf" srcId="{8946CEC4-1325-4CAA-9240-92541D81946F}" destId="{9EAEC2F2-927D-4082-8814-406EEA4FD25D}" srcOrd="0" destOrd="0" presId="urn:microsoft.com/office/officeart/2005/8/layout/process2"/>
    <dgm:cxn modelId="{DB3C4A95-ADD6-4D6E-B470-18451C36E04A}" srcId="{E658C07C-31A7-44C6-959B-13B408E07617}" destId="{8946CEC4-1325-4CAA-9240-92541D81946F}" srcOrd="0" destOrd="0" parTransId="{E7D879F3-041F-43E0-A25F-821749AB18D7}" sibTransId="{222F58F2-305A-454F-BFD4-6213E903BD69}"/>
    <dgm:cxn modelId="{A3CC1D86-E247-431B-90C7-891FEFBB2392}" type="presParOf" srcId="{9288F508-39F3-49BD-B6A3-9CEAE2743AD4}" destId="{9EAEC2F2-927D-4082-8814-406EEA4FD25D}" srcOrd="0" destOrd="0" presId="urn:microsoft.com/office/officeart/2005/8/layout/process2"/>
    <dgm:cxn modelId="{F0772F21-40FD-4085-80A7-EA7F7255221F}" type="presParOf" srcId="{9288F508-39F3-49BD-B6A3-9CEAE2743AD4}" destId="{22D67800-FD59-4F62-AE20-76D184B0BA1C}" srcOrd="1" destOrd="0" presId="urn:microsoft.com/office/officeart/2005/8/layout/process2"/>
    <dgm:cxn modelId="{498CE3FE-386F-45F8-93F7-1616DE19DFEE}" type="presParOf" srcId="{22D67800-FD59-4F62-AE20-76D184B0BA1C}" destId="{DBABAF13-FE52-4985-ACCD-908728EE0608}" srcOrd="0" destOrd="0" presId="urn:microsoft.com/office/officeart/2005/8/layout/process2"/>
    <dgm:cxn modelId="{1781695A-B6B1-4CA1-A50E-24CE0A67676C}" type="presParOf" srcId="{9288F508-39F3-49BD-B6A3-9CEAE2743AD4}" destId="{F6422936-22B5-4046-B807-664886D2D875}" srcOrd="2" destOrd="0" presId="urn:microsoft.com/office/officeart/2005/8/layout/process2"/>
    <dgm:cxn modelId="{380BBF44-834F-4DF1-973B-1C7E31309F4A}" type="presParOf" srcId="{9288F508-39F3-49BD-B6A3-9CEAE2743AD4}" destId="{D563892F-7DB1-4C81-923F-337766550097}" srcOrd="3" destOrd="0" presId="urn:microsoft.com/office/officeart/2005/8/layout/process2"/>
    <dgm:cxn modelId="{75044457-26F1-4114-B313-DCFA8003BD6E}" type="presParOf" srcId="{D563892F-7DB1-4C81-923F-337766550097}" destId="{61AF5528-B295-4122-B942-F35BDDA59FA4}" srcOrd="0" destOrd="0" presId="urn:microsoft.com/office/officeart/2005/8/layout/process2"/>
    <dgm:cxn modelId="{D0FF4DA7-1623-4EBF-866C-B3D2A8556E27}" type="presParOf" srcId="{9288F508-39F3-49BD-B6A3-9CEAE2743AD4}" destId="{DAC5D564-615D-4A15-9C88-ECE241800660}" srcOrd="4" destOrd="0" presId="urn:microsoft.com/office/officeart/2005/8/layout/process2"/>
    <dgm:cxn modelId="{856D56F4-DDCF-44EA-A4EB-A16C9D1CE139}" type="presParOf" srcId="{9288F508-39F3-49BD-B6A3-9CEAE2743AD4}" destId="{E5DA1F81-E428-41B3-9568-EFE69C9AFB44}" srcOrd="5" destOrd="0" presId="urn:microsoft.com/office/officeart/2005/8/layout/process2"/>
    <dgm:cxn modelId="{EA2E16C6-CEED-47F5-AE29-D1CA14F81983}" type="presParOf" srcId="{E5DA1F81-E428-41B3-9568-EFE69C9AFB44}" destId="{2753A6F9-2CDE-4713-A375-62D61576BE57}" srcOrd="0" destOrd="0" presId="urn:microsoft.com/office/officeart/2005/8/layout/process2"/>
    <dgm:cxn modelId="{F19E534A-B84E-4F7C-A65E-BB24E6E8E30E}" type="presParOf" srcId="{9288F508-39F3-49BD-B6A3-9CEAE2743AD4}" destId="{3E942E8C-4556-4CD4-9E20-12146B580D97}"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AEC2F2-927D-4082-8814-406EEA4FD25D}">
      <dsp:nvSpPr>
        <dsp:cNvPr id="0" name=""/>
        <dsp:cNvSpPr/>
      </dsp:nvSpPr>
      <dsp:spPr>
        <a:xfrm>
          <a:off x="105483" y="1984"/>
          <a:ext cx="2546746" cy="738187"/>
        </a:xfrm>
        <a:prstGeom prst="roundRect">
          <a:avLst>
            <a:gd name="adj" fmla="val 10000"/>
          </a:avLst>
        </a:prstGeom>
        <a:solidFill>
          <a:schemeClr val="accent4">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solidFill>
                <a:schemeClr val="tx1"/>
              </a:solidFill>
            </a:rPr>
            <a:t>1. Entender el contexto y estrategia de la empresa.</a:t>
          </a:r>
        </a:p>
      </dsp:txBody>
      <dsp:txXfrm>
        <a:off x="127104" y="23605"/>
        <a:ext cx="2503504" cy="694945"/>
      </dsp:txXfrm>
    </dsp:sp>
    <dsp:sp modelId="{22D67800-FD59-4F62-AE20-76D184B0BA1C}">
      <dsp:nvSpPr>
        <dsp:cNvPr id="0" name=""/>
        <dsp:cNvSpPr/>
      </dsp:nvSpPr>
      <dsp:spPr>
        <a:xfrm rot="5400000">
          <a:off x="1240446" y="758626"/>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786308"/>
        <a:ext cx="199310" cy="193774"/>
      </dsp:txXfrm>
    </dsp:sp>
    <dsp:sp modelId="{F6422936-22B5-4046-B807-664886D2D875}">
      <dsp:nvSpPr>
        <dsp:cNvPr id="0" name=""/>
        <dsp:cNvSpPr/>
      </dsp:nvSpPr>
      <dsp:spPr>
        <a:xfrm>
          <a:off x="105483" y="1109265"/>
          <a:ext cx="2546746" cy="738187"/>
        </a:xfrm>
        <a:prstGeom prst="roundRect">
          <a:avLst>
            <a:gd name="adj" fmla="val 10000"/>
          </a:avLst>
        </a:prstGeom>
        <a:solidFill>
          <a:schemeClr val="accent4">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2. Determinar el alcance inicial del sistema de gobierno.</a:t>
          </a:r>
        </a:p>
      </dsp:txBody>
      <dsp:txXfrm>
        <a:off x="127104" y="1130886"/>
        <a:ext cx="2503504" cy="694945"/>
      </dsp:txXfrm>
    </dsp:sp>
    <dsp:sp modelId="{D563892F-7DB1-4C81-923F-337766550097}">
      <dsp:nvSpPr>
        <dsp:cNvPr id="0" name=""/>
        <dsp:cNvSpPr/>
      </dsp:nvSpPr>
      <dsp:spPr>
        <a:xfrm rot="5400000">
          <a:off x="1240446" y="1865907"/>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1893589"/>
        <a:ext cx="199310" cy="193774"/>
      </dsp:txXfrm>
    </dsp:sp>
    <dsp:sp modelId="{DAC5D564-615D-4A15-9C88-ECE241800660}">
      <dsp:nvSpPr>
        <dsp:cNvPr id="0" name=""/>
        <dsp:cNvSpPr/>
      </dsp:nvSpPr>
      <dsp:spPr>
        <a:xfrm>
          <a:off x="105483" y="2216546"/>
          <a:ext cx="2546746" cy="738187"/>
        </a:xfrm>
        <a:prstGeom prst="roundRect">
          <a:avLst>
            <a:gd name="adj" fmla="val 10000"/>
          </a:avLst>
        </a:prstGeom>
        <a:solidFill>
          <a:schemeClr val="tx1">
            <a:lumMod val="75000"/>
            <a:lumOff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3. Perfeccionar el alcance del sistema de gobierno.</a:t>
          </a:r>
        </a:p>
      </dsp:txBody>
      <dsp:txXfrm>
        <a:off x="127104" y="2238167"/>
        <a:ext cx="2503504" cy="694945"/>
      </dsp:txXfrm>
    </dsp:sp>
    <dsp:sp modelId="{E5DA1F81-E428-41B3-9568-EFE69C9AFB44}">
      <dsp:nvSpPr>
        <dsp:cNvPr id="0" name=""/>
        <dsp:cNvSpPr/>
      </dsp:nvSpPr>
      <dsp:spPr>
        <a:xfrm rot="5400000">
          <a:off x="1240446" y="2973189"/>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3000871"/>
        <a:ext cx="199310" cy="193774"/>
      </dsp:txXfrm>
    </dsp:sp>
    <dsp:sp modelId="{3E942E8C-4556-4CD4-9E20-12146B580D97}">
      <dsp:nvSpPr>
        <dsp:cNvPr id="0" name=""/>
        <dsp:cNvSpPr/>
      </dsp:nvSpPr>
      <dsp:spPr>
        <a:xfrm>
          <a:off x="105483" y="3323828"/>
          <a:ext cx="2546746" cy="738187"/>
        </a:xfrm>
        <a:prstGeom prst="roundRect">
          <a:avLst>
            <a:gd name="adj" fmla="val 10000"/>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4. Finalizar el diseño del sistema de </a:t>
          </a:r>
          <a:r>
            <a:rPr lang="es-PE" sz="1500" kern="1200" dirty="0" smtClean="0"/>
            <a:t>gobierno.</a:t>
          </a:r>
          <a:endParaRPr lang="es-PE" sz="1500" kern="1200" dirty="0"/>
        </a:p>
      </dsp:txBody>
      <dsp:txXfrm>
        <a:off x="127104" y="3345449"/>
        <a:ext cx="2503504" cy="6949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AEC2F2-927D-4082-8814-406EEA4FD25D}">
      <dsp:nvSpPr>
        <dsp:cNvPr id="0" name=""/>
        <dsp:cNvSpPr/>
      </dsp:nvSpPr>
      <dsp:spPr>
        <a:xfrm>
          <a:off x="105483" y="1984"/>
          <a:ext cx="2546746" cy="738187"/>
        </a:xfrm>
        <a:prstGeom prst="roundRect">
          <a:avLst>
            <a:gd name="adj" fmla="val 10000"/>
          </a:avLst>
        </a:prstGeom>
        <a:solidFill>
          <a:schemeClr val="accent4">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solidFill>
                <a:schemeClr val="tx1"/>
              </a:solidFill>
            </a:rPr>
            <a:t>1. Entender el contexto y estrategia de la empresa.</a:t>
          </a:r>
        </a:p>
      </dsp:txBody>
      <dsp:txXfrm>
        <a:off x="127104" y="23605"/>
        <a:ext cx="2503504" cy="694945"/>
      </dsp:txXfrm>
    </dsp:sp>
    <dsp:sp modelId="{22D67800-FD59-4F62-AE20-76D184B0BA1C}">
      <dsp:nvSpPr>
        <dsp:cNvPr id="0" name=""/>
        <dsp:cNvSpPr/>
      </dsp:nvSpPr>
      <dsp:spPr>
        <a:xfrm rot="5400000">
          <a:off x="1240446" y="758626"/>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786308"/>
        <a:ext cx="199310" cy="193774"/>
      </dsp:txXfrm>
    </dsp:sp>
    <dsp:sp modelId="{F6422936-22B5-4046-B807-664886D2D875}">
      <dsp:nvSpPr>
        <dsp:cNvPr id="0" name=""/>
        <dsp:cNvSpPr/>
      </dsp:nvSpPr>
      <dsp:spPr>
        <a:xfrm>
          <a:off x="105483" y="1109265"/>
          <a:ext cx="2546746" cy="738187"/>
        </a:xfrm>
        <a:prstGeom prst="roundRect">
          <a:avLst>
            <a:gd name="adj" fmla="val 10000"/>
          </a:avLst>
        </a:prstGeom>
        <a:solidFill>
          <a:schemeClr val="accent4">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2. Determinar el alcance inicial del sistema de gobierno.</a:t>
          </a:r>
        </a:p>
      </dsp:txBody>
      <dsp:txXfrm>
        <a:off x="127104" y="1130886"/>
        <a:ext cx="2503504" cy="694945"/>
      </dsp:txXfrm>
    </dsp:sp>
    <dsp:sp modelId="{D563892F-7DB1-4C81-923F-337766550097}">
      <dsp:nvSpPr>
        <dsp:cNvPr id="0" name=""/>
        <dsp:cNvSpPr/>
      </dsp:nvSpPr>
      <dsp:spPr>
        <a:xfrm rot="5400000">
          <a:off x="1240446" y="1865907"/>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1893589"/>
        <a:ext cx="199310" cy="193774"/>
      </dsp:txXfrm>
    </dsp:sp>
    <dsp:sp modelId="{DAC5D564-615D-4A15-9C88-ECE241800660}">
      <dsp:nvSpPr>
        <dsp:cNvPr id="0" name=""/>
        <dsp:cNvSpPr/>
      </dsp:nvSpPr>
      <dsp:spPr>
        <a:xfrm>
          <a:off x="105483" y="2216546"/>
          <a:ext cx="2546746" cy="738187"/>
        </a:xfrm>
        <a:prstGeom prst="roundRect">
          <a:avLst>
            <a:gd name="adj" fmla="val 10000"/>
          </a:avLst>
        </a:prstGeom>
        <a:solidFill>
          <a:schemeClr val="tx1">
            <a:lumMod val="75000"/>
            <a:lumOff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3. Perfeccionar el alcance del sistema de gobierno.</a:t>
          </a:r>
        </a:p>
      </dsp:txBody>
      <dsp:txXfrm>
        <a:off x="127104" y="2238167"/>
        <a:ext cx="2503504" cy="694945"/>
      </dsp:txXfrm>
    </dsp:sp>
    <dsp:sp modelId="{E5DA1F81-E428-41B3-9568-EFE69C9AFB44}">
      <dsp:nvSpPr>
        <dsp:cNvPr id="0" name=""/>
        <dsp:cNvSpPr/>
      </dsp:nvSpPr>
      <dsp:spPr>
        <a:xfrm rot="5400000">
          <a:off x="1240446" y="2973189"/>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3000871"/>
        <a:ext cx="199310" cy="193774"/>
      </dsp:txXfrm>
    </dsp:sp>
    <dsp:sp modelId="{3E942E8C-4556-4CD4-9E20-12146B580D97}">
      <dsp:nvSpPr>
        <dsp:cNvPr id="0" name=""/>
        <dsp:cNvSpPr/>
      </dsp:nvSpPr>
      <dsp:spPr>
        <a:xfrm>
          <a:off x="105483" y="3323828"/>
          <a:ext cx="2546746" cy="738187"/>
        </a:xfrm>
        <a:prstGeom prst="roundRect">
          <a:avLst>
            <a:gd name="adj" fmla="val 10000"/>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4. Finalizar el diseño del sistema de gobierno</a:t>
          </a:r>
        </a:p>
      </dsp:txBody>
      <dsp:txXfrm>
        <a:off x="127104" y="3345449"/>
        <a:ext cx="2503504" cy="6949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AEC2F2-927D-4082-8814-406EEA4FD25D}">
      <dsp:nvSpPr>
        <dsp:cNvPr id="0" name=""/>
        <dsp:cNvSpPr/>
      </dsp:nvSpPr>
      <dsp:spPr>
        <a:xfrm>
          <a:off x="105483" y="1984"/>
          <a:ext cx="2546746" cy="738187"/>
        </a:xfrm>
        <a:prstGeom prst="roundRect">
          <a:avLst>
            <a:gd name="adj" fmla="val 10000"/>
          </a:avLst>
        </a:prstGeom>
        <a:solidFill>
          <a:schemeClr val="accent4">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solidFill>
                <a:schemeClr val="tx1"/>
              </a:solidFill>
            </a:rPr>
            <a:t>1. Entender el contexto y estrategia de la empresa.</a:t>
          </a:r>
        </a:p>
      </dsp:txBody>
      <dsp:txXfrm>
        <a:off x="127104" y="23605"/>
        <a:ext cx="2503504" cy="694945"/>
      </dsp:txXfrm>
    </dsp:sp>
    <dsp:sp modelId="{22D67800-FD59-4F62-AE20-76D184B0BA1C}">
      <dsp:nvSpPr>
        <dsp:cNvPr id="0" name=""/>
        <dsp:cNvSpPr/>
      </dsp:nvSpPr>
      <dsp:spPr>
        <a:xfrm rot="5400000">
          <a:off x="1240446" y="758626"/>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786308"/>
        <a:ext cx="199310" cy="193774"/>
      </dsp:txXfrm>
    </dsp:sp>
    <dsp:sp modelId="{F6422936-22B5-4046-B807-664886D2D875}">
      <dsp:nvSpPr>
        <dsp:cNvPr id="0" name=""/>
        <dsp:cNvSpPr/>
      </dsp:nvSpPr>
      <dsp:spPr>
        <a:xfrm>
          <a:off x="105483" y="1109265"/>
          <a:ext cx="2546746" cy="738187"/>
        </a:xfrm>
        <a:prstGeom prst="roundRect">
          <a:avLst>
            <a:gd name="adj" fmla="val 10000"/>
          </a:avLst>
        </a:prstGeom>
        <a:solidFill>
          <a:schemeClr val="accent4">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2. Determinar el alcance inicial del sistema de gobierno.</a:t>
          </a:r>
        </a:p>
      </dsp:txBody>
      <dsp:txXfrm>
        <a:off x="127104" y="1130886"/>
        <a:ext cx="2503504" cy="694945"/>
      </dsp:txXfrm>
    </dsp:sp>
    <dsp:sp modelId="{D563892F-7DB1-4C81-923F-337766550097}">
      <dsp:nvSpPr>
        <dsp:cNvPr id="0" name=""/>
        <dsp:cNvSpPr/>
      </dsp:nvSpPr>
      <dsp:spPr>
        <a:xfrm rot="5400000">
          <a:off x="1240446" y="1865907"/>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1893589"/>
        <a:ext cx="199310" cy="193774"/>
      </dsp:txXfrm>
    </dsp:sp>
    <dsp:sp modelId="{DAC5D564-615D-4A15-9C88-ECE241800660}">
      <dsp:nvSpPr>
        <dsp:cNvPr id="0" name=""/>
        <dsp:cNvSpPr/>
      </dsp:nvSpPr>
      <dsp:spPr>
        <a:xfrm>
          <a:off x="105483" y="2216546"/>
          <a:ext cx="2546746" cy="738187"/>
        </a:xfrm>
        <a:prstGeom prst="roundRect">
          <a:avLst>
            <a:gd name="adj" fmla="val 10000"/>
          </a:avLst>
        </a:prstGeom>
        <a:solidFill>
          <a:schemeClr val="tx1">
            <a:lumMod val="75000"/>
            <a:lumOff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3. Perfeccionar el alcance del sistema de gobierno.</a:t>
          </a:r>
        </a:p>
      </dsp:txBody>
      <dsp:txXfrm>
        <a:off x="127104" y="2238167"/>
        <a:ext cx="2503504" cy="694945"/>
      </dsp:txXfrm>
    </dsp:sp>
    <dsp:sp modelId="{E5DA1F81-E428-41B3-9568-EFE69C9AFB44}">
      <dsp:nvSpPr>
        <dsp:cNvPr id="0" name=""/>
        <dsp:cNvSpPr/>
      </dsp:nvSpPr>
      <dsp:spPr>
        <a:xfrm rot="5400000">
          <a:off x="1240446" y="2973189"/>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3000871"/>
        <a:ext cx="199310" cy="193774"/>
      </dsp:txXfrm>
    </dsp:sp>
    <dsp:sp modelId="{3E942E8C-4556-4CD4-9E20-12146B580D97}">
      <dsp:nvSpPr>
        <dsp:cNvPr id="0" name=""/>
        <dsp:cNvSpPr/>
      </dsp:nvSpPr>
      <dsp:spPr>
        <a:xfrm>
          <a:off x="105483" y="3323828"/>
          <a:ext cx="2546746" cy="738187"/>
        </a:xfrm>
        <a:prstGeom prst="roundRect">
          <a:avLst>
            <a:gd name="adj" fmla="val 10000"/>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4. Finalizar el diseño del sistema de gobierno</a:t>
          </a:r>
        </a:p>
      </dsp:txBody>
      <dsp:txXfrm>
        <a:off x="127104" y="3345449"/>
        <a:ext cx="2503504" cy="6949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AEC2F2-927D-4082-8814-406EEA4FD25D}">
      <dsp:nvSpPr>
        <dsp:cNvPr id="0" name=""/>
        <dsp:cNvSpPr/>
      </dsp:nvSpPr>
      <dsp:spPr>
        <a:xfrm>
          <a:off x="105483" y="1984"/>
          <a:ext cx="2546746" cy="738187"/>
        </a:xfrm>
        <a:prstGeom prst="roundRect">
          <a:avLst>
            <a:gd name="adj" fmla="val 10000"/>
          </a:avLst>
        </a:prstGeom>
        <a:solidFill>
          <a:schemeClr val="accent4">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solidFill>
                <a:schemeClr val="tx1"/>
              </a:solidFill>
            </a:rPr>
            <a:t>1. Entender el contexto y estrategia de la empresa.</a:t>
          </a:r>
        </a:p>
      </dsp:txBody>
      <dsp:txXfrm>
        <a:off x="127104" y="23605"/>
        <a:ext cx="2503504" cy="694945"/>
      </dsp:txXfrm>
    </dsp:sp>
    <dsp:sp modelId="{22D67800-FD59-4F62-AE20-76D184B0BA1C}">
      <dsp:nvSpPr>
        <dsp:cNvPr id="0" name=""/>
        <dsp:cNvSpPr/>
      </dsp:nvSpPr>
      <dsp:spPr>
        <a:xfrm rot="5400000">
          <a:off x="1240446" y="758626"/>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786308"/>
        <a:ext cx="199310" cy="193774"/>
      </dsp:txXfrm>
    </dsp:sp>
    <dsp:sp modelId="{F6422936-22B5-4046-B807-664886D2D875}">
      <dsp:nvSpPr>
        <dsp:cNvPr id="0" name=""/>
        <dsp:cNvSpPr/>
      </dsp:nvSpPr>
      <dsp:spPr>
        <a:xfrm>
          <a:off x="105483" y="1109265"/>
          <a:ext cx="2546746" cy="738187"/>
        </a:xfrm>
        <a:prstGeom prst="roundRect">
          <a:avLst>
            <a:gd name="adj" fmla="val 10000"/>
          </a:avLst>
        </a:prstGeom>
        <a:solidFill>
          <a:schemeClr val="accent4">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2. Determinar el alcance inicial del sistema de gobierno.</a:t>
          </a:r>
        </a:p>
      </dsp:txBody>
      <dsp:txXfrm>
        <a:off x="127104" y="1130886"/>
        <a:ext cx="2503504" cy="694945"/>
      </dsp:txXfrm>
    </dsp:sp>
    <dsp:sp modelId="{D563892F-7DB1-4C81-923F-337766550097}">
      <dsp:nvSpPr>
        <dsp:cNvPr id="0" name=""/>
        <dsp:cNvSpPr/>
      </dsp:nvSpPr>
      <dsp:spPr>
        <a:xfrm rot="5400000">
          <a:off x="1240446" y="1865907"/>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1893589"/>
        <a:ext cx="199310" cy="193774"/>
      </dsp:txXfrm>
    </dsp:sp>
    <dsp:sp modelId="{DAC5D564-615D-4A15-9C88-ECE241800660}">
      <dsp:nvSpPr>
        <dsp:cNvPr id="0" name=""/>
        <dsp:cNvSpPr/>
      </dsp:nvSpPr>
      <dsp:spPr>
        <a:xfrm>
          <a:off x="105483" y="2216546"/>
          <a:ext cx="2546746" cy="738187"/>
        </a:xfrm>
        <a:prstGeom prst="roundRect">
          <a:avLst>
            <a:gd name="adj" fmla="val 10000"/>
          </a:avLst>
        </a:prstGeom>
        <a:solidFill>
          <a:schemeClr val="tx1">
            <a:lumMod val="75000"/>
            <a:lumOff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3. Perfeccionar el alcance del sistema de gobierno.</a:t>
          </a:r>
        </a:p>
      </dsp:txBody>
      <dsp:txXfrm>
        <a:off x="127104" y="2238167"/>
        <a:ext cx="2503504" cy="694945"/>
      </dsp:txXfrm>
    </dsp:sp>
    <dsp:sp modelId="{E5DA1F81-E428-41B3-9568-EFE69C9AFB44}">
      <dsp:nvSpPr>
        <dsp:cNvPr id="0" name=""/>
        <dsp:cNvSpPr/>
      </dsp:nvSpPr>
      <dsp:spPr>
        <a:xfrm rot="5400000">
          <a:off x="1240446" y="2973189"/>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3000871"/>
        <a:ext cx="199310" cy="193774"/>
      </dsp:txXfrm>
    </dsp:sp>
    <dsp:sp modelId="{3E942E8C-4556-4CD4-9E20-12146B580D97}">
      <dsp:nvSpPr>
        <dsp:cNvPr id="0" name=""/>
        <dsp:cNvSpPr/>
      </dsp:nvSpPr>
      <dsp:spPr>
        <a:xfrm>
          <a:off x="105483" y="3323828"/>
          <a:ext cx="2546746" cy="738187"/>
        </a:xfrm>
        <a:prstGeom prst="roundRect">
          <a:avLst>
            <a:gd name="adj" fmla="val 10000"/>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4. Finalizar el diseño del sistema de gobierno</a:t>
          </a:r>
        </a:p>
      </dsp:txBody>
      <dsp:txXfrm>
        <a:off x="127104" y="3345449"/>
        <a:ext cx="2503504" cy="6949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AEC2F2-927D-4082-8814-406EEA4FD25D}">
      <dsp:nvSpPr>
        <dsp:cNvPr id="0" name=""/>
        <dsp:cNvSpPr/>
      </dsp:nvSpPr>
      <dsp:spPr>
        <a:xfrm>
          <a:off x="105483" y="1984"/>
          <a:ext cx="2546746" cy="738187"/>
        </a:xfrm>
        <a:prstGeom prst="roundRect">
          <a:avLst>
            <a:gd name="adj" fmla="val 10000"/>
          </a:avLst>
        </a:prstGeom>
        <a:solidFill>
          <a:schemeClr val="accent4">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solidFill>
                <a:schemeClr val="tx1"/>
              </a:solidFill>
            </a:rPr>
            <a:t>1. Entender el contexto y estrategia de la empresa.</a:t>
          </a:r>
        </a:p>
      </dsp:txBody>
      <dsp:txXfrm>
        <a:off x="127104" y="23605"/>
        <a:ext cx="2503504" cy="694945"/>
      </dsp:txXfrm>
    </dsp:sp>
    <dsp:sp modelId="{22D67800-FD59-4F62-AE20-76D184B0BA1C}">
      <dsp:nvSpPr>
        <dsp:cNvPr id="0" name=""/>
        <dsp:cNvSpPr/>
      </dsp:nvSpPr>
      <dsp:spPr>
        <a:xfrm rot="5400000">
          <a:off x="1240446" y="758626"/>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786308"/>
        <a:ext cx="199310" cy="193774"/>
      </dsp:txXfrm>
    </dsp:sp>
    <dsp:sp modelId="{F6422936-22B5-4046-B807-664886D2D875}">
      <dsp:nvSpPr>
        <dsp:cNvPr id="0" name=""/>
        <dsp:cNvSpPr/>
      </dsp:nvSpPr>
      <dsp:spPr>
        <a:xfrm>
          <a:off x="105483" y="1109265"/>
          <a:ext cx="2546746" cy="738187"/>
        </a:xfrm>
        <a:prstGeom prst="roundRect">
          <a:avLst>
            <a:gd name="adj" fmla="val 10000"/>
          </a:avLst>
        </a:prstGeom>
        <a:solidFill>
          <a:schemeClr val="accent4">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2. Determinar el alcance inicial del sistema de gobierno.</a:t>
          </a:r>
        </a:p>
      </dsp:txBody>
      <dsp:txXfrm>
        <a:off x="127104" y="1130886"/>
        <a:ext cx="2503504" cy="694945"/>
      </dsp:txXfrm>
    </dsp:sp>
    <dsp:sp modelId="{D563892F-7DB1-4C81-923F-337766550097}">
      <dsp:nvSpPr>
        <dsp:cNvPr id="0" name=""/>
        <dsp:cNvSpPr/>
      </dsp:nvSpPr>
      <dsp:spPr>
        <a:xfrm rot="5400000">
          <a:off x="1240446" y="1865907"/>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1893589"/>
        <a:ext cx="199310" cy="193774"/>
      </dsp:txXfrm>
    </dsp:sp>
    <dsp:sp modelId="{DAC5D564-615D-4A15-9C88-ECE241800660}">
      <dsp:nvSpPr>
        <dsp:cNvPr id="0" name=""/>
        <dsp:cNvSpPr/>
      </dsp:nvSpPr>
      <dsp:spPr>
        <a:xfrm>
          <a:off x="105483" y="2216546"/>
          <a:ext cx="2546746" cy="738187"/>
        </a:xfrm>
        <a:prstGeom prst="roundRect">
          <a:avLst>
            <a:gd name="adj" fmla="val 10000"/>
          </a:avLst>
        </a:prstGeom>
        <a:solidFill>
          <a:schemeClr val="tx1">
            <a:lumMod val="75000"/>
            <a:lumOff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3. Perfeccionar el alcance del sistema de gobierno.</a:t>
          </a:r>
        </a:p>
      </dsp:txBody>
      <dsp:txXfrm>
        <a:off x="127104" y="2238167"/>
        <a:ext cx="2503504" cy="694945"/>
      </dsp:txXfrm>
    </dsp:sp>
    <dsp:sp modelId="{E5DA1F81-E428-41B3-9568-EFE69C9AFB44}">
      <dsp:nvSpPr>
        <dsp:cNvPr id="0" name=""/>
        <dsp:cNvSpPr/>
      </dsp:nvSpPr>
      <dsp:spPr>
        <a:xfrm rot="5400000">
          <a:off x="1240446" y="2973189"/>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3000871"/>
        <a:ext cx="199310" cy="193774"/>
      </dsp:txXfrm>
    </dsp:sp>
    <dsp:sp modelId="{3E942E8C-4556-4CD4-9E20-12146B580D97}">
      <dsp:nvSpPr>
        <dsp:cNvPr id="0" name=""/>
        <dsp:cNvSpPr/>
      </dsp:nvSpPr>
      <dsp:spPr>
        <a:xfrm>
          <a:off x="105483" y="3323828"/>
          <a:ext cx="2546746" cy="738187"/>
        </a:xfrm>
        <a:prstGeom prst="roundRect">
          <a:avLst>
            <a:gd name="adj" fmla="val 10000"/>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4. Finalizar el diseño del sistema de gobierno</a:t>
          </a:r>
        </a:p>
      </dsp:txBody>
      <dsp:txXfrm>
        <a:off x="127104" y="3345449"/>
        <a:ext cx="2503504" cy="69494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AEC2F2-927D-4082-8814-406EEA4FD25D}">
      <dsp:nvSpPr>
        <dsp:cNvPr id="0" name=""/>
        <dsp:cNvSpPr/>
      </dsp:nvSpPr>
      <dsp:spPr>
        <a:xfrm>
          <a:off x="105483" y="1984"/>
          <a:ext cx="2546746" cy="738187"/>
        </a:xfrm>
        <a:prstGeom prst="roundRect">
          <a:avLst>
            <a:gd name="adj" fmla="val 10000"/>
          </a:avLst>
        </a:prstGeom>
        <a:solidFill>
          <a:schemeClr val="accent4">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solidFill>
                <a:schemeClr val="tx1"/>
              </a:solidFill>
            </a:rPr>
            <a:t>1. Entender el contexto y estrategia de la empresa.</a:t>
          </a:r>
        </a:p>
      </dsp:txBody>
      <dsp:txXfrm>
        <a:off x="127104" y="23605"/>
        <a:ext cx="2503504" cy="694945"/>
      </dsp:txXfrm>
    </dsp:sp>
    <dsp:sp modelId="{22D67800-FD59-4F62-AE20-76D184B0BA1C}">
      <dsp:nvSpPr>
        <dsp:cNvPr id="0" name=""/>
        <dsp:cNvSpPr/>
      </dsp:nvSpPr>
      <dsp:spPr>
        <a:xfrm rot="5400000">
          <a:off x="1240446" y="758626"/>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786308"/>
        <a:ext cx="199310" cy="193774"/>
      </dsp:txXfrm>
    </dsp:sp>
    <dsp:sp modelId="{F6422936-22B5-4046-B807-664886D2D875}">
      <dsp:nvSpPr>
        <dsp:cNvPr id="0" name=""/>
        <dsp:cNvSpPr/>
      </dsp:nvSpPr>
      <dsp:spPr>
        <a:xfrm>
          <a:off x="105483" y="1109265"/>
          <a:ext cx="2546746" cy="738187"/>
        </a:xfrm>
        <a:prstGeom prst="roundRect">
          <a:avLst>
            <a:gd name="adj" fmla="val 10000"/>
          </a:avLst>
        </a:prstGeom>
        <a:solidFill>
          <a:schemeClr val="accent4">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2. Determinar el alcance inicial del sistema de gobierno.</a:t>
          </a:r>
        </a:p>
      </dsp:txBody>
      <dsp:txXfrm>
        <a:off x="127104" y="1130886"/>
        <a:ext cx="2503504" cy="694945"/>
      </dsp:txXfrm>
    </dsp:sp>
    <dsp:sp modelId="{D563892F-7DB1-4C81-923F-337766550097}">
      <dsp:nvSpPr>
        <dsp:cNvPr id="0" name=""/>
        <dsp:cNvSpPr/>
      </dsp:nvSpPr>
      <dsp:spPr>
        <a:xfrm rot="5400000">
          <a:off x="1240446" y="1865907"/>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1893589"/>
        <a:ext cx="199310" cy="193774"/>
      </dsp:txXfrm>
    </dsp:sp>
    <dsp:sp modelId="{DAC5D564-615D-4A15-9C88-ECE241800660}">
      <dsp:nvSpPr>
        <dsp:cNvPr id="0" name=""/>
        <dsp:cNvSpPr/>
      </dsp:nvSpPr>
      <dsp:spPr>
        <a:xfrm>
          <a:off x="105483" y="2216546"/>
          <a:ext cx="2546746" cy="738187"/>
        </a:xfrm>
        <a:prstGeom prst="roundRect">
          <a:avLst>
            <a:gd name="adj" fmla="val 10000"/>
          </a:avLst>
        </a:prstGeom>
        <a:solidFill>
          <a:schemeClr val="tx1">
            <a:lumMod val="75000"/>
            <a:lumOff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3. Perfeccionar el alcance del sistema de gobierno.</a:t>
          </a:r>
        </a:p>
      </dsp:txBody>
      <dsp:txXfrm>
        <a:off x="127104" y="2238167"/>
        <a:ext cx="2503504" cy="694945"/>
      </dsp:txXfrm>
    </dsp:sp>
    <dsp:sp modelId="{E5DA1F81-E428-41B3-9568-EFE69C9AFB44}">
      <dsp:nvSpPr>
        <dsp:cNvPr id="0" name=""/>
        <dsp:cNvSpPr/>
      </dsp:nvSpPr>
      <dsp:spPr>
        <a:xfrm rot="5400000">
          <a:off x="1240446" y="2973189"/>
          <a:ext cx="276820" cy="3321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s-PE" sz="1300" kern="1200"/>
        </a:p>
      </dsp:txBody>
      <dsp:txXfrm rot="-5400000">
        <a:off x="1279201" y="3000871"/>
        <a:ext cx="199310" cy="193774"/>
      </dsp:txXfrm>
    </dsp:sp>
    <dsp:sp modelId="{3E942E8C-4556-4CD4-9E20-12146B580D97}">
      <dsp:nvSpPr>
        <dsp:cNvPr id="0" name=""/>
        <dsp:cNvSpPr/>
      </dsp:nvSpPr>
      <dsp:spPr>
        <a:xfrm>
          <a:off x="105483" y="3323828"/>
          <a:ext cx="2546746" cy="738187"/>
        </a:xfrm>
        <a:prstGeom prst="roundRect">
          <a:avLst>
            <a:gd name="adj" fmla="val 10000"/>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PE" sz="1500" kern="1200" dirty="0"/>
            <a:t>4. Finalizar el diseño del sistema de gobierno</a:t>
          </a:r>
        </a:p>
      </dsp:txBody>
      <dsp:txXfrm>
        <a:off x="127104" y="3345449"/>
        <a:ext cx="2503504" cy="694945"/>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13/05/2022</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13/05/2022</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1138461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432804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4058305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4109678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7665603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822705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4252126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2009496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11402416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10601178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800" b="0" i="0" u="none" strike="noStrike" baseline="0" dirty="0">
                <a:solidFill>
                  <a:srgbClr val="000000"/>
                </a:solidFill>
                <a:latin typeface="JIKLE B+ Times New Roman PSMT"/>
              </a:rPr>
              <a:t>La siguiente figura </a:t>
            </a:r>
            <a:r>
              <a:rPr lang="es-ES" sz="1800" b="0" i="0" u="none" strike="noStrike" baseline="0" dirty="0">
                <a:solidFill>
                  <a:srgbClr val="000000"/>
                </a:solidFill>
                <a:latin typeface="JIJNO O+ Times New Roman PSMT"/>
              </a:rPr>
              <a:t>ilustra el flujo propuesto para el diseño de un sistema de gobierno </a:t>
            </a:r>
            <a:r>
              <a:rPr lang="es-ES" sz="1800" b="0" i="0" u="none" strike="noStrike" baseline="0" dirty="0" smtClean="0">
                <a:solidFill>
                  <a:srgbClr val="000000"/>
                </a:solidFill>
                <a:latin typeface="JIJNO O+ Times New Roman PSMT"/>
              </a:rPr>
              <a:t>personalizado.</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22775056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4688963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41553195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36103057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2028519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11270223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800" b="0" i="0" u="none" strike="noStrike" baseline="0" dirty="0">
                <a:solidFill>
                  <a:srgbClr val="000000"/>
                </a:solidFill>
                <a:latin typeface="EBGEK M+ Times New Roman PSMT"/>
              </a:rPr>
              <a:t>Como último paso del proceso de diseño, el paso 4 reúne todas las entradas de los pasos anteriores para finalizar el diseño del sistema de gobierno, como se muestra en </a:t>
            </a:r>
            <a:r>
              <a:rPr lang="es-ES" sz="1800" b="0" i="0" u="none" strike="noStrike" baseline="0" dirty="0">
                <a:solidFill>
                  <a:srgbClr val="000000"/>
                </a:solidFill>
                <a:latin typeface="EBHCJ J+ Times New Roman PSMT"/>
              </a:rPr>
              <a:t>la presente</a:t>
            </a:r>
            <a:r>
              <a:rPr lang="es-ES" sz="1800" b="0" i="0" u="none" strike="noStrike" baseline="0" dirty="0">
                <a:solidFill>
                  <a:srgbClr val="000000"/>
                </a:solidFill>
                <a:latin typeface="EBGEK M+ Times New Roman PSMT"/>
              </a:rPr>
              <a:t> figura; </a:t>
            </a:r>
            <a:r>
              <a:rPr lang="es-ES" sz="1800" b="0" i="0" u="none" strike="noStrike" baseline="0" dirty="0" smtClean="0">
                <a:solidFill>
                  <a:srgbClr val="000000"/>
                </a:solidFill>
                <a:latin typeface="EBGEK M+ Times New Roman PSMT"/>
              </a:rPr>
              <a:t>el </a:t>
            </a:r>
            <a:r>
              <a:rPr lang="es-ES" sz="1800" b="0" i="0" u="none" strike="noStrike" baseline="0" dirty="0">
                <a:solidFill>
                  <a:srgbClr val="000000"/>
                </a:solidFill>
                <a:latin typeface="EBGEK M+ Times New Roman PSMT"/>
              </a:rPr>
              <a:t>sistema de gobierno resultante debe reflejar una cuidadosa consideración de todas las entradas; entender que </a:t>
            </a:r>
            <a:r>
              <a:rPr lang="es-ES" sz="1800" b="0" i="0" u="none" strike="noStrike" baseline="0" dirty="0" smtClean="0">
                <a:solidFill>
                  <a:srgbClr val="000000"/>
                </a:solidFill>
                <a:latin typeface="EBGEK M+ Times New Roman PSMT"/>
              </a:rPr>
              <a:t>éstas </a:t>
            </a:r>
            <a:r>
              <a:rPr lang="es-ES" sz="1800" b="0" i="0" u="none" strike="noStrike" baseline="0" dirty="0">
                <a:solidFill>
                  <a:srgbClr val="000000"/>
                </a:solidFill>
                <a:latin typeface="EBGEK M+ Times New Roman PSMT"/>
              </a:rPr>
              <a:t>podrían en ocasiones presentar conflicto. </a:t>
            </a:r>
          </a:p>
          <a:p>
            <a:endParaRPr lang="es-PE" sz="1800" b="0" i="0" u="none" strike="noStrike" baseline="0" dirty="0">
              <a:solidFill>
                <a:srgbClr val="000000"/>
              </a:solidFill>
              <a:latin typeface="EBGEK M+ Times New Roman PSMT"/>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15430619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20430708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3266385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14897982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2129767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ema - 1 Imagen A">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82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ema - 1 Imagen B">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226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508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ema - 2 Imágenes">
    <p:spTree>
      <p:nvGrpSpPr>
        <p:cNvPr id="1" name=""/>
        <p:cNvGrpSpPr/>
        <p:nvPr/>
      </p:nvGrpSpPr>
      <p:grpSpPr>
        <a:xfrm>
          <a:off x="0" y="0"/>
          <a:ext cx="0" cy="0"/>
          <a:chOff x="0" y="0"/>
          <a:chExt cx="0" cy="0"/>
        </a:xfrm>
      </p:grpSpPr>
    </p:spTree>
    <p:extLst>
      <p:ext uri="{BB962C8B-B14F-4D97-AF65-F5344CB8AC3E}">
        <p14:creationId xmlns:p14="http://schemas.microsoft.com/office/powerpoint/2010/main" val="964691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ema - Imagen Gigan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6956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btema - 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261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211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944054" y="5369051"/>
            <a:ext cx="7804380" cy="215444"/>
            <a:chOff x="944054" y="5369051"/>
            <a:chExt cx="7804380" cy="215444"/>
          </a:xfrm>
        </p:grpSpPr>
        <p:sp>
          <p:nvSpPr>
            <p:cNvPr id="16" name="TextBox 7"/>
            <p:cNvSpPr txBox="1"/>
            <p:nvPr userDrawn="1"/>
          </p:nvSpPr>
          <p:spPr>
            <a:xfrm>
              <a:off x="944054" y="5369051"/>
              <a:ext cx="2476960" cy="215444"/>
            </a:xfrm>
            <a:prstGeom prst="rect">
              <a:avLst/>
            </a:prstGeom>
            <a:noFill/>
          </p:spPr>
          <p:txBody>
            <a:bodyPr wrap="none" rtlCol="0">
              <a:spAutoFit/>
            </a:bodyPr>
            <a:lstStyle/>
            <a:p>
              <a:r>
                <a:rPr lang="en-US" sz="800" kern="1200" dirty="0" smtClean="0">
                  <a:solidFill>
                    <a:schemeClr val="bg1">
                      <a:lumMod val="50000"/>
                    </a:schemeClr>
                  </a:solidFill>
                  <a:latin typeface="Calibri"/>
                  <a:ea typeface="+mn-ea"/>
                  <a:cs typeface="Calibri"/>
                  <a:sym typeface="Wingdings"/>
                </a:rPr>
                <a:t>SISTEMAS DE</a:t>
              </a:r>
              <a:r>
                <a:rPr lang="en-US" sz="800" kern="1200" baseline="0" dirty="0" smtClean="0">
                  <a:solidFill>
                    <a:schemeClr val="bg1">
                      <a:lumMod val="50000"/>
                    </a:schemeClr>
                  </a:solidFill>
                  <a:latin typeface="Calibri"/>
                  <a:ea typeface="+mn-ea"/>
                  <a:cs typeface="Calibri"/>
                  <a:sym typeface="Wingdings"/>
                </a:rPr>
                <a:t> CONTROL Y GOBIERNO DE TI</a:t>
              </a:r>
              <a:r>
                <a:rPr lang="en-US" sz="800" kern="1200" dirty="0" smtClean="0">
                  <a:solidFill>
                    <a:schemeClr val="bg1">
                      <a:lumMod val="50000"/>
                    </a:schemeClr>
                  </a:solidFill>
                  <a:latin typeface="Calibri"/>
                  <a:ea typeface="+mn-ea"/>
                  <a:cs typeface="Calibri"/>
                  <a:sym typeface="Wingdings"/>
                </a:rPr>
                <a:t>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a:t>
              </a:r>
              <a:r>
                <a:rPr lang="en-US" sz="800" kern="1200" dirty="0" smtClean="0">
                  <a:solidFill>
                    <a:schemeClr val="bg1">
                      <a:lumMod val="50000"/>
                    </a:schemeClr>
                  </a:solidFill>
                  <a:latin typeface="Calibri"/>
                  <a:ea typeface="+mn-ea"/>
                  <a:cs typeface="Calibri"/>
                  <a:sym typeface="Wingdings"/>
                </a:rPr>
                <a:t>14</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2020 ISIL. Todos los derechos reservados</a:t>
              </a:r>
            </a:p>
          </p:txBody>
        </p:sp>
      </p:grpSp>
      <p:pic>
        <p:nvPicPr>
          <p:cNvPr id="3" name="Imagen 2"/>
          <p:cNvPicPr>
            <a:picLocks noChangeAspect="1"/>
          </p:cNvPicPr>
          <p:nvPr userDrawn="1"/>
        </p:nvPicPr>
        <p:blipFill>
          <a:blip r:embed="rId11">
            <a:alphaModFix amt="20000"/>
          </a:blip>
          <a:stretch>
            <a:fillRect/>
          </a:stretch>
        </p:blipFill>
        <p:spPr>
          <a:xfrm>
            <a:off x="495300"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60" r:id="rId4"/>
    <p:sldLayoutId id="2147483657" r:id="rId5"/>
    <p:sldLayoutId id="2147483658" r:id="rId6"/>
    <p:sldLayoutId id="2147483661" r:id="rId7"/>
    <p:sldLayoutId id="2147483659" r:id="rId8"/>
    <p:sldLayoutId id="2147483662"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5" name="CuadroTexto 4"/>
          <p:cNvSpPr txBox="1"/>
          <p:nvPr/>
        </p:nvSpPr>
        <p:spPr>
          <a:xfrm>
            <a:off x="417646" y="398388"/>
            <a:ext cx="873152" cy="369332"/>
          </a:xfrm>
          <a:prstGeom prst="rect">
            <a:avLst/>
          </a:prstGeom>
          <a:noFill/>
        </p:spPr>
        <p:txBody>
          <a:bodyPr wrap="square" rtlCol="0">
            <a:spAutoFit/>
          </a:bodyPr>
          <a:lstStyle/>
          <a:p>
            <a:r>
              <a:rPr lang="es-ES" dirty="0">
                <a:solidFill>
                  <a:schemeClr val="bg1"/>
                </a:solidFill>
              </a:rPr>
              <a:t>SESIÓN</a:t>
            </a:r>
          </a:p>
        </p:txBody>
      </p:sp>
      <p:sp>
        <p:nvSpPr>
          <p:cNvPr id="6" name="CuadroTexto 5"/>
          <p:cNvSpPr txBox="1"/>
          <p:nvPr/>
        </p:nvSpPr>
        <p:spPr>
          <a:xfrm>
            <a:off x="380422" y="475914"/>
            <a:ext cx="964250" cy="1015663"/>
          </a:xfrm>
          <a:prstGeom prst="rect">
            <a:avLst/>
          </a:prstGeom>
          <a:noFill/>
        </p:spPr>
        <p:txBody>
          <a:bodyPr wrap="square" rtlCol="0">
            <a:spAutoFit/>
          </a:bodyPr>
          <a:lstStyle/>
          <a:p>
            <a:r>
              <a:rPr lang="es-ES" sz="5800" dirty="0">
                <a:solidFill>
                  <a:srgbClr val="FFFFFF"/>
                </a:solidFill>
              </a:rPr>
              <a:t>14</a:t>
            </a:r>
          </a:p>
        </p:txBody>
      </p:sp>
      <p:sp>
        <p:nvSpPr>
          <p:cNvPr id="14" name="CuadroTexto 13"/>
          <p:cNvSpPr txBox="1"/>
          <p:nvPr/>
        </p:nvSpPr>
        <p:spPr>
          <a:xfrm>
            <a:off x="1493097" y="487044"/>
            <a:ext cx="5904294" cy="790345"/>
          </a:xfrm>
          <a:prstGeom prst="rect">
            <a:avLst/>
          </a:prstGeom>
          <a:noFill/>
        </p:spPr>
        <p:txBody>
          <a:bodyPr wrap="square" rtlCol="0">
            <a:spAutoFit/>
          </a:bodyPr>
          <a:lstStyle/>
          <a:p>
            <a:pPr>
              <a:lnSpc>
                <a:spcPct val="80000"/>
              </a:lnSpc>
            </a:pPr>
            <a:r>
              <a:rPr lang="es-ES" sz="2800" b="1" dirty="0" smtClean="0">
                <a:solidFill>
                  <a:srgbClr val="FFFFFF"/>
                </a:solidFill>
              </a:rPr>
              <a:t>DISEÑO DE UN SISTEMA DE GOBIERNO PERSONALIZADO</a:t>
            </a:r>
            <a:endParaRPr lang="es-ES" sz="2800" b="1" dirty="0">
              <a:solidFill>
                <a:srgbClr val="FFFFFF"/>
              </a:solidFill>
            </a:endParaRPr>
          </a:p>
        </p:txBody>
      </p:sp>
      <p:sp>
        <p:nvSpPr>
          <p:cNvPr id="15" name="CuadroTexto 14"/>
          <p:cNvSpPr txBox="1"/>
          <p:nvPr/>
        </p:nvSpPr>
        <p:spPr>
          <a:xfrm>
            <a:off x="589880" y="1967491"/>
            <a:ext cx="5235567" cy="1254446"/>
          </a:xfrm>
          <a:prstGeom prst="rect">
            <a:avLst/>
          </a:prstGeom>
          <a:noFill/>
        </p:spPr>
        <p:txBody>
          <a:bodyPr wrap="square" rtlCol="0">
            <a:spAutoFit/>
          </a:bodyPr>
          <a:lstStyle/>
          <a:p>
            <a:pPr marL="285750" indent="-285750">
              <a:lnSpc>
                <a:spcPct val="120000"/>
              </a:lnSpc>
              <a:buSzPct val="80000"/>
              <a:buFont typeface="Wingdings" panose="05000000000000000000" pitchFamily="2" charset="2"/>
              <a:buChar char="ü"/>
            </a:pPr>
            <a:r>
              <a:rPr lang="es-ES" sz="1600" dirty="0">
                <a:solidFill>
                  <a:srgbClr val="FFFFFF"/>
                </a:solidFill>
              </a:rPr>
              <a:t>Definición</a:t>
            </a:r>
          </a:p>
          <a:p>
            <a:pPr marL="285750" indent="-285750">
              <a:lnSpc>
                <a:spcPct val="120000"/>
              </a:lnSpc>
              <a:buSzPct val="80000"/>
              <a:buFont typeface="Wingdings" panose="05000000000000000000" pitchFamily="2" charset="2"/>
              <a:buChar char="ü"/>
            </a:pPr>
            <a:r>
              <a:rPr lang="es-ES" sz="1600" dirty="0">
                <a:solidFill>
                  <a:srgbClr val="FFFFFF"/>
                </a:solidFill>
              </a:rPr>
              <a:t>Impacto de factores de diseño</a:t>
            </a:r>
          </a:p>
          <a:p>
            <a:pPr marL="285750" indent="-285750">
              <a:lnSpc>
                <a:spcPct val="120000"/>
              </a:lnSpc>
              <a:buSzPct val="80000"/>
              <a:buFont typeface="Wingdings" panose="05000000000000000000" pitchFamily="2" charset="2"/>
              <a:buChar char="ü"/>
            </a:pPr>
            <a:r>
              <a:rPr lang="es-ES" sz="1600" dirty="0">
                <a:solidFill>
                  <a:srgbClr val="FFFFFF"/>
                </a:solidFill>
              </a:rPr>
              <a:t>Fases y pasos del proceso de diseño</a:t>
            </a:r>
          </a:p>
          <a:p>
            <a:pPr marL="285750" indent="-285750">
              <a:lnSpc>
                <a:spcPct val="120000"/>
              </a:lnSpc>
              <a:buSzPct val="80000"/>
              <a:buFont typeface="Wingdings" panose="05000000000000000000" pitchFamily="2" charset="2"/>
              <a:buChar char="ü"/>
            </a:pPr>
            <a:r>
              <a:rPr lang="es-ES" sz="1600" dirty="0">
                <a:solidFill>
                  <a:srgbClr val="FFFFFF"/>
                </a:solidFill>
              </a:rPr>
              <a:t>Conectando con la guía de implementación</a:t>
            </a:r>
          </a:p>
        </p:txBody>
      </p:sp>
      <p:cxnSp>
        <p:nvCxnSpPr>
          <p:cNvPr id="8" name="Conector recto 7"/>
          <p:cNvCxnSpPr/>
          <p:nvPr/>
        </p:nvCxnSpPr>
        <p:spPr>
          <a:xfrm>
            <a:off x="1385597" y="522202"/>
            <a:ext cx="0" cy="720031"/>
          </a:xfrm>
          <a:prstGeom prst="line">
            <a:avLst/>
          </a:prstGeom>
          <a:ln>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9" name="Rectángulo 8"/>
          <p:cNvSpPr/>
          <p:nvPr/>
        </p:nvSpPr>
        <p:spPr>
          <a:xfrm>
            <a:off x="417647" y="1460808"/>
            <a:ext cx="8345931" cy="387798"/>
          </a:xfrm>
          <a:prstGeom prst="rect">
            <a:avLst/>
          </a:prstGeom>
          <a:solidFill>
            <a:schemeClr val="bg1"/>
          </a:solidFill>
        </p:spPr>
        <p:txBody>
          <a:bodyPr wrap="square" lIns="0" tIns="0" rIns="0" bIns="0">
            <a:spAutoFit/>
          </a:bodyPr>
          <a:lstStyle/>
          <a:p>
            <a:pPr algn="ctr">
              <a:lnSpc>
                <a:spcPct val="90000"/>
              </a:lnSpc>
            </a:pPr>
            <a:r>
              <a:rPr lang="es-PE" sz="1400" b="1" dirty="0">
                <a:solidFill>
                  <a:srgbClr val="1F85A6"/>
                </a:solidFill>
                <a:cs typeface="Calibri"/>
              </a:rPr>
              <a:t>  UNIDAD DE APRENDIZAJE: GESTIÓN DEL DESEMPEÑO, DISEÑO E IMPLEMENTACIÓN DE GOBIERNO DE TI BASADO EN COBIT 2019     </a:t>
            </a:r>
            <a:endParaRPr lang="es-PE" sz="1400" b="1" dirty="0">
              <a:solidFill>
                <a:srgbClr val="1F85A6"/>
              </a:solidFill>
            </a:endParaRPr>
          </a:p>
        </p:txBody>
      </p:sp>
    </p:spTree>
    <p:extLst>
      <p:ext uri="{BB962C8B-B14F-4D97-AF65-F5344CB8AC3E}">
        <p14:creationId xmlns:p14="http://schemas.microsoft.com/office/powerpoint/2010/main" val="2962688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INTRODUCCIÓN</a:t>
            </a:r>
          </a:p>
        </p:txBody>
      </p:sp>
      <p:sp>
        <p:nvSpPr>
          <p:cNvPr id="6" name="object 7">
            <a:extLst>
              <a:ext uri="{FF2B5EF4-FFF2-40B4-BE49-F238E27FC236}">
                <a16:creationId xmlns:a16="http://schemas.microsoft.com/office/drawing/2014/main" id="{58472751-FD5C-4C14-A418-1AEF0A30EB50}"/>
              </a:ext>
            </a:extLst>
          </p:cNvPr>
          <p:cNvSpPr txBox="1"/>
          <p:nvPr/>
        </p:nvSpPr>
        <p:spPr>
          <a:xfrm>
            <a:off x="507698" y="954483"/>
            <a:ext cx="7828038" cy="1231106"/>
          </a:xfrm>
          <a:prstGeom prst="rect">
            <a:avLst/>
          </a:prstGeom>
        </p:spPr>
        <p:txBody>
          <a:bodyPr vert="horz" wrap="square" lIns="0" tIns="0" rIns="0" bIns="0" rtlCol="0">
            <a:spAutoFit/>
          </a:bodyPr>
          <a:lstStyle/>
          <a:p>
            <a:pPr marL="184150" indent="-184150">
              <a:buSzPct val="100000"/>
              <a:buFont typeface="Arial" charset="0"/>
              <a:buChar char="•"/>
              <a:tabLst>
                <a:tab pos="85725" algn="l"/>
              </a:tabLst>
            </a:pPr>
            <a:r>
              <a:rPr lang="es-PE" sz="1600" spc="-10" dirty="0">
                <a:cs typeface="Source Sans Pro"/>
              </a:rPr>
              <a:t>En esta sesión </a:t>
            </a:r>
            <a:r>
              <a:rPr lang="es-PE" sz="1600" spc="-10" dirty="0" smtClean="0">
                <a:cs typeface="Source Sans Pro"/>
              </a:rPr>
              <a:t>aprenderás </a:t>
            </a:r>
            <a:r>
              <a:rPr lang="es-PE" sz="1600" spc="-10" dirty="0">
                <a:cs typeface="Source Sans Pro"/>
              </a:rPr>
              <a:t>los fundamentos sobre el diseño de un sistema de gobierno personalizado.</a:t>
            </a:r>
            <a:br>
              <a:rPr lang="es-PE" sz="1600" spc="-10" dirty="0">
                <a:cs typeface="Source Sans Pro"/>
              </a:rPr>
            </a:br>
            <a:endParaRPr lang="es-PE" sz="1600" spc="-10" dirty="0">
              <a:cs typeface="Source Sans Pro"/>
            </a:endParaRPr>
          </a:p>
          <a:p>
            <a:pPr marL="184150" indent="-184150">
              <a:buSzPct val="100000"/>
              <a:buFont typeface="Arial" charset="0"/>
              <a:buChar char="•"/>
              <a:tabLst>
                <a:tab pos="85725" algn="l"/>
              </a:tabLst>
            </a:pPr>
            <a:r>
              <a:rPr lang="es-PE" sz="1600" spc="-10" dirty="0" smtClean="0"/>
              <a:t>Comprenderás </a:t>
            </a:r>
            <a:r>
              <a:rPr lang="es-PE" sz="1600" spc="-10" dirty="0"/>
              <a:t>su definición, el impacto de factores de diseño, las fases y pasos del proceso de diseño, y finalmente </a:t>
            </a:r>
            <a:r>
              <a:rPr lang="es-PE" sz="1600" spc="-10" dirty="0" smtClean="0"/>
              <a:t>conectarás </a:t>
            </a:r>
            <a:r>
              <a:rPr lang="es-PE" sz="1600" spc="-10" dirty="0"/>
              <a:t>con la guía de Implementación de COBIT 2019.</a:t>
            </a:r>
          </a:p>
        </p:txBody>
      </p:sp>
    </p:spTree>
    <p:custDataLst>
      <p:tags r:id="rId1"/>
    </p:custDataLst>
    <p:extLst>
      <p:ext uri="{BB962C8B-B14F-4D97-AF65-F5344CB8AC3E}">
        <p14:creationId xmlns:p14="http://schemas.microsoft.com/office/powerpoint/2010/main" val="2635610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DEFINICIÓN</a:t>
            </a:r>
          </a:p>
        </p:txBody>
      </p:sp>
    </p:spTree>
    <p:custDataLst>
      <p:tags r:id="rId1"/>
    </p:custDataLst>
    <p:extLst>
      <p:ext uri="{BB962C8B-B14F-4D97-AF65-F5344CB8AC3E}">
        <p14:creationId xmlns:p14="http://schemas.microsoft.com/office/powerpoint/2010/main" val="1279153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DEFINICIÓN</a:t>
            </a:r>
          </a:p>
        </p:txBody>
      </p:sp>
      <p:sp>
        <p:nvSpPr>
          <p:cNvPr id="8" name="object 7">
            <a:extLst>
              <a:ext uri="{FF2B5EF4-FFF2-40B4-BE49-F238E27FC236}">
                <a16:creationId xmlns:a16="http://schemas.microsoft.com/office/drawing/2014/main" id="{B5EA86E6-DB35-4893-8551-90B6D8DDF61A}"/>
              </a:ext>
            </a:extLst>
          </p:cNvPr>
          <p:cNvSpPr txBox="1"/>
          <p:nvPr/>
        </p:nvSpPr>
        <p:spPr>
          <a:xfrm>
            <a:off x="407875" y="886186"/>
            <a:ext cx="8328250" cy="984885"/>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spc="-10" dirty="0">
                <a:solidFill>
                  <a:srgbClr val="262626"/>
                </a:solidFill>
              </a:rPr>
              <a:t>El diseño de un sistema de gobierno personalizado es un factor clave de alto impacto en las empresas, facilita la creación de valor, por ello los miembros de los consejos directivos y la alta gerencia se ven abocados a adaptar e implementar sus medidas GETI conforme a su contexto y necesidades específicas esperando tres resultados principales:</a:t>
            </a:r>
          </a:p>
        </p:txBody>
      </p:sp>
      <p:sp>
        <p:nvSpPr>
          <p:cNvPr id="6" name="object 7">
            <a:extLst>
              <a:ext uri="{FF2B5EF4-FFF2-40B4-BE49-F238E27FC236}">
                <a16:creationId xmlns:a16="http://schemas.microsoft.com/office/drawing/2014/main" id="{B5325BCF-71F9-4552-8758-6CF7E34D825E}"/>
              </a:ext>
            </a:extLst>
          </p:cNvPr>
          <p:cNvSpPr txBox="1"/>
          <p:nvPr/>
        </p:nvSpPr>
        <p:spPr>
          <a:xfrm>
            <a:off x="589305" y="2082848"/>
            <a:ext cx="4222182" cy="1046440"/>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ü"/>
              <a:tabLst>
                <a:tab pos="121285" algn="l"/>
              </a:tabLst>
            </a:pPr>
            <a:r>
              <a:rPr lang="es-ES" sz="1600" spc="-10" dirty="0">
                <a:solidFill>
                  <a:srgbClr val="262626"/>
                </a:solidFill>
              </a:rPr>
              <a:t>Obtención de beneficios</a:t>
            </a:r>
          </a:p>
          <a:p>
            <a:pPr marL="285750" indent="-285750" algn="just">
              <a:spcAft>
                <a:spcPts val="1200"/>
              </a:spcAft>
              <a:buSzPct val="100000"/>
              <a:buFont typeface="Wingdings" panose="05000000000000000000" pitchFamily="2" charset="2"/>
              <a:buChar char="ü"/>
              <a:tabLst>
                <a:tab pos="121285" algn="l"/>
              </a:tabLst>
            </a:pPr>
            <a:r>
              <a:rPr lang="es-ES" sz="1600" spc="-10" dirty="0">
                <a:solidFill>
                  <a:srgbClr val="262626"/>
                </a:solidFill>
              </a:rPr>
              <a:t>Optimización de riesgos</a:t>
            </a:r>
          </a:p>
          <a:p>
            <a:pPr marL="285750" indent="-285750" algn="just">
              <a:spcAft>
                <a:spcPts val="1200"/>
              </a:spcAft>
              <a:buSzPct val="100000"/>
              <a:buFont typeface="Wingdings" panose="05000000000000000000" pitchFamily="2" charset="2"/>
              <a:buChar char="ü"/>
              <a:tabLst>
                <a:tab pos="121285" algn="l"/>
              </a:tabLst>
            </a:pPr>
            <a:r>
              <a:rPr lang="es-ES" sz="1600" spc="-10" dirty="0">
                <a:solidFill>
                  <a:srgbClr val="262626"/>
                </a:solidFill>
              </a:rPr>
              <a:t>Optimización de recursos</a:t>
            </a:r>
          </a:p>
        </p:txBody>
      </p:sp>
      <p:sp>
        <p:nvSpPr>
          <p:cNvPr id="9" name="object 7">
            <a:extLst>
              <a:ext uri="{FF2B5EF4-FFF2-40B4-BE49-F238E27FC236}">
                <a16:creationId xmlns:a16="http://schemas.microsoft.com/office/drawing/2014/main" id="{27F95717-36D8-4ABD-8AE5-A4B52BF50910}"/>
              </a:ext>
            </a:extLst>
          </p:cNvPr>
          <p:cNvSpPr txBox="1"/>
          <p:nvPr/>
        </p:nvSpPr>
        <p:spPr>
          <a:xfrm>
            <a:off x="407875" y="3423565"/>
            <a:ext cx="5310755" cy="492443"/>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spc="-10" dirty="0">
                <a:solidFill>
                  <a:srgbClr val="262626"/>
                </a:solidFill>
              </a:rPr>
              <a:t>Puede encontrarse más información sobre estas materias en la guía de diseño de COBIT® 2019. </a:t>
            </a:r>
          </a:p>
        </p:txBody>
      </p:sp>
      <p:pic>
        <p:nvPicPr>
          <p:cNvPr id="10" name="Imagen 9">
            <a:extLst>
              <a:ext uri="{FF2B5EF4-FFF2-40B4-BE49-F238E27FC236}">
                <a16:creationId xmlns:a16="http://schemas.microsoft.com/office/drawing/2014/main" id="{8CD1A3EF-10B9-4F1F-AF0D-CA0F432FFCAE}"/>
              </a:ext>
            </a:extLst>
          </p:cNvPr>
          <p:cNvPicPr>
            <a:picLocks noChangeAspect="1"/>
          </p:cNvPicPr>
          <p:nvPr/>
        </p:nvPicPr>
        <p:blipFill>
          <a:blip r:embed="rId3"/>
          <a:stretch>
            <a:fillRect/>
          </a:stretch>
        </p:blipFill>
        <p:spPr>
          <a:xfrm>
            <a:off x="6585109" y="2301335"/>
            <a:ext cx="2151016" cy="2817659"/>
          </a:xfrm>
          <a:prstGeom prst="rect">
            <a:avLst/>
          </a:prstGeom>
          <a:ln w="3175">
            <a:solidFill>
              <a:schemeClr val="tx1"/>
            </a:solidFill>
          </a:ln>
        </p:spPr>
      </p:pic>
    </p:spTree>
    <p:extLst>
      <p:ext uri="{BB962C8B-B14F-4D97-AF65-F5344CB8AC3E}">
        <p14:creationId xmlns:p14="http://schemas.microsoft.com/office/powerpoint/2010/main" val="99736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IMPACTO DE FACTORES DE DISEÑO</a:t>
            </a:r>
          </a:p>
        </p:txBody>
      </p:sp>
    </p:spTree>
    <p:custDataLst>
      <p:tags r:id="rId1"/>
    </p:custDataLst>
    <p:extLst>
      <p:ext uri="{BB962C8B-B14F-4D97-AF65-F5344CB8AC3E}">
        <p14:creationId xmlns:p14="http://schemas.microsoft.com/office/powerpoint/2010/main" val="3011751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IMPACTO DE FACTORES DE DISEÑO</a:t>
            </a:r>
          </a:p>
        </p:txBody>
      </p:sp>
      <p:sp>
        <p:nvSpPr>
          <p:cNvPr id="8" name="object 7">
            <a:extLst>
              <a:ext uri="{FF2B5EF4-FFF2-40B4-BE49-F238E27FC236}">
                <a16:creationId xmlns:a16="http://schemas.microsoft.com/office/drawing/2014/main" id="{B5EA86E6-DB35-4893-8551-90B6D8DDF61A}"/>
              </a:ext>
            </a:extLst>
          </p:cNvPr>
          <p:cNvSpPr txBox="1"/>
          <p:nvPr/>
        </p:nvSpPr>
        <p:spPr>
          <a:xfrm>
            <a:off x="538222" y="951500"/>
            <a:ext cx="3112121" cy="1477328"/>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spc="-10" dirty="0">
                <a:solidFill>
                  <a:srgbClr val="262626"/>
                </a:solidFill>
              </a:rPr>
              <a:t>Los factores de diseño influyen de modo distinto en la personalización del sistema de gobierno de una empresa. Esta publicación distingue tres tipos distintos de impacto, ilustrados en la siguiente figura:</a:t>
            </a:r>
          </a:p>
        </p:txBody>
      </p:sp>
      <p:pic>
        <p:nvPicPr>
          <p:cNvPr id="3" name="Imagen 2">
            <a:extLst>
              <a:ext uri="{FF2B5EF4-FFF2-40B4-BE49-F238E27FC236}">
                <a16:creationId xmlns:a16="http://schemas.microsoft.com/office/drawing/2014/main" id="{A4E14580-FB9C-4B26-A5CE-1D0FF9BD8F13}"/>
              </a:ext>
            </a:extLst>
          </p:cNvPr>
          <p:cNvPicPr>
            <a:picLocks noChangeAspect="1"/>
          </p:cNvPicPr>
          <p:nvPr/>
        </p:nvPicPr>
        <p:blipFill>
          <a:blip r:embed="rId3"/>
          <a:stretch>
            <a:fillRect/>
          </a:stretch>
        </p:blipFill>
        <p:spPr>
          <a:xfrm>
            <a:off x="3976914" y="723725"/>
            <a:ext cx="4737723" cy="4480297"/>
          </a:xfrm>
          <a:prstGeom prst="rect">
            <a:avLst/>
          </a:prstGeom>
        </p:spPr>
      </p:pic>
    </p:spTree>
    <p:extLst>
      <p:ext uri="{BB962C8B-B14F-4D97-AF65-F5344CB8AC3E}">
        <p14:creationId xmlns:p14="http://schemas.microsoft.com/office/powerpoint/2010/main" val="1954476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IMPACTO DE FACTORES DE DISEÑO</a:t>
            </a:r>
          </a:p>
        </p:txBody>
      </p:sp>
      <p:sp>
        <p:nvSpPr>
          <p:cNvPr id="8" name="object 7">
            <a:extLst>
              <a:ext uri="{FF2B5EF4-FFF2-40B4-BE49-F238E27FC236}">
                <a16:creationId xmlns:a16="http://schemas.microsoft.com/office/drawing/2014/main" id="{B5EA86E6-DB35-4893-8551-90B6D8DDF61A}"/>
              </a:ext>
            </a:extLst>
          </p:cNvPr>
          <p:cNvSpPr txBox="1"/>
          <p:nvPr/>
        </p:nvSpPr>
        <p:spPr>
          <a:xfrm>
            <a:off x="602343" y="1495785"/>
            <a:ext cx="4455886" cy="3508653"/>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El modelo </a:t>
            </a:r>
            <a:r>
              <a:rPr lang="es-ES" sz="1600" i="1" spc="-10" dirty="0">
                <a:solidFill>
                  <a:srgbClr val="262626"/>
                </a:solidFill>
              </a:rPr>
              <a:t>core</a:t>
            </a:r>
            <a:r>
              <a:rPr lang="es-ES" sz="1600" spc="-10" dirty="0">
                <a:solidFill>
                  <a:srgbClr val="262626"/>
                </a:solidFill>
              </a:rPr>
              <a:t> de COBIT incluye 40 objetivos de gobierno y gestión, cada uno consiste en un proceso y una serie de componentes relacionados. </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Estos objetivos son equivalentes, no hay ningún orden de prioridad entre ellos, pero los factores de diseño pueden influir en esta equivalencia y hacer que algunos objetivos </a:t>
            </a:r>
            <a:r>
              <a:rPr lang="es-ES" sz="1600" spc="-10" dirty="0" smtClean="0">
                <a:solidFill>
                  <a:srgbClr val="262626"/>
                </a:solidFill>
              </a:rPr>
              <a:t>sean </a:t>
            </a:r>
            <a:r>
              <a:rPr lang="es-ES" sz="1600" spc="-10" dirty="0">
                <a:solidFill>
                  <a:srgbClr val="262626"/>
                </a:solidFill>
              </a:rPr>
              <a:t>más importantes que otros, </a:t>
            </a:r>
            <a:r>
              <a:rPr lang="es-ES" sz="1600" spc="-10" dirty="0" smtClean="0">
                <a:solidFill>
                  <a:srgbClr val="262626"/>
                </a:solidFill>
              </a:rPr>
              <a:t>mientras que unos pueden ser </a:t>
            </a:r>
            <a:r>
              <a:rPr lang="es-ES" sz="1600" spc="-10" dirty="0">
                <a:solidFill>
                  <a:srgbClr val="262626"/>
                </a:solidFill>
              </a:rPr>
              <a:t>insignificantes. </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En la práctica, esta mayor importancia se traduce en el establecimiento de unos niveles de capacidad por </a:t>
            </a:r>
            <a:r>
              <a:rPr lang="es-ES" sz="1600" spc="-10" dirty="0" smtClean="0">
                <a:solidFill>
                  <a:srgbClr val="262626"/>
                </a:solidFill>
              </a:rPr>
              <a:t>alcanzar objetivos </a:t>
            </a:r>
            <a:r>
              <a:rPr lang="es-ES" sz="1600" spc="-10" dirty="0">
                <a:solidFill>
                  <a:srgbClr val="262626"/>
                </a:solidFill>
              </a:rPr>
              <a:t>de gobierno y gestión </a:t>
            </a:r>
            <a:r>
              <a:rPr lang="es-ES" sz="1600" spc="-10" dirty="0" smtClean="0">
                <a:solidFill>
                  <a:srgbClr val="262626"/>
                </a:solidFill>
              </a:rPr>
              <a:t>más importantes</a:t>
            </a:r>
            <a:r>
              <a:rPr lang="es-ES" sz="1600" spc="-10" dirty="0">
                <a:solidFill>
                  <a:srgbClr val="262626"/>
                </a:solidFill>
              </a:rPr>
              <a:t>. </a:t>
            </a:r>
          </a:p>
        </p:txBody>
      </p:sp>
      <p:grpSp>
        <p:nvGrpSpPr>
          <p:cNvPr id="2" name="Grupo 1">
            <a:extLst>
              <a:ext uri="{FF2B5EF4-FFF2-40B4-BE49-F238E27FC236}">
                <a16:creationId xmlns:a16="http://schemas.microsoft.com/office/drawing/2014/main" id="{4A874F2C-F0DE-4CB5-A973-9C5240A072A5}"/>
              </a:ext>
            </a:extLst>
          </p:cNvPr>
          <p:cNvGrpSpPr/>
          <p:nvPr/>
        </p:nvGrpSpPr>
        <p:grpSpPr>
          <a:xfrm>
            <a:off x="5307477" y="497801"/>
            <a:ext cx="3160134" cy="4733217"/>
            <a:chOff x="5307477" y="497801"/>
            <a:chExt cx="3160134" cy="4733217"/>
          </a:xfrm>
        </p:grpSpPr>
        <p:pic>
          <p:nvPicPr>
            <p:cNvPr id="3" name="Imagen 2">
              <a:extLst>
                <a:ext uri="{FF2B5EF4-FFF2-40B4-BE49-F238E27FC236}">
                  <a16:creationId xmlns:a16="http://schemas.microsoft.com/office/drawing/2014/main" id="{A4E14580-FB9C-4B26-A5CE-1D0FF9BD8F13}"/>
                </a:ext>
              </a:extLst>
            </p:cNvPr>
            <p:cNvPicPr>
              <a:picLocks noChangeAspect="1"/>
            </p:cNvPicPr>
            <p:nvPr/>
          </p:nvPicPr>
          <p:blipFill>
            <a:blip r:embed="rId3"/>
            <a:stretch>
              <a:fillRect/>
            </a:stretch>
          </p:blipFill>
          <p:spPr>
            <a:xfrm>
              <a:off x="5307477" y="497801"/>
              <a:ext cx="3160134" cy="2988427"/>
            </a:xfrm>
            <a:prstGeom prst="rect">
              <a:avLst/>
            </a:prstGeom>
          </p:spPr>
        </p:pic>
        <p:sp>
          <p:nvSpPr>
            <p:cNvPr id="6" name="Globo: flecha hacia abajo 5">
              <a:extLst>
                <a:ext uri="{FF2B5EF4-FFF2-40B4-BE49-F238E27FC236}">
                  <a16:creationId xmlns:a16="http://schemas.microsoft.com/office/drawing/2014/main" id="{1E369B78-1E13-4488-93CF-58F99C4A6B09}"/>
                </a:ext>
              </a:extLst>
            </p:cNvPr>
            <p:cNvSpPr/>
            <p:nvPr/>
          </p:nvSpPr>
          <p:spPr>
            <a:xfrm>
              <a:off x="6560972" y="3486228"/>
              <a:ext cx="653143" cy="486229"/>
            </a:xfrm>
            <a:prstGeom prst="downArrowCallout">
              <a:avLst/>
            </a:prstGeom>
            <a:solidFill>
              <a:srgbClr val="660033"/>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dirty="0"/>
            </a:p>
          </p:txBody>
        </p:sp>
        <p:sp>
          <p:nvSpPr>
            <p:cNvPr id="7" name="Elipse 6">
              <a:extLst>
                <a:ext uri="{FF2B5EF4-FFF2-40B4-BE49-F238E27FC236}">
                  <a16:creationId xmlns:a16="http://schemas.microsoft.com/office/drawing/2014/main" id="{72A51C8C-F72B-452A-87C9-35210A29A138}"/>
                </a:ext>
              </a:extLst>
            </p:cNvPr>
            <p:cNvSpPr/>
            <p:nvPr/>
          </p:nvSpPr>
          <p:spPr>
            <a:xfrm>
              <a:off x="5621171" y="3972457"/>
              <a:ext cx="2532743" cy="1258561"/>
            </a:xfrm>
            <a:prstGeom prst="ellipse">
              <a:avLst/>
            </a:prstGeom>
            <a:solidFill>
              <a:schemeClr val="tx2">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500" dirty="0">
                  <a:solidFill>
                    <a:schemeClr val="bg1"/>
                  </a:solidFill>
                </a:rPr>
                <a:t>1. Prioridad del objetivo de gestión y niveles de capacidad objetivo</a:t>
              </a:r>
            </a:p>
          </p:txBody>
        </p:sp>
      </p:grpSp>
      <p:sp>
        <p:nvSpPr>
          <p:cNvPr id="9" name="object 7">
            <a:extLst>
              <a:ext uri="{FF2B5EF4-FFF2-40B4-BE49-F238E27FC236}">
                <a16:creationId xmlns:a16="http://schemas.microsoft.com/office/drawing/2014/main" id="{F492D884-A947-426B-ACB2-D90F13980627}"/>
              </a:ext>
            </a:extLst>
          </p:cNvPr>
          <p:cNvSpPr txBox="1"/>
          <p:nvPr/>
        </p:nvSpPr>
        <p:spPr>
          <a:xfrm>
            <a:off x="510903" y="823669"/>
            <a:ext cx="4061097" cy="52322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PRIORIDAD DEL OBJETIVO DE GESTIÓN Y NIVELES DE CAPACIDAD OBJETIVO</a:t>
            </a:r>
          </a:p>
        </p:txBody>
      </p:sp>
    </p:spTree>
    <p:extLst>
      <p:ext uri="{BB962C8B-B14F-4D97-AF65-F5344CB8AC3E}">
        <p14:creationId xmlns:p14="http://schemas.microsoft.com/office/powerpoint/2010/main" val="4142707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IMPACTO DE FACTORES DE DISEÑO</a:t>
            </a:r>
          </a:p>
        </p:txBody>
      </p:sp>
      <p:grpSp>
        <p:nvGrpSpPr>
          <p:cNvPr id="2" name="Grupo 1">
            <a:extLst>
              <a:ext uri="{FF2B5EF4-FFF2-40B4-BE49-F238E27FC236}">
                <a16:creationId xmlns:a16="http://schemas.microsoft.com/office/drawing/2014/main" id="{5B91B7AE-4C8F-46FC-94AF-25C5BF005EA9}"/>
              </a:ext>
            </a:extLst>
          </p:cNvPr>
          <p:cNvGrpSpPr/>
          <p:nvPr/>
        </p:nvGrpSpPr>
        <p:grpSpPr>
          <a:xfrm>
            <a:off x="5307477" y="497801"/>
            <a:ext cx="3160134" cy="4733217"/>
            <a:chOff x="5307477" y="497801"/>
            <a:chExt cx="3160134" cy="4733217"/>
          </a:xfrm>
        </p:grpSpPr>
        <p:pic>
          <p:nvPicPr>
            <p:cNvPr id="6" name="Imagen 5">
              <a:extLst>
                <a:ext uri="{FF2B5EF4-FFF2-40B4-BE49-F238E27FC236}">
                  <a16:creationId xmlns:a16="http://schemas.microsoft.com/office/drawing/2014/main" id="{4DEAB421-A62E-4177-97DD-F829DC43133C}"/>
                </a:ext>
              </a:extLst>
            </p:cNvPr>
            <p:cNvPicPr>
              <a:picLocks noChangeAspect="1"/>
            </p:cNvPicPr>
            <p:nvPr/>
          </p:nvPicPr>
          <p:blipFill>
            <a:blip r:embed="rId3"/>
            <a:stretch>
              <a:fillRect/>
            </a:stretch>
          </p:blipFill>
          <p:spPr>
            <a:xfrm>
              <a:off x="5307477" y="497801"/>
              <a:ext cx="3160134" cy="2988427"/>
            </a:xfrm>
            <a:prstGeom prst="rect">
              <a:avLst/>
            </a:prstGeom>
          </p:spPr>
        </p:pic>
        <p:sp>
          <p:nvSpPr>
            <p:cNvPr id="7" name="Globo: flecha hacia abajo 6">
              <a:extLst>
                <a:ext uri="{FF2B5EF4-FFF2-40B4-BE49-F238E27FC236}">
                  <a16:creationId xmlns:a16="http://schemas.microsoft.com/office/drawing/2014/main" id="{15389A98-DCE8-4D92-A038-D156B600E2E6}"/>
                </a:ext>
              </a:extLst>
            </p:cNvPr>
            <p:cNvSpPr/>
            <p:nvPr/>
          </p:nvSpPr>
          <p:spPr>
            <a:xfrm>
              <a:off x="6560972" y="3486228"/>
              <a:ext cx="653143" cy="486229"/>
            </a:xfrm>
            <a:prstGeom prst="downArrowCallout">
              <a:avLst/>
            </a:prstGeom>
            <a:solidFill>
              <a:srgbClr val="660033"/>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dirty="0"/>
            </a:p>
          </p:txBody>
        </p:sp>
        <p:sp>
          <p:nvSpPr>
            <p:cNvPr id="9" name="Elipse 8">
              <a:extLst>
                <a:ext uri="{FF2B5EF4-FFF2-40B4-BE49-F238E27FC236}">
                  <a16:creationId xmlns:a16="http://schemas.microsoft.com/office/drawing/2014/main" id="{3095759D-E5C5-436F-AF6E-7E20A7ACE325}"/>
                </a:ext>
              </a:extLst>
            </p:cNvPr>
            <p:cNvSpPr/>
            <p:nvPr/>
          </p:nvSpPr>
          <p:spPr>
            <a:xfrm>
              <a:off x="5621171" y="3972457"/>
              <a:ext cx="2532743" cy="1258561"/>
            </a:xfrm>
            <a:prstGeom prst="ellipse">
              <a:avLst/>
            </a:prstGeom>
            <a:solidFill>
              <a:srgbClr val="7030A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500" dirty="0">
                  <a:solidFill>
                    <a:schemeClr val="bg1"/>
                  </a:solidFill>
                </a:rPr>
                <a:t>2. Variaciones de componentes</a:t>
              </a:r>
            </a:p>
          </p:txBody>
        </p:sp>
      </p:grpSp>
      <p:sp>
        <p:nvSpPr>
          <p:cNvPr id="10" name="object 7">
            <a:extLst>
              <a:ext uri="{FF2B5EF4-FFF2-40B4-BE49-F238E27FC236}">
                <a16:creationId xmlns:a16="http://schemas.microsoft.com/office/drawing/2014/main" id="{68E23351-61D5-4058-BDE1-006CEF42812E}"/>
              </a:ext>
            </a:extLst>
          </p:cNvPr>
          <p:cNvSpPr txBox="1"/>
          <p:nvPr/>
        </p:nvSpPr>
        <p:spPr>
          <a:xfrm>
            <a:off x="510903" y="823669"/>
            <a:ext cx="4061097"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VARIACIONES DE COMPONENTES</a:t>
            </a:r>
          </a:p>
        </p:txBody>
      </p:sp>
      <p:sp>
        <p:nvSpPr>
          <p:cNvPr id="11" name="object 7">
            <a:extLst>
              <a:ext uri="{FF2B5EF4-FFF2-40B4-BE49-F238E27FC236}">
                <a16:creationId xmlns:a16="http://schemas.microsoft.com/office/drawing/2014/main" id="{83C5B238-786E-41FF-9DD0-14C0B8260036}"/>
              </a:ext>
            </a:extLst>
          </p:cNvPr>
          <p:cNvSpPr txBox="1"/>
          <p:nvPr/>
        </p:nvSpPr>
        <p:spPr>
          <a:xfrm>
            <a:off x="712476" y="1264892"/>
            <a:ext cx="4290400" cy="1631216"/>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Los componentes deben alcanzar los objetivos de gobierno y gestión. </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Algunos factores de diseño pueden obligar a variaciones específicas de los componentes o pueden influir en la importancia de los componentes. </a:t>
            </a:r>
          </a:p>
        </p:txBody>
      </p:sp>
    </p:spTree>
    <p:extLst>
      <p:ext uri="{BB962C8B-B14F-4D97-AF65-F5344CB8AC3E}">
        <p14:creationId xmlns:p14="http://schemas.microsoft.com/office/powerpoint/2010/main" val="3287368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IMPACTO DE FACTORES DE DISEÑO</a:t>
            </a:r>
          </a:p>
        </p:txBody>
      </p:sp>
      <p:grpSp>
        <p:nvGrpSpPr>
          <p:cNvPr id="2" name="Grupo 1">
            <a:extLst>
              <a:ext uri="{FF2B5EF4-FFF2-40B4-BE49-F238E27FC236}">
                <a16:creationId xmlns:a16="http://schemas.microsoft.com/office/drawing/2014/main" id="{AFEFD835-043C-4B04-BC0E-A288A3559C05}"/>
              </a:ext>
            </a:extLst>
          </p:cNvPr>
          <p:cNvGrpSpPr/>
          <p:nvPr/>
        </p:nvGrpSpPr>
        <p:grpSpPr>
          <a:xfrm>
            <a:off x="5307477" y="497801"/>
            <a:ext cx="3160134" cy="4733217"/>
            <a:chOff x="5307477" y="497801"/>
            <a:chExt cx="3160134" cy="4733217"/>
          </a:xfrm>
        </p:grpSpPr>
        <p:pic>
          <p:nvPicPr>
            <p:cNvPr id="6" name="Imagen 5">
              <a:extLst>
                <a:ext uri="{FF2B5EF4-FFF2-40B4-BE49-F238E27FC236}">
                  <a16:creationId xmlns:a16="http://schemas.microsoft.com/office/drawing/2014/main" id="{364F2AD7-081A-4134-AB37-572CC4739FC4}"/>
                </a:ext>
              </a:extLst>
            </p:cNvPr>
            <p:cNvPicPr>
              <a:picLocks noChangeAspect="1"/>
            </p:cNvPicPr>
            <p:nvPr/>
          </p:nvPicPr>
          <p:blipFill>
            <a:blip r:embed="rId3"/>
            <a:stretch>
              <a:fillRect/>
            </a:stretch>
          </p:blipFill>
          <p:spPr>
            <a:xfrm>
              <a:off x="5307477" y="497801"/>
              <a:ext cx="3160134" cy="2988427"/>
            </a:xfrm>
            <a:prstGeom prst="rect">
              <a:avLst/>
            </a:prstGeom>
          </p:spPr>
        </p:pic>
        <p:sp>
          <p:nvSpPr>
            <p:cNvPr id="7" name="Globo: flecha hacia abajo 6">
              <a:extLst>
                <a:ext uri="{FF2B5EF4-FFF2-40B4-BE49-F238E27FC236}">
                  <a16:creationId xmlns:a16="http://schemas.microsoft.com/office/drawing/2014/main" id="{1F4AA0D3-7175-4906-8645-85699E5773EE}"/>
                </a:ext>
              </a:extLst>
            </p:cNvPr>
            <p:cNvSpPr/>
            <p:nvPr/>
          </p:nvSpPr>
          <p:spPr>
            <a:xfrm>
              <a:off x="6560972" y="3486228"/>
              <a:ext cx="653143" cy="486229"/>
            </a:xfrm>
            <a:prstGeom prst="downArrowCallout">
              <a:avLst/>
            </a:prstGeom>
            <a:solidFill>
              <a:srgbClr val="660033"/>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dirty="0"/>
            </a:p>
          </p:txBody>
        </p:sp>
        <p:sp>
          <p:nvSpPr>
            <p:cNvPr id="9" name="Elipse 8">
              <a:extLst>
                <a:ext uri="{FF2B5EF4-FFF2-40B4-BE49-F238E27FC236}">
                  <a16:creationId xmlns:a16="http://schemas.microsoft.com/office/drawing/2014/main" id="{1DDA0C5A-6D3C-4E53-9D83-9C0A8D33062C}"/>
                </a:ext>
              </a:extLst>
            </p:cNvPr>
            <p:cNvSpPr/>
            <p:nvPr/>
          </p:nvSpPr>
          <p:spPr>
            <a:xfrm>
              <a:off x="5621171" y="3972457"/>
              <a:ext cx="2532743" cy="1258561"/>
            </a:xfrm>
            <a:prstGeom prst="ellipse">
              <a:avLst/>
            </a:prstGeom>
            <a:solidFill>
              <a:schemeClr val="accent4">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500" dirty="0">
                  <a:solidFill>
                    <a:schemeClr val="bg1"/>
                  </a:solidFill>
                </a:rPr>
                <a:t>3. Áreas prioritarias específicas</a:t>
              </a:r>
            </a:p>
          </p:txBody>
        </p:sp>
      </p:grpSp>
      <p:sp>
        <p:nvSpPr>
          <p:cNvPr id="10" name="object 7">
            <a:extLst>
              <a:ext uri="{FF2B5EF4-FFF2-40B4-BE49-F238E27FC236}">
                <a16:creationId xmlns:a16="http://schemas.microsoft.com/office/drawing/2014/main" id="{2D8A5329-E7EE-409C-84EB-34C204DA57BA}"/>
              </a:ext>
            </a:extLst>
          </p:cNvPr>
          <p:cNvSpPr txBox="1"/>
          <p:nvPr/>
        </p:nvSpPr>
        <p:spPr>
          <a:xfrm>
            <a:off x="510903" y="823669"/>
            <a:ext cx="4061097"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3. ÁREAS PRIORITARIAS ESPECÍFICAS</a:t>
            </a:r>
          </a:p>
        </p:txBody>
      </p:sp>
      <p:sp>
        <p:nvSpPr>
          <p:cNvPr id="11" name="object 7">
            <a:extLst>
              <a:ext uri="{FF2B5EF4-FFF2-40B4-BE49-F238E27FC236}">
                <a16:creationId xmlns:a16="http://schemas.microsoft.com/office/drawing/2014/main" id="{FC4F6FBE-5706-4441-B7BF-4AA2F513D5D2}"/>
              </a:ext>
            </a:extLst>
          </p:cNvPr>
          <p:cNvSpPr txBox="1"/>
          <p:nvPr/>
        </p:nvSpPr>
        <p:spPr>
          <a:xfrm>
            <a:off x="510902" y="1234175"/>
            <a:ext cx="4394927" cy="1477328"/>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spc="-10" dirty="0">
                <a:solidFill>
                  <a:srgbClr val="262626"/>
                </a:solidFill>
              </a:rPr>
              <a:t>Algunos factores de diseño, como el escenario de amenazas, riesgo específico, métodos de desarrollo a cumplir y configuración de la infraestructura, impulsará la necesidad para variar el contenido del modelo </a:t>
            </a:r>
            <a:r>
              <a:rPr lang="es-ES" sz="1600" i="1" spc="-10" dirty="0">
                <a:solidFill>
                  <a:srgbClr val="262626"/>
                </a:solidFill>
              </a:rPr>
              <a:t>Core</a:t>
            </a:r>
            <a:r>
              <a:rPr lang="es-ES" sz="1600" spc="-10" dirty="0">
                <a:solidFill>
                  <a:srgbClr val="262626"/>
                </a:solidFill>
              </a:rPr>
              <a:t> de COBIT para un contexto determinado. </a:t>
            </a:r>
          </a:p>
        </p:txBody>
      </p:sp>
    </p:spTree>
    <p:extLst>
      <p:ext uri="{BB962C8B-B14F-4D97-AF65-F5344CB8AC3E}">
        <p14:creationId xmlns:p14="http://schemas.microsoft.com/office/powerpoint/2010/main" val="2907869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FASES Y PASOS DEL PROCESO DE DISEÑO</a:t>
            </a:r>
          </a:p>
        </p:txBody>
      </p:sp>
    </p:spTree>
    <p:custDataLst>
      <p:tags r:id="rId1"/>
    </p:custDataLst>
    <p:extLst>
      <p:ext uri="{BB962C8B-B14F-4D97-AF65-F5344CB8AC3E}">
        <p14:creationId xmlns:p14="http://schemas.microsoft.com/office/powerpoint/2010/main" val="1784279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FASES Y PASOS DEL PROCESO DE DISEÑO </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1942011"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INTRODUCCIÓN</a:t>
            </a:r>
          </a:p>
        </p:txBody>
      </p:sp>
      <p:sp>
        <p:nvSpPr>
          <p:cNvPr id="8" name="object 7">
            <a:extLst>
              <a:ext uri="{FF2B5EF4-FFF2-40B4-BE49-F238E27FC236}">
                <a16:creationId xmlns:a16="http://schemas.microsoft.com/office/drawing/2014/main" id="{B5EA86E6-DB35-4893-8551-90B6D8DDF61A}"/>
              </a:ext>
            </a:extLst>
          </p:cNvPr>
          <p:cNvSpPr txBox="1"/>
          <p:nvPr/>
        </p:nvSpPr>
        <p:spPr>
          <a:xfrm>
            <a:off x="538221" y="1205500"/>
            <a:ext cx="4977208" cy="3600986"/>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Las distintas fases y pasos del proceso de diseño, como se ilustran en la figura, resultarán en recomendaciones para priorizar los objetivos de gobierno y gestión o componentes del sistema de gobierno, para alcanzar niveles de capacidad, o para adoptar variantes específicas de un componente del sistema de gobierno. </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Algunos de estos pasos o </a:t>
            </a:r>
            <a:r>
              <a:rPr lang="es-ES" sz="1600" spc="-10" dirty="0" smtClean="0">
                <a:solidFill>
                  <a:srgbClr val="262626"/>
                </a:solidFill>
              </a:rPr>
              <a:t>subpasos </a:t>
            </a:r>
            <a:r>
              <a:rPr lang="es-ES" sz="1600" spc="-10" dirty="0">
                <a:solidFill>
                  <a:srgbClr val="262626"/>
                </a:solidFill>
              </a:rPr>
              <a:t>podrían derivar en recomendaciones contradictorias, lo cual es inevitable cuando se consideran un gran número de factores de diseño, </a:t>
            </a:r>
            <a:r>
              <a:rPr lang="es-ES" sz="1600" spc="-10" dirty="0" smtClean="0">
                <a:solidFill>
                  <a:srgbClr val="262626"/>
                </a:solidFill>
              </a:rPr>
              <a:t>cuando se toman en cuenta la </a:t>
            </a:r>
            <a:r>
              <a:rPr lang="es-ES" sz="1600" spc="-10" dirty="0">
                <a:solidFill>
                  <a:srgbClr val="262626"/>
                </a:solidFill>
              </a:rPr>
              <a:t>naturaleza genérica en su conjunto de la guía del factor de diseño y las tablas de correspondencia utilizadas. Si </a:t>
            </a:r>
            <a:r>
              <a:rPr lang="es-ES" sz="1600" spc="-10" dirty="0" smtClean="0">
                <a:solidFill>
                  <a:srgbClr val="262626"/>
                </a:solidFill>
              </a:rPr>
              <a:t>se siguen </a:t>
            </a:r>
            <a:r>
              <a:rPr lang="es-ES" sz="1600" spc="-10" dirty="0">
                <a:solidFill>
                  <a:srgbClr val="262626"/>
                </a:solidFill>
              </a:rPr>
              <a:t>estos pasos, las empresas lograrán un sistema de gobierno adaptado a sus necesidades.</a:t>
            </a:r>
          </a:p>
        </p:txBody>
      </p:sp>
      <p:graphicFrame>
        <p:nvGraphicFramePr>
          <p:cNvPr id="4" name="Diagrama 3">
            <a:extLst>
              <a:ext uri="{FF2B5EF4-FFF2-40B4-BE49-F238E27FC236}">
                <a16:creationId xmlns:a16="http://schemas.microsoft.com/office/drawing/2014/main" id="{765A6017-D69F-4CBD-BC18-FB44749F7E1D}"/>
              </a:ext>
            </a:extLst>
          </p:cNvPr>
          <p:cNvGraphicFramePr/>
          <p:nvPr>
            <p:extLst>
              <p:ext uri="{D42A27DB-BD31-4B8C-83A1-F6EECF244321}">
                <p14:modId xmlns:p14="http://schemas.microsoft.com/office/powerpoint/2010/main" val="901138428"/>
              </p:ext>
            </p:extLst>
          </p:nvPr>
        </p:nvGraphicFramePr>
        <p:xfrm>
          <a:off x="5848065" y="825500"/>
          <a:ext cx="2757714"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149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FASES Y PASOS DEL PROCESO DE DISEÑO </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1942011"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…INTRODUCCIÓN</a:t>
            </a:r>
          </a:p>
        </p:txBody>
      </p:sp>
      <p:pic>
        <p:nvPicPr>
          <p:cNvPr id="3" name="Imagen 2">
            <a:extLst>
              <a:ext uri="{FF2B5EF4-FFF2-40B4-BE49-F238E27FC236}">
                <a16:creationId xmlns:a16="http://schemas.microsoft.com/office/drawing/2014/main" id="{DA49D556-7A79-4AB5-A1FB-63E3298AD43E}"/>
              </a:ext>
            </a:extLst>
          </p:cNvPr>
          <p:cNvPicPr>
            <a:picLocks noChangeAspect="1"/>
          </p:cNvPicPr>
          <p:nvPr/>
        </p:nvPicPr>
        <p:blipFill>
          <a:blip r:embed="rId3"/>
          <a:stretch>
            <a:fillRect/>
          </a:stretch>
        </p:blipFill>
        <p:spPr>
          <a:xfrm>
            <a:off x="931491" y="1213497"/>
            <a:ext cx="7281017" cy="3748696"/>
          </a:xfrm>
          <a:prstGeom prst="rect">
            <a:avLst/>
          </a:prstGeom>
        </p:spPr>
      </p:pic>
    </p:spTree>
    <p:extLst>
      <p:ext uri="{BB962C8B-B14F-4D97-AF65-F5344CB8AC3E}">
        <p14:creationId xmlns:p14="http://schemas.microsoft.com/office/powerpoint/2010/main" val="766658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FASES Y PASOS DEL PROCESO DE DISEÑO </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2" y="771402"/>
            <a:ext cx="5432697" cy="261610"/>
          </a:xfrm>
          <a:prstGeom prst="rect">
            <a:avLst/>
          </a:prstGeom>
        </p:spPr>
        <p:txBody>
          <a:bodyPr vert="horz" wrap="square" lIns="0" tIns="0" rIns="0" bIns="0" rtlCol="0">
            <a:spAutoFit/>
          </a:bodyPr>
          <a:lstStyle/>
          <a:p>
            <a:pPr marL="11725">
              <a:buSzPct val="100000"/>
              <a:tabLst>
                <a:tab pos="121285" algn="l"/>
              </a:tabLst>
            </a:pPr>
            <a:r>
              <a:rPr lang="es-PE" sz="1700" b="1" spc="-10" dirty="0" smtClean="0">
                <a:solidFill>
                  <a:srgbClr val="262626"/>
                </a:solidFill>
                <a:cs typeface="Source Sans Pro"/>
              </a:rPr>
              <a:t>1. </a:t>
            </a:r>
            <a:r>
              <a:rPr lang="es-PE" sz="1700" b="1" spc="-10" dirty="0">
                <a:solidFill>
                  <a:srgbClr val="262626"/>
                </a:solidFill>
                <a:cs typeface="Source Sans Pro"/>
              </a:rPr>
              <a:t>ENTENDER EL CONTEXTO Y ESTRATEGIA DE LA EMPRESA</a:t>
            </a:r>
          </a:p>
        </p:txBody>
      </p:sp>
      <p:sp>
        <p:nvSpPr>
          <p:cNvPr id="8" name="object 7">
            <a:extLst>
              <a:ext uri="{FF2B5EF4-FFF2-40B4-BE49-F238E27FC236}">
                <a16:creationId xmlns:a16="http://schemas.microsoft.com/office/drawing/2014/main" id="{B5EA86E6-DB35-4893-8551-90B6D8DDF61A}"/>
              </a:ext>
            </a:extLst>
          </p:cNvPr>
          <p:cNvSpPr txBox="1"/>
          <p:nvPr/>
        </p:nvSpPr>
        <p:spPr>
          <a:xfrm>
            <a:off x="510902" y="1219227"/>
            <a:ext cx="5143940" cy="1477328"/>
          </a:xfrm>
          <a:prstGeom prst="rect">
            <a:avLst/>
          </a:prstGeom>
        </p:spPr>
        <p:txBody>
          <a:bodyPr vert="horz" wrap="square" lIns="0" tIns="0" rIns="0" bIns="0" rtlCol="0">
            <a:spAutoFit/>
          </a:bodyPr>
          <a:lstStyle/>
          <a:p>
            <a:pPr>
              <a:spcAft>
                <a:spcPts val="1200"/>
              </a:spcAft>
              <a:buSzPct val="100000"/>
              <a:tabLst>
                <a:tab pos="121285" algn="l"/>
              </a:tabLst>
            </a:pPr>
            <a:r>
              <a:rPr lang="es-ES" sz="1600" spc="-10" dirty="0">
                <a:solidFill>
                  <a:srgbClr val="262626"/>
                </a:solidFill>
              </a:rPr>
              <a:t>En el primer paso, la empresa examina su contexto, estrategia y entorno de negocio para lograr un mayor conocimiento de cuatro dominios parcialmente superpuestos, interdependientes y, a menudo, complementarios. Las siguientes subsecciones describen los </a:t>
            </a:r>
            <a:r>
              <a:rPr lang="es-ES" sz="1600" spc="-10" dirty="0" smtClean="0">
                <a:solidFill>
                  <a:srgbClr val="262626"/>
                </a:solidFill>
              </a:rPr>
              <a:t>subpasos </a:t>
            </a:r>
            <a:r>
              <a:rPr lang="es-ES" sz="1600" spc="-10" dirty="0">
                <a:solidFill>
                  <a:srgbClr val="262626"/>
                </a:solidFill>
              </a:rPr>
              <a:t>críticos del paso 1: </a:t>
            </a:r>
          </a:p>
        </p:txBody>
      </p:sp>
      <p:graphicFrame>
        <p:nvGraphicFramePr>
          <p:cNvPr id="4" name="Diagrama 3">
            <a:extLst>
              <a:ext uri="{FF2B5EF4-FFF2-40B4-BE49-F238E27FC236}">
                <a16:creationId xmlns:a16="http://schemas.microsoft.com/office/drawing/2014/main" id="{765A6017-D69F-4CBD-BC18-FB44749F7E1D}"/>
              </a:ext>
            </a:extLst>
          </p:cNvPr>
          <p:cNvGraphicFramePr/>
          <p:nvPr>
            <p:extLst>
              <p:ext uri="{D42A27DB-BD31-4B8C-83A1-F6EECF244321}">
                <p14:modId xmlns:p14="http://schemas.microsoft.com/office/powerpoint/2010/main" val="4133020372"/>
              </p:ext>
            </p:extLst>
          </p:nvPr>
        </p:nvGraphicFramePr>
        <p:xfrm>
          <a:off x="5769055" y="1129641"/>
          <a:ext cx="2757714"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object 7">
            <a:extLst>
              <a:ext uri="{FF2B5EF4-FFF2-40B4-BE49-F238E27FC236}">
                <a16:creationId xmlns:a16="http://schemas.microsoft.com/office/drawing/2014/main" id="{7ECA5647-B1B0-4168-B167-123F8CC3A0C8}"/>
              </a:ext>
            </a:extLst>
          </p:cNvPr>
          <p:cNvSpPr txBox="1"/>
          <p:nvPr/>
        </p:nvSpPr>
        <p:spPr>
          <a:xfrm>
            <a:off x="617231" y="2882770"/>
            <a:ext cx="4870880" cy="1446550"/>
          </a:xfrm>
          <a:prstGeom prst="rect">
            <a:avLst/>
          </a:prstGeom>
        </p:spPr>
        <p:txBody>
          <a:bodyPr vert="horz" wrap="square" lIns="0" tIns="0" rIns="0" bIns="0" rtlCol="0">
            <a:spAutoFit/>
          </a:bodyPr>
          <a:lstStyle/>
          <a:p>
            <a:pPr marL="342900" indent="-342900" algn="just">
              <a:spcAft>
                <a:spcPts val="1200"/>
              </a:spcAft>
              <a:buSzPct val="100000"/>
              <a:buFont typeface="+mj-lt"/>
              <a:buAutoNum type="alphaLcParenR"/>
              <a:tabLst>
                <a:tab pos="121285" algn="l"/>
              </a:tabLst>
            </a:pPr>
            <a:r>
              <a:rPr lang="es-PE" sz="1600" spc="-10" dirty="0">
                <a:solidFill>
                  <a:srgbClr val="262626"/>
                </a:solidFill>
              </a:rPr>
              <a:t>Entender la estrategia empresarial </a:t>
            </a:r>
          </a:p>
          <a:p>
            <a:pPr marL="342900" indent="-342900" algn="just">
              <a:spcAft>
                <a:spcPts val="1200"/>
              </a:spcAft>
              <a:buSzPct val="100000"/>
              <a:buFont typeface="+mj-lt"/>
              <a:buAutoNum type="alphaLcParenR"/>
              <a:tabLst>
                <a:tab pos="121285" algn="l"/>
              </a:tabLst>
            </a:pPr>
            <a:r>
              <a:rPr lang="es-ES" sz="1600" spc="-10" dirty="0">
                <a:solidFill>
                  <a:srgbClr val="262626"/>
                </a:solidFill>
              </a:rPr>
              <a:t>Entender las metas empresariales</a:t>
            </a:r>
          </a:p>
          <a:p>
            <a:pPr marL="342900" indent="-342900" algn="just">
              <a:spcAft>
                <a:spcPts val="1200"/>
              </a:spcAft>
              <a:buSzPct val="100000"/>
              <a:buFont typeface="+mj-lt"/>
              <a:buAutoNum type="alphaLcParenR"/>
              <a:tabLst>
                <a:tab pos="121285" algn="l"/>
              </a:tabLst>
            </a:pPr>
            <a:r>
              <a:rPr lang="es-ES" sz="1600" spc="-10" dirty="0">
                <a:solidFill>
                  <a:srgbClr val="262626"/>
                </a:solidFill>
              </a:rPr>
              <a:t>Comprender el perfil de riesgo</a:t>
            </a:r>
            <a:r>
              <a:rPr lang="es-PE" sz="1600" spc="-10" dirty="0">
                <a:solidFill>
                  <a:srgbClr val="262626"/>
                </a:solidFill>
              </a:rPr>
              <a:t> </a:t>
            </a:r>
          </a:p>
          <a:p>
            <a:pPr marL="342900" indent="-342900" algn="just">
              <a:spcAft>
                <a:spcPts val="1200"/>
              </a:spcAft>
              <a:buSzPct val="100000"/>
              <a:buFont typeface="+mj-lt"/>
              <a:buAutoNum type="alphaLcParenR"/>
              <a:tabLst>
                <a:tab pos="121285" algn="l"/>
              </a:tabLst>
            </a:pPr>
            <a:r>
              <a:rPr lang="es-PE" sz="1600" spc="-10" dirty="0">
                <a:solidFill>
                  <a:srgbClr val="262626"/>
                </a:solidFill>
              </a:rPr>
              <a:t>Entender los problemas actuales relacionados con I&amp;T </a:t>
            </a:r>
          </a:p>
        </p:txBody>
      </p:sp>
      <p:sp>
        <p:nvSpPr>
          <p:cNvPr id="9" name="Flecha: curvada hacia la izquierda 8">
            <a:extLst>
              <a:ext uri="{FF2B5EF4-FFF2-40B4-BE49-F238E27FC236}">
                <a16:creationId xmlns:a16="http://schemas.microsoft.com/office/drawing/2014/main" id="{7A012BE7-8F1A-450C-B1B4-2C9545168BE8}"/>
              </a:ext>
            </a:extLst>
          </p:cNvPr>
          <p:cNvSpPr/>
          <p:nvPr/>
        </p:nvSpPr>
        <p:spPr>
          <a:xfrm>
            <a:off x="8411028" y="801942"/>
            <a:ext cx="581909" cy="834571"/>
          </a:xfrm>
          <a:prstGeom prst="curvedLeftArrow">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solidFill>
                <a:schemeClr val="tx1"/>
              </a:solidFill>
            </a:endParaRPr>
          </a:p>
        </p:txBody>
      </p:sp>
    </p:spTree>
    <p:extLst>
      <p:ext uri="{BB962C8B-B14F-4D97-AF65-F5344CB8AC3E}">
        <p14:creationId xmlns:p14="http://schemas.microsoft.com/office/powerpoint/2010/main" val="2928744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FASES Y PASOS DEL PROCESO DE DISEÑO </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5970108" cy="261610"/>
          </a:xfrm>
          <a:prstGeom prst="rect">
            <a:avLst/>
          </a:prstGeom>
        </p:spPr>
        <p:txBody>
          <a:bodyPr vert="horz" wrap="square" lIns="0" tIns="0" rIns="0" bIns="0" rtlCol="0">
            <a:spAutoFit/>
          </a:bodyPr>
          <a:lstStyle/>
          <a:p>
            <a:pPr marL="11725">
              <a:buSzPct val="100000"/>
              <a:tabLst>
                <a:tab pos="121285" algn="l"/>
              </a:tabLst>
            </a:pPr>
            <a:r>
              <a:rPr lang="es-PE" sz="1700" b="1" spc="-10" dirty="0" smtClean="0">
                <a:solidFill>
                  <a:srgbClr val="262626"/>
                </a:solidFill>
                <a:cs typeface="Source Sans Pro"/>
              </a:rPr>
              <a:t>2</a:t>
            </a:r>
            <a:r>
              <a:rPr lang="es-PE" sz="1700" b="1" spc="-10" dirty="0">
                <a:solidFill>
                  <a:srgbClr val="262626"/>
                </a:solidFill>
                <a:cs typeface="Source Sans Pro"/>
              </a:rPr>
              <a:t>. DETERMINAR EL ALCANCE INICIAL DEL SISTEMA DE GOBIERNO</a:t>
            </a:r>
          </a:p>
        </p:txBody>
      </p:sp>
      <p:sp>
        <p:nvSpPr>
          <p:cNvPr id="8" name="object 7">
            <a:extLst>
              <a:ext uri="{FF2B5EF4-FFF2-40B4-BE49-F238E27FC236}">
                <a16:creationId xmlns:a16="http://schemas.microsoft.com/office/drawing/2014/main" id="{B5EA86E6-DB35-4893-8551-90B6D8DDF61A}"/>
              </a:ext>
            </a:extLst>
          </p:cNvPr>
          <p:cNvSpPr txBox="1"/>
          <p:nvPr/>
        </p:nvSpPr>
        <p:spPr>
          <a:xfrm>
            <a:off x="510902" y="1222378"/>
            <a:ext cx="5127897" cy="1723549"/>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spc="-10" dirty="0">
                <a:solidFill>
                  <a:srgbClr val="262626"/>
                </a:solidFill>
              </a:rPr>
              <a:t>Para determinar el alcance inicial del sistema de gobierno, el paso 2 resume la información recopilada durante el paso 1. Los valores derivados para la estrategia empresarial, las metas empresariales, el perfil de riesgo y los problemas relacionados con I&amp;T se traducen en una serie de componentes de gobierno priorizados para producir el sistema inicial de gobierno personalizado para la empresa. </a:t>
            </a:r>
          </a:p>
        </p:txBody>
      </p:sp>
      <p:sp>
        <p:nvSpPr>
          <p:cNvPr id="9" name="object 7">
            <a:extLst>
              <a:ext uri="{FF2B5EF4-FFF2-40B4-BE49-F238E27FC236}">
                <a16:creationId xmlns:a16="http://schemas.microsoft.com/office/drawing/2014/main" id="{EDC77F2F-0F80-412F-B576-046055FD2527}"/>
              </a:ext>
            </a:extLst>
          </p:cNvPr>
          <p:cNvSpPr txBox="1"/>
          <p:nvPr/>
        </p:nvSpPr>
        <p:spPr>
          <a:xfrm>
            <a:off x="644549" y="3134451"/>
            <a:ext cx="4870880" cy="1446550"/>
          </a:xfrm>
          <a:prstGeom prst="rect">
            <a:avLst/>
          </a:prstGeom>
        </p:spPr>
        <p:txBody>
          <a:bodyPr vert="horz" wrap="square" lIns="0" tIns="0" rIns="0" bIns="0" rtlCol="0">
            <a:spAutoFit/>
          </a:bodyPr>
          <a:lstStyle/>
          <a:p>
            <a:pPr marL="342900" indent="-342900" algn="just">
              <a:spcAft>
                <a:spcPts val="1200"/>
              </a:spcAft>
              <a:buSzPct val="100000"/>
              <a:buFont typeface="+mj-lt"/>
              <a:buAutoNum type="alphaLcParenR"/>
              <a:tabLst>
                <a:tab pos="121285" algn="l"/>
              </a:tabLst>
            </a:pPr>
            <a:r>
              <a:rPr lang="es-PE" sz="1600" spc="-10" dirty="0">
                <a:solidFill>
                  <a:srgbClr val="262626"/>
                </a:solidFill>
              </a:rPr>
              <a:t>Considerar la estrategia empresarial </a:t>
            </a:r>
          </a:p>
          <a:p>
            <a:pPr marL="342900" indent="-342900" algn="just">
              <a:spcAft>
                <a:spcPts val="1200"/>
              </a:spcAft>
              <a:buSzPct val="100000"/>
              <a:buFont typeface="+mj-lt"/>
              <a:buAutoNum type="alphaLcParenR"/>
              <a:tabLst>
                <a:tab pos="121285" algn="l"/>
              </a:tabLst>
            </a:pPr>
            <a:r>
              <a:rPr lang="es-ES" sz="1600" spc="-10" dirty="0">
                <a:solidFill>
                  <a:srgbClr val="262626"/>
                </a:solidFill>
              </a:rPr>
              <a:t>Considerar las metas empresariales</a:t>
            </a:r>
          </a:p>
          <a:p>
            <a:pPr marL="342900" indent="-342900" algn="just">
              <a:spcAft>
                <a:spcPts val="1200"/>
              </a:spcAft>
              <a:buSzPct val="100000"/>
              <a:buFont typeface="+mj-lt"/>
              <a:buAutoNum type="alphaLcParenR"/>
              <a:tabLst>
                <a:tab pos="121285" algn="l"/>
              </a:tabLst>
            </a:pPr>
            <a:r>
              <a:rPr lang="es-ES" sz="1600" spc="-10" dirty="0">
                <a:solidFill>
                  <a:srgbClr val="262626"/>
                </a:solidFill>
              </a:rPr>
              <a:t>Considerar el perfil de riesgo</a:t>
            </a:r>
            <a:r>
              <a:rPr lang="es-PE" sz="1600" spc="-10" dirty="0">
                <a:solidFill>
                  <a:srgbClr val="262626"/>
                </a:solidFill>
              </a:rPr>
              <a:t> de la empresa</a:t>
            </a:r>
          </a:p>
          <a:p>
            <a:pPr marL="342900" indent="-342900" algn="just">
              <a:spcAft>
                <a:spcPts val="1200"/>
              </a:spcAft>
              <a:buSzPct val="100000"/>
              <a:buFont typeface="+mj-lt"/>
              <a:buAutoNum type="alphaLcParenR"/>
              <a:tabLst>
                <a:tab pos="121285" algn="l"/>
              </a:tabLst>
            </a:pPr>
            <a:r>
              <a:rPr lang="es-PE" sz="1600" spc="-10" dirty="0">
                <a:solidFill>
                  <a:srgbClr val="262626"/>
                </a:solidFill>
              </a:rPr>
              <a:t>Considerar los problemas actuales relacionados con I&amp;T </a:t>
            </a:r>
          </a:p>
        </p:txBody>
      </p:sp>
      <p:graphicFrame>
        <p:nvGraphicFramePr>
          <p:cNvPr id="10" name="Diagrama 9">
            <a:extLst>
              <a:ext uri="{FF2B5EF4-FFF2-40B4-BE49-F238E27FC236}">
                <a16:creationId xmlns:a16="http://schemas.microsoft.com/office/drawing/2014/main" id="{3DC9DAF0-150A-4162-A68F-524155424F06}"/>
              </a:ext>
            </a:extLst>
          </p:cNvPr>
          <p:cNvGraphicFramePr/>
          <p:nvPr>
            <p:extLst>
              <p:ext uri="{D42A27DB-BD31-4B8C-83A1-F6EECF244321}">
                <p14:modId xmlns:p14="http://schemas.microsoft.com/office/powerpoint/2010/main" val="1578294699"/>
              </p:ext>
            </p:extLst>
          </p:nvPr>
        </p:nvGraphicFramePr>
        <p:xfrm>
          <a:off x="5769055" y="1129641"/>
          <a:ext cx="2757714"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lecha: curvada hacia la izquierda 1">
            <a:extLst>
              <a:ext uri="{FF2B5EF4-FFF2-40B4-BE49-F238E27FC236}">
                <a16:creationId xmlns:a16="http://schemas.microsoft.com/office/drawing/2014/main" id="{E1F39FCB-BFBB-4420-83F0-4111B1B96F37}"/>
              </a:ext>
            </a:extLst>
          </p:cNvPr>
          <p:cNvSpPr/>
          <p:nvPr/>
        </p:nvSpPr>
        <p:spPr>
          <a:xfrm>
            <a:off x="8411028" y="1895293"/>
            <a:ext cx="581909" cy="834571"/>
          </a:xfrm>
          <a:prstGeom prst="curvedLeftArrow">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solidFill>
                <a:schemeClr val="tx1"/>
              </a:solidFill>
            </a:endParaRPr>
          </a:p>
        </p:txBody>
      </p:sp>
    </p:spTree>
    <p:extLst>
      <p:ext uri="{BB962C8B-B14F-4D97-AF65-F5344CB8AC3E}">
        <p14:creationId xmlns:p14="http://schemas.microsoft.com/office/powerpoint/2010/main" val="3529802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FASES Y PASOS DEL PROCESO DE DISEÑO </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5408634" cy="261610"/>
          </a:xfrm>
          <a:prstGeom prst="rect">
            <a:avLst/>
          </a:prstGeom>
        </p:spPr>
        <p:txBody>
          <a:bodyPr vert="horz" wrap="square" lIns="0" tIns="0" rIns="0" bIns="0" rtlCol="0">
            <a:spAutoFit/>
          </a:bodyPr>
          <a:lstStyle/>
          <a:p>
            <a:pPr marL="11725">
              <a:buSzPct val="100000"/>
              <a:tabLst>
                <a:tab pos="121285" algn="l"/>
              </a:tabLst>
            </a:pPr>
            <a:r>
              <a:rPr lang="es-PE" sz="1700" b="1" spc="-10" dirty="0" smtClean="0">
                <a:solidFill>
                  <a:srgbClr val="262626"/>
                </a:solidFill>
                <a:cs typeface="Source Sans Pro"/>
              </a:rPr>
              <a:t>3</a:t>
            </a:r>
            <a:r>
              <a:rPr lang="es-PE" sz="1700" b="1" spc="-10" dirty="0">
                <a:solidFill>
                  <a:srgbClr val="262626"/>
                </a:solidFill>
                <a:cs typeface="Source Sans Pro"/>
              </a:rPr>
              <a:t>. PERFECCIONAR EL ALCANCE DEL SISTEMA DE GOBIERNO</a:t>
            </a:r>
          </a:p>
        </p:txBody>
      </p:sp>
      <p:sp>
        <p:nvSpPr>
          <p:cNvPr id="8" name="object 7">
            <a:extLst>
              <a:ext uri="{FF2B5EF4-FFF2-40B4-BE49-F238E27FC236}">
                <a16:creationId xmlns:a16="http://schemas.microsoft.com/office/drawing/2014/main" id="{B5EA86E6-DB35-4893-8551-90B6D8DDF61A}"/>
              </a:ext>
            </a:extLst>
          </p:cNvPr>
          <p:cNvSpPr txBox="1"/>
          <p:nvPr/>
        </p:nvSpPr>
        <p:spPr>
          <a:xfrm>
            <a:off x="510903" y="1180069"/>
            <a:ext cx="5087792" cy="3908762"/>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spc="-10" dirty="0">
                <a:solidFill>
                  <a:srgbClr val="262626"/>
                </a:solidFill>
              </a:rPr>
              <a:t>El paso 3 identifica los refinamientos / perfeccionamientos del alcance inicial del sistema de gobierno con base en el conjunto de factores de diseño restantes; no todos los factores de diseño podrían aplicarse a cada empresa. Aquellos factores no aplicables pueden ignorarse. En este paso, el diseñador del sistema de gobierno: </a:t>
            </a:r>
          </a:p>
          <a:p>
            <a:pPr marL="285750" indent="-285750" algn="just">
              <a:spcAft>
                <a:spcPts val="900"/>
              </a:spcAft>
              <a:buSzPct val="100000"/>
              <a:buFont typeface="Wingdings" panose="05000000000000000000" pitchFamily="2" charset="2"/>
              <a:buChar char="q"/>
              <a:tabLst>
                <a:tab pos="121285" algn="l"/>
              </a:tabLst>
            </a:pPr>
            <a:r>
              <a:rPr lang="es-ES" sz="1600" spc="-10" dirty="0">
                <a:solidFill>
                  <a:srgbClr val="262626"/>
                </a:solidFill>
              </a:rPr>
              <a:t>Explicará cada factor de diseño (DF) </a:t>
            </a:r>
          </a:p>
          <a:p>
            <a:pPr marL="285750" indent="-285750" algn="just">
              <a:spcAft>
                <a:spcPts val="900"/>
              </a:spcAft>
              <a:buSzPct val="100000"/>
              <a:buFont typeface="Wingdings" panose="05000000000000000000" pitchFamily="2" charset="2"/>
              <a:buChar char="q"/>
              <a:tabLst>
                <a:tab pos="121285" algn="l"/>
              </a:tabLst>
            </a:pPr>
            <a:r>
              <a:rPr lang="es-ES" sz="1600" spc="-10" dirty="0">
                <a:solidFill>
                  <a:srgbClr val="262626"/>
                </a:solidFill>
              </a:rPr>
              <a:t>Determinará si cada factor de diseño puede aplicarse o no. </a:t>
            </a:r>
          </a:p>
          <a:p>
            <a:pPr marL="285750" indent="-285750" algn="just">
              <a:spcAft>
                <a:spcPts val="900"/>
              </a:spcAft>
              <a:buSzPct val="100000"/>
              <a:buFont typeface="Wingdings" panose="05000000000000000000" pitchFamily="2" charset="2"/>
              <a:buChar char="q"/>
              <a:tabLst>
                <a:tab pos="121285" algn="l"/>
              </a:tabLst>
            </a:pPr>
            <a:r>
              <a:rPr lang="es-ES" sz="1600" spc="-10" dirty="0">
                <a:solidFill>
                  <a:srgbClr val="262626"/>
                </a:solidFill>
              </a:rPr>
              <a:t>Para los factores de diseño aplicables, determinará cuál de los posibles valores es más aplicable a la empresa. Descripciones de referencia de los valores de factores de diseño aplicables, junto con las tablas de asignación de los apéndices F a K, para determinar qué refinamientos del sistema de gobierno están asociadas a estos valores. </a:t>
            </a:r>
          </a:p>
        </p:txBody>
      </p:sp>
      <p:graphicFrame>
        <p:nvGraphicFramePr>
          <p:cNvPr id="10" name="Diagrama 9">
            <a:extLst>
              <a:ext uri="{FF2B5EF4-FFF2-40B4-BE49-F238E27FC236}">
                <a16:creationId xmlns:a16="http://schemas.microsoft.com/office/drawing/2014/main" id="{6506CA5F-26E9-4EC0-AA6C-7C5F49607935}"/>
              </a:ext>
            </a:extLst>
          </p:cNvPr>
          <p:cNvGraphicFramePr/>
          <p:nvPr>
            <p:extLst>
              <p:ext uri="{D42A27DB-BD31-4B8C-83A1-F6EECF244321}">
                <p14:modId xmlns:p14="http://schemas.microsoft.com/office/powerpoint/2010/main" val="1578294699"/>
              </p:ext>
            </p:extLst>
          </p:nvPr>
        </p:nvGraphicFramePr>
        <p:xfrm>
          <a:off x="5769055" y="1129641"/>
          <a:ext cx="2757714"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lecha: curvada hacia la izquierda 1">
            <a:extLst>
              <a:ext uri="{FF2B5EF4-FFF2-40B4-BE49-F238E27FC236}">
                <a16:creationId xmlns:a16="http://schemas.microsoft.com/office/drawing/2014/main" id="{E1F39FCB-BFBB-4420-83F0-4111B1B96F37}"/>
              </a:ext>
            </a:extLst>
          </p:cNvPr>
          <p:cNvSpPr/>
          <p:nvPr/>
        </p:nvSpPr>
        <p:spPr>
          <a:xfrm>
            <a:off x="8411028" y="3013944"/>
            <a:ext cx="581909" cy="834571"/>
          </a:xfrm>
          <a:prstGeom prst="curvedLeftArrow">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solidFill>
                <a:schemeClr val="tx1"/>
              </a:solidFill>
            </a:endParaRPr>
          </a:p>
        </p:txBody>
      </p:sp>
    </p:spTree>
    <p:extLst>
      <p:ext uri="{BB962C8B-B14F-4D97-AF65-F5344CB8AC3E}">
        <p14:creationId xmlns:p14="http://schemas.microsoft.com/office/powerpoint/2010/main" val="614726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FASES Y PASOS DEL PROCESO DE DISEÑO </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5004526" cy="523220"/>
          </a:xfrm>
          <a:prstGeom prst="rect">
            <a:avLst/>
          </a:prstGeom>
        </p:spPr>
        <p:txBody>
          <a:bodyPr vert="horz" wrap="square" lIns="0" tIns="0" rIns="0" bIns="0" rtlCol="0">
            <a:spAutoFit/>
          </a:bodyPr>
          <a:lstStyle/>
          <a:p>
            <a:pPr marL="11725">
              <a:buSzPct val="100000"/>
              <a:tabLst>
                <a:tab pos="121285" algn="l"/>
              </a:tabLst>
            </a:pPr>
            <a:r>
              <a:rPr lang="es-PE" sz="1700" b="1" spc="-10" dirty="0" smtClean="0">
                <a:solidFill>
                  <a:srgbClr val="262626"/>
                </a:solidFill>
                <a:cs typeface="Source Sans Pro"/>
              </a:rPr>
              <a:t>3</a:t>
            </a:r>
            <a:r>
              <a:rPr lang="es-PE" sz="1700" b="1" spc="-10" dirty="0">
                <a:solidFill>
                  <a:srgbClr val="262626"/>
                </a:solidFill>
                <a:cs typeface="Source Sans Pro"/>
              </a:rPr>
              <a:t>. …PERFECCIONAR EL ALCANCE DEL SISTEMA DE GOBIERNO</a:t>
            </a:r>
          </a:p>
        </p:txBody>
      </p:sp>
      <p:sp>
        <p:nvSpPr>
          <p:cNvPr id="8" name="object 7">
            <a:extLst>
              <a:ext uri="{FF2B5EF4-FFF2-40B4-BE49-F238E27FC236}">
                <a16:creationId xmlns:a16="http://schemas.microsoft.com/office/drawing/2014/main" id="{B5EA86E6-DB35-4893-8551-90B6D8DDF61A}"/>
              </a:ext>
            </a:extLst>
          </p:cNvPr>
          <p:cNvSpPr txBox="1"/>
          <p:nvPr/>
        </p:nvSpPr>
        <p:spPr>
          <a:xfrm>
            <a:off x="673768" y="1475071"/>
            <a:ext cx="4900863" cy="2646878"/>
          </a:xfrm>
          <a:prstGeom prst="rect">
            <a:avLst/>
          </a:prstGeom>
        </p:spPr>
        <p:txBody>
          <a:bodyPr vert="horz" wrap="square" lIns="0" tIns="0" rIns="0" bIns="0" rtlCol="0">
            <a:spAutoFit/>
          </a:bodyPr>
          <a:lstStyle/>
          <a:p>
            <a:pPr marL="342900" indent="-342900" algn="just">
              <a:spcAft>
                <a:spcPts val="1200"/>
              </a:spcAft>
              <a:buSzPct val="100000"/>
              <a:buFont typeface="+mj-lt"/>
              <a:buAutoNum type="arabicParenR"/>
              <a:tabLst>
                <a:tab pos="121285" algn="l"/>
              </a:tabLst>
            </a:pPr>
            <a:r>
              <a:rPr lang="es-ES" sz="1600" spc="-10" dirty="0">
                <a:solidFill>
                  <a:srgbClr val="262626"/>
                </a:solidFill>
              </a:rPr>
              <a:t>Considerar el panorama / escenario de amenazas. </a:t>
            </a:r>
          </a:p>
          <a:p>
            <a:pPr marL="342900" indent="-342900" algn="just">
              <a:spcAft>
                <a:spcPts val="1200"/>
              </a:spcAft>
              <a:buSzPct val="100000"/>
              <a:buFont typeface="+mj-lt"/>
              <a:buAutoNum type="arabicParenR"/>
              <a:tabLst>
                <a:tab pos="121285" algn="l"/>
              </a:tabLst>
            </a:pPr>
            <a:r>
              <a:rPr lang="es-ES" sz="1600" spc="-10" dirty="0">
                <a:solidFill>
                  <a:srgbClr val="262626"/>
                </a:solidFill>
              </a:rPr>
              <a:t>Considerar los requerimientos de cumplimiento. </a:t>
            </a:r>
          </a:p>
          <a:p>
            <a:pPr marL="342900" indent="-342900" algn="just">
              <a:spcAft>
                <a:spcPts val="1200"/>
              </a:spcAft>
              <a:buSzPct val="100000"/>
              <a:buFont typeface="+mj-lt"/>
              <a:buAutoNum type="arabicParenR"/>
              <a:tabLst>
                <a:tab pos="121285" algn="l"/>
              </a:tabLst>
            </a:pPr>
            <a:r>
              <a:rPr lang="es-ES" sz="1600" spc="-10" dirty="0">
                <a:solidFill>
                  <a:srgbClr val="262626"/>
                </a:solidFill>
              </a:rPr>
              <a:t>Considerar el rol de </a:t>
            </a:r>
            <a:r>
              <a:rPr lang="es-ES" sz="1600" spc="-10" dirty="0" smtClean="0">
                <a:solidFill>
                  <a:srgbClr val="262626"/>
                </a:solidFill>
              </a:rPr>
              <a:t>TI.</a:t>
            </a:r>
            <a:endParaRPr lang="es-ES" sz="1600" spc="-10" dirty="0">
              <a:solidFill>
                <a:srgbClr val="262626"/>
              </a:solidFill>
            </a:endParaRPr>
          </a:p>
          <a:p>
            <a:pPr marL="342900" indent="-342900" algn="just">
              <a:spcAft>
                <a:spcPts val="1200"/>
              </a:spcAft>
              <a:buSzPct val="100000"/>
              <a:buFont typeface="+mj-lt"/>
              <a:buAutoNum type="arabicParenR"/>
              <a:tabLst>
                <a:tab pos="121285" algn="l"/>
              </a:tabLst>
            </a:pPr>
            <a:r>
              <a:rPr lang="es-ES" sz="1600" spc="-10" dirty="0">
                <a:solidFill>
                  <a:srgbClr val="262626"/>
                </a:solidFill>
              </a:rPr>
              <a:t>Considerar el modelo de abastecimiento.</a:t>
            </a:r>
          </a:p>
          <a:p>
            <a:pPr marL="342900" indent="-342900" algn="just">
              <a:spcAft>
                <a:spcPts val="1200"/>
              </a:spcAft>
              <a:buSzPct val="100000"/>
              <a:buFont typeface="+mj-lt"/>
              <a:buAutoNum type="arabicParenR"/>
              <a:tabLst>
                <a:tab pos="121285" algn="l"/>
              </a:tabLst>
            </a:pPr>
            <a:r>
              <a:rPr lang="es-ES" sz="1600" spc="-10" dirty="0">
                <a:solidFill>
                  <a:srgbClr val="262626"/>
                </a:solidFill>
              </a:rPr>
              <a:t>Considerar los métodos de implementación de TI.</a:t>
            </a:r>
          </a:p>
          <a:p>
            <a:pPr marL="342900" indent="-342900" algn="just">
              <a:spcAft>
                <a:spcPts val="1200"/>
              </a:spcAft>
              <a:buSzPct val="100000"/>
              <a:buFont typeface="+mj-lt"/>
              <a:buAutoNum type="arabicParenR"/>
              <a:tabLst>
                <a:tab pos="121285" algn="l"/>
              </a:tabLst>
            </a:pPr>
            <a:r>
              <a:rPr lang="es-ES" sz="1600" spc="-10" dirty="0">
                <a:solidFill>
                  <a:srgbClr val="262626"/>
                </a:solidFill>
              </a:rPr>
              <a:t>Considerar la estrategia de adopción de TI.</a:t>
            </a:r>
          </a:p>
          <a:p>
            <a:pPr marL="342900" indent="-342900" algn="just">
              <a:spcAft>
                <a:spcPts val="1200"/>
              </a:spcAft>
              <a:buSzPct val="100000"/>
              <a:buFont typeface="+mj-lt"/>
              <a:buAutoNum type="arabicParenR"/>
              <a:tabLst>
                <a:tab pos="121285" algn="l"/>
              </a:tabLst>
            </a:pPr>
            <a:r>
              <a:rPr lang="es-ES" sz="1600" spc="-10" dirty="0">
                <a:solidFill>
                  <a:srgbClr val="262626"/>
                </a:solidFill>
              </a:rPr>
              <a:t>Considerar el tamaño de la empresa. </a:t>
            </a:r>
          </a:p>
        </p:txBody>
      </p:sp>
      <p:graphicFrame>
        <p:nvGraphicFramePr>
          <p:cNvPr id="9" name="Diagrama 8">
            <a:extLst>
              <a:ext uri="{FF2B5EF4-FFF2-40B4-BE49-F238E27FC236}">
                <a16:creationId xmlns:a16="http://schemas.microsoft.com/office/drawing/2014/main" id="{1072E6E1-4AAD-426C-BB1B-310748387379}"/>
              </a:ext>
            </a:extLst>
          </p:cNvPr>
          <p:cNvGraphicFramePr/>
          <p:nvPr>
            <p:extLst>
              <p:ext uri="{D42A27DB-BD31-4B8C-83A1-F6EECF244321}">
                <p14:modId xmlns:p14="http://schemas.microsoft.com/office/powerpoint/2010/main" val="2194143780"/>
              </p:ext>
            </p:extLst>
          </p:nvPr>
        </p:nvGraphicFramePr>
        <p:xfrm>
          <a:off x="5769055" y="1129641"/>
          <a:ext cx="2757714"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lecha: curvada hacia la izquierda 1">
            <a:extLst>
              <a:ext uri="{FF2B5EF4-FFF2-40B4-BE49-F238E27FC236}">
                <a16:creationId xmlns:a16="http://schemas.microsoft.com/office/drawing/2014/main" id="{E1F39FCB-BFBB-4420-83F0-4111B1B96F37}"/>
              </a:ext>
            </a:extLst>
          </p:cNvPr>
          <p:cNvSpPr/>
          <p:nvPr/>
        </p:nvSpPr>
        <p:spPr>
          <a:xfrm>
            <a:off x="8411028" y="3013944"/>
            <a:ext cx="581909" cy="834571"/>
          </a:xfrm>
          <a:prstGeom prst="curvedLeftArrow">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solidFill>
                <a:schemeClr val="tx1"/>
              </a:solidFill>
            </a:endParaRPr>
          </a:p>
        </p:txBody>
      </p:sp>
    </p:spTree>
    <p:extLst>
      <p:ext uri="{BB962C8B-B14F-4D97-AF65-F5344CB8AC3E}">
        <p14:creationId xmlns:p14="http://schemas.microsoft.com/office/powerpoint/2010/main" val="82754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FASES Y PASOS DEL PROCESO DE DISEÑO </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5004526" cy="261610"/>
          </a:xfrm>
          <a:prstGeom prst="rect">
            <a:avLst/>
          </a:prstGeom>
        </p:spPr>
        <p:txBody>
          <a:bodyPr vert="horz" wrap="square" lIns="0" tIns="0" rIns="0" bIns="0" rtlCol="0">
            <a:spAutoFit/>
          </a:bodyPr>
          <a:lstStyle/>
          <a:p>
            <a:pPr marL="11725">
              <a:buSzPct val="100000"/>
              <a:tabLst>
                <a:tab pos="121285" algn="l"/>
              </a:tabLst>
            </a:pPr>
            <a:r>
              <a:rPr lang="es-PE" sz="1700" b="1" spc="-10" dirty="0" smtClean="0">
                <a:solidFill>
                  <a:srgbClr val="262626"/>
                </a:solidFill>
                <a:cs typeface="Source Sans Pro"/>
              </a:rPr>
              <a:t>4</a:t>
            </a:r>
            <a:r>
              <a:rPr lang="es-PE" sz="1700" b="1" spc="-10" dirty="0">
                <a:solidFill>
                  <a:srgbClr val="262626"/>
                </a:solidFill>
                <a:cs typeface="Source Sans Pro"/>
              </a:rPr>
              <a:t>. FINALIZAR EL DISEÑO DEL SISTEMA DE GOBIERNO</a:t>
            </a:r>
          </a:p>
        </p:txBody>
      </p:sp>
      <p:sp>
        <p:nvSpPr>
          <p:cNvPr id="8" name="object 7">
            <a:extLst>
              <a:ext uri="{FF2B5EF4-FFF2-40B4-BE49-F238E27FC236}">
                <a16:creationId xmlns:a16="http://schemas.microsoft.com/office/drawing/2014/main" id="{B5EA86E6-DB35-4893-8551-90B6D8DDF61A}"/>
              </a:ext>
            </a:extLst>
          </p:cNvPr>
          <p:cNvSpPr txBox="1"/>
          <p:nvPr/>
        </p:nvSpPr>
        <p:spPr>
          <a:xfrm>
            <a:off x="510903" y="1222216"/>
            <a:ext cx="4977208" cy="1877437"/>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Como último paso del proceso de diseño, el paso 4 reúne todas las entradas de los pasos anteriores para finalizar el diseño del sistema de gobierno.</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El sistema de gobierno resultante debe reflejar una cuidadosa consideración de todas las entradas; entender que estas entradas podrían en ocasiones presentar conflicto. </a:t>
            </a:r>
          </a:p>
        </p:txBody>
      </p:sp>
      <p:graphicFrame>
        <p:nvGraphicFramePr>
          <p:cNvPr id="9" name="Diagrama 8">
            <a:extLst>
              <a:ext uri="{FF2B5EF4-FFF2-40B4-BE49-F238E27FC236}">
                <a16:creationId xmlns:a16="http://schemas.microsoft.com/office/drawing/2014/main" id="{775F4AB4-0ADA-4789-BA2C-9CCF95E06F97}"/>
              </a:ext>
            </a:extLst>
          </p:cNvPr>
          <p:cNvGraphicFramePr/>
          <p:nvPr>
            <p:extLst>
              <p:ext uri="{D42A27DB-BD31-4B8C-83A1-F6EECF244321}">
                <p14:modId xmlns:p14="http://schemas.microsoft.com/office/powerpoint/2010/main" val="2194143780"/>
              </p:ext>
            </p:extLst>
          </p:nvPr>
        </p:nvGraphicFramePr>
        <p:xfrm>
          <a:off x="5769055" y="1129641"/>
          <a:ext cx="2757714"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lecha: curvada hacia la izquierda 1">
            <a:extLst>
              <a:ext uri="{FF2B5EF4-FFF2-40B4-BE49-F238E27FC236}">
                <a16:creationId xmlns:a16="http://schemas.microsoft.com/office/drawing/2014/main" id="{E1F39FCB-BFBB-4420-83F0-4111B1B96F37}"/>
              </a:ext>
            </a:extLst>
          </p:cNvPr>
          <p:cNvSpPr/>
          <p:nvPr/>
        </p:nvSpPr>
        <p:spPr>
          <a:xfrm>
            <a:off x="8411028" y="4097230"/>
            <a:ext cx="581909" cy="834571"/>
          </a:xfrm>
          <a:prstGeom prst="curvedLeftArrow">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solidFill>
                <a:schemeClr val="tx1"/>
              </a:solidFill>
            </a:endParaRPr>
          </a:p>
        </p:txBody>
      </p:sp>
      <p:sp>
        <p:nvSpPr>
          <p:cNvPr id="10" name="object 7">
            <a:extLst>
              <a:ext uri="{FF2B5EF4-FFF2-40B4-BE49-F238E27FC236}">
                <a16:creationId xmlns:a16="http://schemas.microsoft.com/office/drawing/2014/main" id="{66D0DD98-2959-4686-8769-F21E90695948}"/>
              </a:ext>
            </a:extLst>
          </p:cNvPr>
          <p:cNvSpPr txBox="1"/>
          <p:nvPr/>
        </p:nvSpPr>
        <p:spPr>
          <a:xfrm>
            <a:off x="868192" y="3278261"/>
            <a:ext cx="4900863" cy="646331"/>
          </a:xfrm>
          <a:prstGeom prst="rect">
            <a:avLst/>
          </a:prstGeom>
        </p:spPr>
        <p:txBody>
          <a:bodyPr vert="horz" wrap="square" lIns="0" tIns="0" rIns="0" bIns="0" rtlCol="0">
            <a:spAutoFit/>
          </a:bodyPr>
          <a:lstStyle/>
          <a:p>
            <a:pPr marL="342900" indent="-342900" algn="just">
              <a:spcAft>
                <a:spcPts val="1200"/>
              </a:spcAft>
              <a:buSzPct val="100000"/>
              <a:buFont typeface="+mj-lt"/>
              <a:buAutoNum type="arabicParenR"/>
              <a:tabLst>
                <a:tab pos="121285" algn="l"/>
              </a:tabLst>
            </a:pPr>
            <a:r>
              <a:rPr lang="es-ES" sz="1600" spc="-10" dirty="0">
                <a:solidFill>
                  <a:srgbClr val="262626"/>
                </a:solidFill>
              </a:rPr>
              <a:t>Resolver conflictos de prioridades inherentes. </a:t>
            </a:r>
          </a:p>
          <a:p>
            <a:pPr marL="342900" indent="-342900" algn="just">
              <a:spcAft>
                <a:spcPts val="1200"/>
              </a:spcAft>
              <a:buSzPct val="100000"/>
              <a:buFont typeface="+mj-lt"/>
              <a:buAutoNum type="arabicParenR"/>
              <a:tabLst>
                <a:tab pos="121285" algn="l"/>
              </a:tabLst>
            </a:pPr>
            <a:r>
              <a:rPr lang="es-ES" sz="1600" spc="-10" dirty="0">
                <a:solidFill>
                  <a:srgbClr val="262626"/>
                </a:solidFill>
              </a:rPr>
              <a:t>Finalizar el diseño del sistema de gobierno. </a:t>
            </a:r>
          </a:p>
        </p:txBody>
      </p:sp>
    </p:spTree>
    <p:extLst>
      <p:ext uri="{BB962C8B-B14F-4D97-AF65-F5344CB8AC3E}">
        <p14:creationId xmlns:p14="http://schemas.microsoft.com/office/powerpoint/2010/main" val="3112093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FASES Y PASOS DEL PROCESO DE DISEÑO </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5004526"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1.4. …FINALIZAR EL DISEÑO DEL SISTEMA DE GOBIERNO</a:t>
            </a:r>
          </a:p>
        </p:txBody>
      </p:sp>
      <p:pic>
        <p:nvPicPr>
          <p:cNvPr id="6" name="Imagen 5">
            <a:extLst>
              <a:ext uri="{FF2B5EF4-FFF2-40B4-BE49-F238E27FC236}">
                <a16:creationId xmlns:a16="http://schemas.microsoft.com/office/drawing/2014/main" id="{384A579C-0B09-4395-B22F-6802F0B1FC79}"/>
              </a:ext>
            </a:extLst>
          </p:cNvPr>
          <p:cNvPicPr>
            <a:picLocks noChangeAspect="1"/>
          </p:cNvPicPr>
          <p:nvPr/>
        </p:nvPicPr>
        <p:blipFill>
          <a:blip r:embed="rId3"/>
          <a:stretch>
            <a:fillRect/>
          </a:stretch>
        </p:blipFill>
        <p:spPr>
          <a:xfrm>
            <a:off x="576943" y="1241325"/>
            <a:ext cx="7990114" cy="3777935"/>
          </a:xfrm>
          <a:prstGeom prst="rect">
            <a:avLst/>
          </a:prstGeom>
        </p:spPr>
      </p:pic>
    </p:spTree>
    <p:extLst>
      <p:ext uri="{BB962C8B-B14F-4D97-AF65-F5344CB8AC3E}">
        <p14:creationId xmlns:p14="http://schemas.microsoft.com/office/powerpoint/2010/main" val="1877830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CONECTANDO CON LA GUÍA DE IMPLEMENTACIÓN</a:t>
            </a:r>
          </a:p>
        </p:txBody>
      </p:sp>
    </p:spTree>
    <p:custDataLst>
      <p:tags r:id="rId1"/>
    </p:custDataLst>
    <p:extLst>
      <p:ext uri="{BB962C8B-B14F-4D97-AF65-F5344CB8AC3E}">
        <p14:creationId xmlns:p14="http://schemas.microsoft.com/office/powerpoint/2010/main" val="1471698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CONECTANDO CON LA GUÍA DE IMPLEMENTACIÓN</a:t>
            </a:r>
          </a:p>
        </p:txBody>
      </p:sp>
      <p:sp>
        <p:nvSpPr>
          <p:cNvPr id="8" name="object 7">
            <a:extLst>
              <a:ext uri="{FF2B5EF4-FFF2-40B4-BE49-F238E27FC236}">
                <a16:creationId xmlns:a16="http://schemas.microsoft.com/office/drawing/2014/main" id="{B5EA86E6-DB35-4893-8551-90B6D8DDF61A}"/>
              </a:ext>
            </a:extLst>
          </p:cNvPr>
          <p:cNvSpPr txBox="1"/>
          <p:nvPr/>
        </p:nvSpPr>
        <p:spPr>
          <a:xfrm>
            <a:off x="407875" y="864415"/>
            <a:ext cx="5027725" cy="3170099"/>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spc="-10" dirty="0">
                <a:solidFill>
                  <a:srgbClr val="262626"/>
                </a:solidFill>
              </a:rPr>
              <a:t>La </a:t>
            </a:r>
            <a:r>
              <a:rPr lang="es-ES" sz="1600" spc="-10" dirty="0" smtClean="0">
                <a:solidFill>
                  <a:srgbClr val="262626"/>
                </a:solidFill>
              </a:rPr>
              <a:t>guía </a:t>
            </a:r>
            <a:r>
              <a:rPr lang="es-ES" sz="1600" spc="-10" dirty="0">
                <a:solidFill>
                  <a:srgbClr val="262626"/>
                </a:solidFill>
              </a:rPr>
              <a:t>de implementación de COBIT® 2019 destaca una visión de gobierno de I&amp;T que abarca toda la empresa. Esta guía reconoce que I&amp;T está en todas las área de las empresas y que no es ni posible ni es una buena práctica separar las actividades empresariales y las de TI. </a:t>
            </a:r>
          </a:p>
          <a:p>
            <a:pPr algn="just">
              <a:spcAft>
                <a:spcPts val="1800"/>
              </a:spcAft>
              <a:buSzPct val="100000"/>
              <a:tabLst>
                <a:tab pos="121285" algn="l"/>
              </a:tabLst>
            </a:pPr>
            <a:r>
              <a:rPr lang="es-ES" sz="1600" spc="-10" dirty="0">
                <a:solidFill>
                  <a:srgbClr val="262626"/>
                </a:solidFill>
              </a:rPr>
              <a:t>El gobierno y gestión de I&amp;T de la empresa debería implementarse como una parte integral del gobierno de la empresa, cubriendo todas las áreas de responsabilidad funcionales de TI y del negocio. </a:t>
            </a:r>
          </a:p>
          <a:p>
            <a:pPr algn="just">
              <a:spcAft>
                <a:spcPts val="1800"/>
              </a:spcAft>
              <a:buSzPct val="100000"/>
              <a:tabLst>
                <a:tab pos="121285" algn="l"/>
              </a:tabLst>
            </a:pPr>
            <a:r>
              <a:rPr lang="es-ES" sz="1600" spc="-10" dirty="0">
                <a:solidFill>
                  <a:srgbClr val="262626"/>
                </a:solidFill>
              </a:rPr>
              <a:t>Puede encontrarse más información sobre estas materias en la </a:t>
            </a:r>
            <a:r>
              <a:rPr lang="es-ES" sz="1600" spc="-10" dirty="0" smtClean="0">
                <a:solidFill>
                  <a:srgbClr val="262626"/>
                </a:solidFill>
              </a:rPr>
              <a:t>guía </a:t>
            </a:r>
            <a:r>
              <a:rPr lang="es-ES" sz="1600" spc="-10" dirty="0">
                <a:solidFill>
                  <a:srgbClr val="262626"/>
                </a:solidFill>
              </a:rPr>
              <a:t>de implementación de COBIT® 2019. </a:t>
            </a:r>
          </a:p>
        </p:txBody>
      </p:sp>
      <p:pic>
        <p:nvPicPr>
          <p:cNvPr id="6" name="Imagen 5">
            <a:extLst>
              <a:ext uri="{FF2B5EF4-FFF2-40B4-BE49-F238E27FC236}">
                <a16:creationId xmlns:a16="http://schemas.microsoft.com/office/drawing/2014/main" id="{6C976E51-7D3E-4DDC-9A7E-E6FD40DF2656}"/>
              </a:ext>
            </a:extLst>
          </p:cNvPr>
          <p:cNvPicPr>
            <a:picLocks noChangeAspect="1"/>
          </p:cNvPicPr>
          <p:nvPr/>
        </p:nvPicPr>
        <p:blipFill>
          <a:blip r:embed="rId3"/>
          <a:stretch>
            <a:fillRect/>
          </a:stretch>
        </p:blipFill>
        <p:spPr>
          <a:xfrm>
            <a:off x="5849258" y="1084397"/>
            <a:ext cx="2719246" cy="3546205"/>
          </a:xfrm>
          <a:prstGeom prst="rect">
            <a:avLst/>
          </a:prstGeom>
          <a:ln w="3175">
            <a:solidFill>
              <a:schemeClr val="tx1"/>
            </a:solidFill>
          </a:ln>
        </p:spPr>
      </p:pic>
    </p:spTree>
    <p:extLst>
      <p:ext uri="{BB962C8B-B14F-4D97-AF65-F5344CB8AC3E}">
        <p14:creationId xmlns:p14="http://schemas.microsoft.com/office/powerpoint/2010/main" val="597673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CONECTANDO CON LA GUÍA DE IMPLEMENTACIÓN</a:t>
            </a:r>
          </a:p>
        </p:txBody>
      </p:sp>
      <p:sp>
        <p:nvSpPr>
          <p:cNvPr id="7" name="object 7">
            <a:extLst>
              <a:ext uri="{FF2B5EF4-FFF2-40B4-BE49-F238E27FC236}">
                <a16:creationId xmlns:a16="http://schemas.microsoft.com/office/drawing/2014/main" id="{41FED46F-2CF6-47F9-A254-803B1868B7B6}"/>
              </a:ext>
            </a:extLst>
          </p:cNvPr>
          <p:cNvSpPr txBox="1"/>
          <p:nvPr/>
        </p:nvSpPr>
        <p:spPr>
          <a:xfrm>
            <a:off x="510903" y="822787"/>
            <a:ext cx="5004526" cy="261610"/>
          </a:xfrm>
          <a:prstGeom prst="rect">
            <a:avLst/>
          </a:prstGeom>
        </p:spPr>
        <p:txBody>
          <a:bodyPr vert="horz" wrap="square" lIns="0" tIns="0" rIns="0" bIns="0" rtlCol="0">
            <a:spAutoFit/>
          </a:bodyPr>
          <a:lstStyle/>
          <a:p>
            <a:pPr marL="297475" indent="-285750">
              <a:buSzPct val="100000"/>
              <a:buFont typeface="Wingdings" panose="05000000000000000000" pitchFamily="2" charset="2"/>
              <a:buChar char="q"/>
              <a:tabLst>
                <a:tab pos="121285" algn="l"/>
              </a:tabLst>
            </a:pPr>
            <a:r>
              <a:rPr lang="es-PE" sz="1700" b="1" spc="-10" dirty="0">
                <a:solidFill>
                  <a:srgbClr val="262626"/>
                </a:solidFill>
                <a:cs typeface="Source Sans Pro"/>
              </a:rPr>
              <a:t>MÉTODO DE IMPLEMENTACIÓN DE COBIT 2019</a:t>
            </a:r>
          </a:p>
        </p:txBody>
      </p:sp>
      <p:sp>
        <p:nvSpPr>
          <p:cNvPr id="9" name="object 7">
            <a:extLst>
              <a:ext uri="{FF2B5EF4-FFF2-40B4-BE49-F238E27FC236}">
                <a16:creationId xmlns:a16="http://schemas.microsoft.com/office/drawing/2014/main" id="{3CFD7D9F-2E26-4A13-9016-2A847F9EA4B5}"/>
              </a:ext>
            </a:extLst>
          </p:cNvPr>
          <p:cNvSpPr txBox="1"/>
          <p:nvPr/>
        </p:nvSpPr>
        <p:spPr>
          <a:xfrm>
            <a:off x="751898" y="1712332"/>
            <a:ext cx="3522559" cy="3108543"/>
          </a:xfrm>
          <a:prstGeom prst="rect">
            <a:avLst/>
          </a:prstGeom>
        </p:spPr>
        <p:txBody>
          <a:bodyPr vert="horz" wrap="square" lIns="0" tIns="0" rIns="0" bIns="0" rtlCol="0">
            <a:spAutoFit/>
          </a:bodyPr>
          <a:lstStyle/>
          <a:p>
            <a:pPr marL="285750" indent="-285750" algn="just">
              <a:spcAft>
                <a:spcPts val="1800"/>
              </a:spcAft>
              <a:buSzPct val="100000"/>
              <a:buFont typeface="Wingdings" panose="05000000000000000000" pitchFamily="2" charset="2"/>
              <a:buChar char="ü"/>
              <a:tabLst>
                <a:tab pos="121285" algn="l"/>
              </a:tabLst>
            </a:pPr>
            <a:r>
              <a:rPr lang="es-PE" sz="1600" spc="-10" dirty="0">
                <a:solidFill>
                  <a:srgbClr val="262626"/>
                </a:solidFill>
              </a:rPr>
              <a:t>¿Cuáles son los impulsores? </a:t>
            </a:r>
          </a:p>
          <a:p>
            <a:pPr marL="285750" indent="-285750" algn="just">
              <a:spcAft>
                <a:spcPts val="1800"/>
              </a:spcAft>
              <a:buSzPct val="100000"/>
              <a:buFont typeface="Wingdings" panose="05000000000000000000" pitchFamily="2" charset="2"/>
              <a:buChar char="ü"/>
              <a:tabLst>
                <a:tab pos="121285" algn="l"/>
              </a:tabLst>
            </a:pPr>
            <a:r>
              <a:rPr lang="es-PE" sz="1600" spc="-10" dirty="0">
                <a:solidFill>
                  <a:srgbClr val="262626"/>
                </a:solidFill>
              </a:rPr>
              <a:t>¿Dónde estamos ahora? </a:t>
            </a:r>
          </a:p>
          <a:p>
            <a:pPr marL="285750" indent="-285750" algn="just">
              <a:spcAft>
                <a:spcPts val="1800"/>
              </a:spcAft>
              <a:buSzPct val="100000"/>
              <a:buFont typeface="Wingdings" panose="05000000000000000000" pitchFamily="2" charset="2"/>
              <a:buChar char="ü"/>
              <a:tabLst>
                <a:tab pos="121285" algn="l"/>
              </a:tabLst>
            </a:pPr>
            <a:r>
              <a:rPr lang="es-PE" sz="1600" spc="-10" dirty="0">
                <a:solidFill>
                  <a:srgbClr val="262626"/>
                </a:solidFill>
              </a:rPr>
              <a:t>¿Dónde queremos estar? </a:t>
            </a:r>
          </a:p>
          <a:p>
            <a:pPr marL="285750" indent="-285750" algn="just">
              <a:spcAft>
                <a:spcPts val="1800"/>
              </a:spcAft>
              <a:buSzPct val="100000"/>
              <a:buFont typeface="Wingdings" panose="05000000000000000000" pitchFamily="2" charset="2"/>
              <a:buChar char="ü"/>
              <a:tabLst>
                <a:tab pos="121285" algn="l"/>
              </a:tabLst>
            </a:pPr>
            <a:r>
              <a:rPr lang="es-PE" sz="1600" spc="-10" dirty="0">
                <a:solidFill>
                  <a:srgbClr val="262626"/>
                </a:solidFill>
              </a:rPr>
              <a:t>¿Qué debe hacerse? </a:t>
            </a:r>
          </a:p>
          <a:p>
            <a:pPr marL="285750" indent="-285750" algn="just">
              <a:spcAft>
                <a:spcPts val="1800"/>
              </a:spcAft>
              <a:buSzPct val="100000"/>
              <a:buFont typeface="Wingdings" panose="05000000000000000000" pitchFamily="2" charset="2"/>
              <a:buChar char="ü"/>
              <a:tabLst>
                <a:tab pos="121285" algn="l"/>
              </a:tabLst>
            </a:pPr>
            <a:r>
              <a:rPr lang="es-PE" sz="1600" spc="-10" dirty="0">
                <a:solidFill>
                  <a:srgbClr val="262626"/>
                </a:solidFill>
              </a:rPr>
              <a:t>¿Cómo llegamos ahí? </a:t>
            </a:r>
          </a:p>
          <a:p>
            <a:pPr marL="285750" indent="-285750" algn="just">
              <a:spcAft>
                <a:spcPts val="1800"/>
              </a:spcAft>
              <a:buSzPct val="100000"/>
              <a:buFont typeface="Wingdings" panose="05000000000000000000" pitchFamily="2" charset="2"/>
              <a:buChar char="ü"/>
              <a:tabLst>
                <a:tab pos="121285" algn="l"/>
              </a:tabLst>
            </a:pPr>
            <a:r>
              <a:rPr lang="es-ES" sz="1600" spc="-10" dirty="0">
                <a:solidFill>
                  <a:srgbClr val="262626"/>
                </a:solidFill>
              </a:rPr>
              <a:t>¿Lo logramos? </a:t>
            </a:r>
          </a:p>
          <a:p>
            <a:pPr marL="285750" indent="-285750" algn="just">
              <a:spcAft>
                <a:spcPts val="1800"/>
              </a:spcAft>
              <a:buSzPct val="100000"/>
              <a:buFont typeface="Wingdings" panose="05000000000000000000" pitchFamily="2" charset="2"/>
              <a:buChar char="ü"/>
              <a:tabLst>
                <a:tab pos="121285" algn="l"/>
              </a:tabLst>
            </a:pPr>
            <a:r>
              <a:rPr lang="es-ES" sz="1600" spc="-10" dirty="0">
                <a:solidFill>
                  <a:srgbClr val="262626"/>
                </a:solidFill>
              </a:rPr>
              <a:t>¿Cómo mantenemos el impulso? </a:t>
            </a:r>
          </a:p>
        </p:txBody>
      </p:sp>
      <p:sp>
        <p:nvSpPr>
          <p:cNvPr id="10" name="object 7">
            <a:extLst>
              <a:ext uri="{FF2B5EF4-FFF2-40B4-BE49-F238E27FC236}">
                <a16:creationId xmlns:a16="http://schemas.microsoft.com/office/drawing/2014/main" id="{E7B1360A-3595-4407-9095-3BC30EB2A54A}"/>
              </a:ext>
            </a:extLst>
          </p:cNvPr>
          <p:cNvSpPr txBox="1"/>
          <p:nvPr/>
        </p:nvSpPr>
        <p:spPr>
          <a:xfrm>
            <a:off x="510903" y="1232183"/>
            <a:ext cx="6136640" cy="246221"/>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spc="-10" dirty="0">
                <a:solidFill>
                  <a:srgbClr val="262626"/>
                </a:solidFill>
              </a:rPr>
              <a:t>Hay siete fases que componen el método de implementación de COBIT: </a:t>
            </a:r>
          </a:p>
        </p:txBody>
      </p:sp>
      <p:pic>
        <p:nvPicPr>
          <p:cNvPr id="3" name="Imagen 2">
            <a:extLst>
              <a:ext uri="{FF2B5EF4-FFF2-40B4-BE49-F238E27FC236}">
                <a16:creationId xmlns:a16="http://schemas.microsoft.com/office/drawing/2014/main" id="{8AE694EC-2E1C-44DF-8A5C-18DF111E8FC3}"/>
              </a:ext>
            </a:extLst>
          </p:cNvPr>
          <p:cNvPicPr>
            <a:picLocks noChangeAspect="1"/>
          </p:cNvPicPr>
          <p:nvPr/>
        </p:nvPicPr>
        <p:blipFill>
          <a:blip r:embed="rId3"/>
          <a:stretch>
            <a:fillRect/>
          </a:stretch>
        </p:blipFill>
        <p:spPr>
          <a:xfrm>
            <a:off x="4699000" y="1712332"/>
            <a:ext cx="3448273" cy="3373052"/>
          </a:xfrm>
          <a:prstGeom prst="rect">
            <a:avLst/>
          </a:prstGeom>
        </p:spPr>
      </p:pic>
    </p:spTree>
    <p:extLst>
      <p:ext uri="{BB962C8B-B14F-4D97-AF65-F5344CB8AC3E}">
        <p14:creationId xmlns:p14="http://schemas.microsoft.com/office/powerpoint/2010/main" val="3246890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5"/>
          <p:cNvSpPr/>
          <p:nvPr/>
        </p:nvSpPr>
        <p:spPr>
          <a:xfrm>
            <a:off x="511154" y="331345"/>
            <a:ext cx="1945800" cy="200055"/>
          </a:xfrm>
          <a:prstGeom prst="rect">
            <a:avLst/>
          </a:prstGeom>
        </p:spPr>
        <p:txBody>
          <a:bodyPr wrap="square" lIns="0" tIns="0" rIns="0" bIns="0">
            <a:spAutoFit/>
          </a:bodyPr>
          <a:lstStyle/>
          <a:p>
            <a:r>
              <a:rPr lang="en-US" sz="1300" dirty="0">
                <a:solidFill>
                  <a:schemeClr val="bg1"/>
                </a:solidFill>
              </a:rPr>
              <a:t>/ CONCLUSIONES</a:t>
            </a:r>
          </a:p>
        </p:txBody>
      </p:sp>
      <p:sp>
        <p:nvSpPr>
          <p:cNvPr id="8" name="Rectángulo 10">
            <a:extLst>
              <a:ext uri="{FF2B5EF4-FFF2-40B4-BE49-F238E27FC236}">
                <a16:creationId xmlns:a16="http://schemas.microsoft.com/office/drawing/2014/main" id="{2CE728F1-CA35-4741-A316-6A8802F5D948}"/>
              </a:ext>
            </a:extLst>
          </p:cNvPr>
          <p:cNvSpPr/>
          <p:nvPr/>
        </p:nvSpPr>
        <p:spPr>
          <a:xfrm>
            <a:off x="2304789" y="646240"/>
            <a:ext cx="6370899" cy="4632037"/>
          </a:xfrm>
          <a:prstGeom prst="rect">
            <a:avLst/>
          </a:prstGeom>
        </p:spPr>
        <p:txBody>
          <a:bodyPr wrap="square" lIns="0" tIns="0" rIns="0" bIns="0">
            <a:spAutoFit/>
          </a:bodyPr>
          <a:lstStyle/>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El diseño de un sistema de gobierno personalizado es un factor clave de alto impacto en las empresas, facilita la creación de valor esperando tres resultados principales: realización de beneficios, la optimización de riesgos, y la optimización de recursos.</a:t>
            </a:r>
          </a:p>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Los factores de diseño influyen de modo distinto en la personalización del sistema de gobierno de una empresa y distingue tres tipos distintos de impacto: prioridad del objetivo de gestión y niveles de capacidad objetivo, variaciones de componentes, y áreas prioritarias específicas.</a:t>
            </a:r>
          </a:p>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Las distintas fases y pasos del proceso de diseño resultarán en recomendaciones para priorizar los objetivos de gobierno y gestión o componentes del sistema de gobierno, para alcanzar niveles de capacidad, o para adoptar variantes específicas de un componente del sistema de gobierno. </a:t>
            </a:r>
          </a:p>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El gobierno y gestión de I&amp;T de la empresa debería implementarse como una parte integral del gobierno de la empresa, cubriendo todas las áreas de responsabilidad funcionales de TI y del negocio. </a:t>
            </a:r>
          </a:p>
        </p:txBody>
      </p:sp>
    </p:spTree>
    <p:custDataLst>
      <p:tags r:id="rId1"/>
    </p:custDataLst>
    <p:extLst>
      <p:ext uri="{BB962C8B-B14F-4D97-AF65-F5344CB8AC3E}">
        <p14:creationId xmlns:p14="http://schemas.microsoft.com/office/powerpoint/2010/main" val="2051376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25"/>
          <p:cNvSpPr txBox="1">
            <a:spLocks/>
          </p:cNvSpPr>
          <p:nvPr/>
        </p:nvSpPr>
        <p:spPr>
          <a:xfrm>
            <a:off x="515764" y="965680"/>
            <a:ext cx="7979082" cy="1449454"/>
          </a:xfrm>
          <a:prstGeom prst="rect">
            <a:avLst/>
          </a:prstGeom>
        </p:spPr>
        <p:txBody>
          <a:bodyPr lIns="0" tIns="0" rIns="0" bIns="0" anchor="t" anchorCtr="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Introducción y Metodología”. </a:t>
            </a:r>
            <a:r>
              <a:rPr lang="en-US" sz="1400" dirty="0">
                <a:solidFill>
                  <a:srgbClr val="0000FF"/>
                </a:solidFill>
                <a:effectLst/>
                <a:latin typeface="Calibri" panose="020F0502020204030204" pitchFamily="34" charset="0"/>
                <a:ea typeface="Times New Roman" panose="02020603050405020304" pitchFamily="18" charset="0"/>
              </a:rPr>
              <a:t>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Objetivos de Gobierno y de Gestión”. 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Diseño de una solución de Gobierno de Información y Tecnología”. 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Implementación y optimización de una solución de gobierno de información y tecnología”. 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p:txBody>
      </p:sp>
      <p:sp>
        <p:nvSpPr>
          <p:cNvPr id="4" name="Rectangle 5"/>
          <p:cNvSpPr/>
          <p:nvPr/>
        </p:nvSpPr>
        <p:spPr>
          <a:xfrm>
            <a:off x="511154" y="331345"/>
            <a:ext cx="1945800" cy="200055"/>
          </a:xfrm>
          <a:prstGeom prst="rect">
            <a:avLst/>
          </a:prstGeom>
        </p:spPr>
        <p:txBody>
          <a:bodyPr wrap="square" lIns="0" tIns="0" rIns="0" bIns="0">
            <a:spAutoFit/>
          </a:bodyPr>
          <a:lstStyle/>
          <a:p>
            <a:r>
              <a:rPr lang="en-US" sz="1300" dirty="0">
                <a:solidFill>
                  <a:srgbClr val="438AD7"/>
                </a:solidFill>
              </a:rPr>
              <a:t>/ BIBLIOGRAFÍA</a:t>
            </a:r>
          </a:p>
        </p:txBody>
      </p:sp>
    </p:spTree>
    <p:custDataLst>
      <p:tags r:id="rId1"/>
    </p:custDataLst>
    <p:extLst>
      <p:ext uri="{BB962C8B-B14F-4D97-AF65-F5344CB8AC3E}">
        <p14:creationId xmlns:p14="http://schemas.microsoft.com/office/powerpoint/2010/main" val="1216293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9679</TotalTime>
  <Words>1927</Words>
  <Application>Microsoft Office PowerPoint</Application>
  <PresentationFormat>Presentación en pantalla (16:10)</PresentationFormat>
  <Paragraphs>153</Paragraphs>
  <Slides>23</Slides>
  <Notes>22</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23</vt:i4>
      </vt:variant>
    </vt:vector>
  </HeadingPairs>
  <TitlesOfParts>
    <vt:vector size="33" baseType="lpstr">
      <vt:lpstr>Arial</vt:lpstr>
      <vt:lpstr>Calibri</vt:lpstr>
      <vt:lpstr>EBGEK M+ Times New Roman PSMT</vt:lpstr>
      <vt:lpstr>EBHCJ J+ Times New Roman PSMT</vt:lpstr>
      <vt:lpstr>JIJNO O+ Times New Roman PSMT</vt:lpstr>
      <vt:lpstr>JIKLE B+ Times New Roman PSMT</vt:lpstr>
      <vt:lpstr>Source Sans Pro</vt:lpstr>
      <vt:lpstr>Times New Roman</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596</cp:revision>
  <cp:lastPrinted>2018-01-16T21:42:59Z</cp:lastPrinted>
  <dcterms:created xsi:type="dcterms:W3CDTF">2016-10-06T14:52:02Z</dcterms:created>
  <dcterms:modified xsi:type="dcterms:W3CDTF">2022-05-13T15:11:59Z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