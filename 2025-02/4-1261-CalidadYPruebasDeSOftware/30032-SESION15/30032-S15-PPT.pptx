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80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BaGq0fM88J8QO/hE2KKo9Rdf0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74"/>
  </p:normalViewPr>
  <p:slideViewPr>
    <p:cSldViewPr snapToGrid="0">
      <p:cViewPr varScale="1">
        <p:scale>
          <a:sx n="143" d="100"/>
          <a:sy n="143" d="100"/>
        </p:scale>
        <p:origin x="1576" y="192"/>
      </p:cViewPr>
      <p:guideLst>
        <p:guide pos="2880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/>
          <p:nvPr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4124471-7FFE-EC46-82D6-5F5AC2245197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DC4C4B9-E9AD-ED4B-A7EB-8C75B1812A88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15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8ED340E-FECD-1749-B2A9-DE50F01B1B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575" userDrawn="1">
          <p15:clr>
            <a:srgbClr val="F26B43"/>
          </p15:clr>
        </p15:guide>
        <p15:guide id="9" orient="horz" pos="303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EE7735F-B908-EB4A-BCDB-E9ADD3EE5BC2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A791FF-E4D8-634C-94A9-B0BA1126D64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2E66017-149A-3040-8C19-27200DBA1A34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15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8193BEF9-00DC-804B-9217-86C079485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4188801E-4181-394B-B92B-05296BCB11DB}"/>
              </a:ext>
            </a:extLst>
          </p:cNvPr>
          <p:cNvSpPr/>
          <p:nvPr/>
        </p:nvSpPr>
        <p:spPr>
          <a:xfrm>
            <a:off x="503239" y="2177570"/>
            <a:ext cx="3213718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000" dirty="0">
                <a:latin typeface="Graphik-Medium" charset="0"/>
                <a:ea typeface="Graphik-Medium" charset="0"/>
                <a:cs typeface="Graphik-Medium" charset="0"/>
              </a:rPr>
              <a:t>PRESENTACIÓN</a:t>
            </a:r>
            <a:br>
              <a:rPr lang="es-PE" sz="20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  <a:t>DEL PROYECTO</a:t>
            </a:r>
            <a:b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</a:br>
            <a:r>
              <a:rPr lang="es-PE" sz="2000" b="1" dirty="0">
                <a:latin typeface="Graphik Bold" charset="0"/>
                <a:ea typeface="Graphik Bold" charset="0"/>
                <a:cs typeface="Graphik Bold" charset="0"/>
              </a:rPr>
              <a:t>FINAL DEL CURSO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579010A2-718B-1A46-8890-A9B7A8FF8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271D0CB-ACF2-9A48-A060-771B9C6130EB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3DEDC9-8D8E-0B4E-949F-784205918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C847447-4B9A-414D-8080-25B0EFE13135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541516-ED7F-D04E-A7A2-A3C9DD69D6D4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DC2AEA-A5D2-6446-9FCC-4991E26F34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752143-A1CD-3E4F-88C7-9348C1B27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5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5D7E4A-6BA9-FC44-B42F-6CACF4A55753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22CF7C2D-65B6-E349-906B-8401211443C2}"/>
              </a:ext>
            </a:extLst>
          </p:cNvPr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>
              <a:solidFill>
                <a:schemeClr val="tx1"/>
              </a:solidFill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Realizarás</a:t>
            </a:r>
            <a:r>
              <a:rPr lang="es-PE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 la sustentación del Trabajo Final.</a:t>
            </a:r>
            <a:endParaRPr lang="es-PE" spc="-10" dirty="0">
              <a:solidFill>
                <a:schemeClr val="tx1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Rendirás</a:t>
            </a:r>
            <a:r>
              <a:rPr lang="es-PE" spc="-10" dirty="0">
                <a:solidFill>
                  <a:schemeClr val="tx1"/>
                </a:solidFill>
                <a:latin typeface="Calibri" charset="0"/>
                <a:cs typeface="Calibri" charset="0"/>
                <a:sym typeface="Calibri"/>
              </a:rPr>
              <a:t> la Evaluación de la Unidad de Aprendizaje 4.</a:t>
            </a:r>
            <a:endParaRPr lang="es-PE" spc="-10" dirty="0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3F6FAC-8B17-D848-88CE-0E49909F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62A854-42C1-594F-B65F-7D4E696ECF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FCF4D5A-3E42-EC45-B552-E71C2F407B89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7EE8E30-9893-C848-88A8-19F397AED96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7528AAE-3FDC-B248-8E0E-A1AA8B2B919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B969F5-B371-D446-9A0A-0F3838D50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8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44</Words>
  <Application>Microsoft Macintosh PowerPoint</Application>
  <PresentationFormat>Presentación en pantalla (16:10)</PresentationFormat>
  <Paragraphs>11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Microsoft Office User</cp:lastModifiedBy>
  <cp:revision>8</cp:revision>
  <dcterms:created xsi:type="dcterms:W3CDTF">2016-10-06T14:52:02Z</dcterms:created>
  <dcterms:modified xsi:type="dcterms:W3CDTF">2024-10-28T16:31:00Z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