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8" r:id="rId3"/>
    <p:sldId id="257" r:id="rId4"/>
    <p:sldId id="259" r:id="rId5"/>
  </p:sldIdLst>
  <p:sldSz cx="9144000" cy="5715000" type="screen16x1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880" userDrawn="1">
          <p15:clr>
            <a:srgbClr val="A4A3A4"/>
          </p15:clr>
        </p15:guide>
        <p15:guide id="2" orient="horz" pos="180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" roundtripDataSignature="AMtx7mjL4G7nJfJPgxTTsW4ll0kX8NWk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69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51"/>
    <p:restoredTop sz="94674"/>
  </p:normalViewPr>
  <p:slideViewPr>
    <p:cSldViewPr snapToGrid="0">
      <p:cViewPr varScale="1">
        <p:scale>
          <a:sx n="143" d="100"/>
          <a:sy n="143" d="100"/>
        </p:scale>
        <p:origin x="1544" y="192"/>
      </p:cViewPr>
      <p:guideLst>
        <p:guide pos="2880"/>
        <p:guide orient="horz" pos="180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customschemas.google.com/relationships/presentationmetadata" Target="metadata"/><Relationship Id="rId3" Type="http://schemas.openxmlformats.org/officeDocument/2006/relationships/slide" Target="slides/slide2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" name="Google Shape;2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" name="Google Shape;3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apositiva de título">
  <p:cSld name="1_Diapositiva de título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E040E821-5444-1F4C-9EAD-EB81A9378D56}"/>
              </a:ext>
            </a:extLst>
          </p:cNvPr>
          <p:cNvSpPr/>
          <p:nvPr userDrawn="1"/>
        </p:nvSpPr>
        <p:spPr>
          <a:xfrm>
            <a:off x="7204422" y="5371562"/>
            <a:ext cx="1544012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ES_tradnl" sz="600" dirty="0">
                <a:solidFill>
                  <a:schemeClr val="bg1">
                    <a:lumMod val="50000"/>
                  </a:schemeClr>
                </a:solidFill>
              </a:rPr>
              <a:t>© ISIL. Todos los derechos reservados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08E9F961-B3FB-404B-A499-3AF98116C931}"/>
              </a:ext>
            </a:extLst>
          </p:cNvPr>
          <p:cNvSpPr txBox="1"/>
          <p:nvPr userDrawn="1"/>
        </p:nvSpPr>
        <p:spPr>
          <a:xfrm>
            <a:off x="876300" y="5343295"/>
            <a:ext cx="216437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kern="1200" baseline="0" dirty="0">
                <a:solidFill>
                  <a:schemeClr val="bg1">
                    <a:lumMod val="50000"/>
                  </a:schemeClr>
                </a:solidFill>
                <a:latin typeface="Calibri"/>
                <a:ea typeface="+mn-ea"/>
                <a:cs typeface="Calibri"/>
                <a:sym typeface="Wingdings"/>
              </a:rPr>
              <a:t>CALIDAD Y PRUEBAS DE SOFTWARE 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Calibri"/>
                <a:ea typeface="Wingdings"/>
                <a:cs typeface="Calibri"/>
                <a:sym typeface="Wingdings"/>
              </a:rPr>
              <a:t></a:t>
            </a:r>
            <a:r>
              <a:rPr lang="en-US" sz="800" kern="1200" dirty="0">
                <a:solidFill>
                  <a:schemeClr val="bg1">
                    <a:lumMod val="50000"/>
                  </a:schemeClr>
                </a:solidFill>
                <a:latin typeface="Calibri"/>
                <a:ea typeface="+mn-ea"/>
                <a:cs typeface="Calibri"/>
                <a:sym typeface="Wingdings"/>
              </a:rPr>
              <a:t>  TEMA 04</a:t>
            </a:r>
            <a:endParaRPr lang="en-US" sz="800" dirty="0">
              <a:solidFill>
                <a:schemeClr val="bg1">
                  <a:lumMod val="50000"/>
                </a:schemeClr>
              </a:solidFill>
              <a:latin typeface="Calibri"/>
              <a:cs typeface="Calibri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83872CE8-35E5-5645-9A11-D23286D505E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6316" y="5349405"/>
            <a:ext cx="369984" cy="206823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880" userDrawn="1">
          <p15:clr>
            <a:srgbClr val="F26B43"/>
          </p15:clr>
        </p15:guide>
        <p15:guide id="2" orient="horz" pos="1800" userDrawn="1">
          <p15:clr>
            <a:srgbClr val="F26B43"/>
          </p15:clr>
        </p15:guide>
        <p15:guide id="3" pos="2767" userDrawn="1">
          <p15:clr>
            <a:srgbClr val="F26B43"/>
          </p15:clr>
        </p15:guide>
        <p15:guide id="4" pos="2993" userDrawn="1">
          <p15:clr>
            <a:srgbClr val="F26B43"/>
          </p15:clr>
        </p15:guide>
        <p15:guide id="5" pos="295" userDrawn="1">
          <p15:clr>
            <a:srgbClr val="F26B43"/>
          </p15:clr>
        </p15:guide>
        <p15:guide id="6" pos="431" userDrawn="1">
          <p15:clr>
            <a:srgbClr val="F26B43"/>
          </p15:clr>
        </p15:guide>
        <p15:guide id="7" pos="5465" userDrawn="1">
          <p15:clr>
            <a:srgbClr val="F26B43"/>
          </p15:clr>
        </p15:guide>
        <p15:guide id="8" orient="horz" pos="303" userDrawn="1">
          <p15:clr>
            <a:srgbClr val="F26B43"/>
          </p15:clr>
        </p15:guide>
        <p15:guide id="9" orient="horz" pos="575" userDrawn="1">
          <p15:clr>
            <a:srgbClr val="F26B43"/>
          </p15:clr>
        </p15:guide>
        <p15:guide id="10" orient="horz" pos="329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F0A7908C-EA2F-B343-82C4-A814E408B9B8}"/>
              </a:ext>
            </a:extLst>
          </p:cNvPr>
          <p:cNvSpPr/>
          <p:nvPr/>
        </p:nvSpPr>
        <p:spPr>
          <a:xfrm>
            <a:off x="182879" y="5120640"/>
            <a:ext cx="4304965" cy="4620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09BB2E3-777B-7B4A-98A4-92E3AA36348E}"/>
              </a:ext>
            </a:extLst>
          </p:cNvPr>
          <p:cNvSpPr txBox="1"/>
          <p:nvPr/>
        </p:nvSpPr>
        <p:spPr>
          <a:xfrm>
            <a:off x="503238" y="808689"/>
            <a:ext cx="3104743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_tradnl" sz="900" b="1" dirty="0">
                <a:solidFill>
                  <a:srgbClr val="6C6D6C"/>
                </a:solidFill>
                <a:latin typeface="Calibri" charset="0"/>
                <a:cs typeface="Calibri" charset="0"/>
              </a:rPr>
              <a:t>CALIDAD Y PRUEBAS DE SOFTWARE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3D62D242-F614-9348-8842-7C9653FBBDC1}"/>
              </a:ext>
            </a:extLst>
          </p:cNvPr>
          <p:cNvSpPr/>
          <p:nvPr/>
        </p:nvSpPr>
        <p:spPr>
          <a:xfrm>
            <a:off x="503239" y="2177570"/>
            <a:ext cx="3056852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es-PE" sz="3000" dirty="0">
                <a:latin typeface="Graphik-Medium" charset="0"/>
                <a:ea typeface="Graphik-Medium" charset="0"/>
                <a:cs typeface="Graphik-Medium" charset="0"/>
              </a:rPr>
              <a:t>AVANCE DEL </a:t>
            </a:r>
            <a:br>
              <a:rPr lang="es-PE" sz="3000" dirty="0">
                <a:latin typeface="Graphik-Medium" charset="0"/>
                <a:ea typeface="Graphik-Medium" charset="0"/>
                <a:cs typeface="Graphik-Medium" charset="0"/>
              </a:rPr>
            </a:br>
            <a:r>
              <a:rPr lang="es-PE" sz="3000" b="1" dirty="0">
                <a:latin typeface="Graphik Bold" charset="0"/>
                <a:ea typeface="Graphik Bold" charset="0"/>
                <a:cs typeface="Graphik Bold" charset="0"/>
              </a:rPr>
              <a:t>TRABAJO FINAL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FAFC42BF-E360-5448-B9ED-47CF602C8A7C}"/>
              </a:ext>
            </a:extLst>
          </p:cNvPr>
          <p:cNvSpPr txBox="1"/>
          <p:nvPr/>
        </p:nvSpPr>
        <p:spPr>
          <a:xfrm>
            <a:off x="743902" y="1819386"/>
            <a:ext cx="145764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_tradnl" sz="2000" b="1" dirty="0">
                <a:solidFill>
                  <a:srgbClr val="4E697E"/>
                </a:solidFill>
                <a:latin typeface="Calibri" charset="0"/>
                <a:ea typeface="Calibri" charset="0"/>
                <a:cs typeface="Calibri" charset="0"/>
              </a:rPr>
              <a:t>TEMA 04</a:t>
            </a:r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004FFAAE-6F1B-7B4A-8871-FC2098AC89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64" y="1883411"/>
            <a:ext cx="166865" cy="170453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E647E574-3DB7-C045-B833-1591CA8406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2850" y="0"/>
            <a:ext cx="539115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9CAD23B2-3DAA-4947-AB92-78D16C537C55}"/>
              </a:ext>
            </a:extLst>
          </p:cNvPr>
          <p:cNvSpPr/>
          <p:nvPr/>
        </p:nvSpPr>
        <p:spPr>
          <a:xfrm>
            <a:off x="0" y="1"/>
            <a:ext cx="9144000" cy="5715000"/>
          </a:xfrm>
          <a:prstGeom prst="rect">
            <a:avLst/>
          </a:prstGeom>
          <a:solidFill>
            <a:srgbClr val="ED43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235F910-6CB5-F443-BE14-2EEAD5A412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946969"/>
            <a:ext cx="2072213" cy="3898064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E3667BBC-2338-4949-B8E6-87F10FE2A889}"/>
              </a:ext>
            </a:extLst>
          </p:cNvPr>
          <p:cNvSpPr/>
          <p:nvPr/>
        </p:nvSpPr>
        <p:spPr>
          <a:xfrm>
            <a:off x="149817" y="3724759"/>
            <a:ext cx="1037633" cy="1069383"/>
          </a:xfrm>
          <a:prstGeom prst="rect">
            <a:avLst/>
          </a:prstGeom>
          <a:solidFill>
            <a:srgbClr val="ED43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088B6B7-3AA6-ED42-B742-A7EFCD5745FD}"/>
              </a:ext>
            </a:extLst>
          </p:cNvPr>
          <p:cNvSpPr txBox="1"/>
          <p:nvPr/>
        </p:nvSpPr>
        <p:spPr>
          <a:xfrm>
            <a:off x="2519363" y="2540738"/>
            <a:ext cx="4581728" cy="8125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80000"/>
              </a:lnSpc>
            </a:pPr>
            <a:r>
              <a:rPr lang="es-ES_tradnl" sz="33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  <a:t>INTRODUCCIÓN</a:t>
            </a:r>
          </a:p>
          <a:p>
            <a:pPr>
              <a:lnSpc>
                <a:spcPct val="80000"/>
              </a:lnSpc>
            </a:pPr>
            <a:r>
              <a:rPr lang="es-ES_tradnl" sz="3300" b="1" dirty="0">
                <a:solidFill>
                  <a:schemeClr val="bg1"/>
                </a:solidFill>
                <a:latin typeface="Graphik Bold" charset="0"/>
                <a:ea typeface="Graphik Bold" charset="0"/>
                <a:cs typeface="Graphik Bold" charset="0"/>
              </a:rPr>
              <a:t>DE LA SESIÓN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B181839-1010-2E40-AC5F-4DE95CC62E3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6000"/>
          </a:blip>
          <a:stretch>
            <a:fillRect/>
          </a:stretch>
        </p:blipFill>
        <p:spPr>
          <a:xfrm>
            <a:off x="334433" y="3817749"/>
            <a:ext cx="809264" cy="80926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A1D5EA4-CC23-BD45-8FCE-AF1ABE81F8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8619" y="2194222"/>
            <a:ext cx="202176" cy="20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655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561BBAB-7EF5-0242-B844-C55C5EA26166}"/>
              </a:ext>
            </a:extLst>
          </p:cNvPr>
          <p:cNvSpPr/>
          <p:nvPr/>
        </p:nvSpPr>
        <p:spPr>
          <a:xfrm>
            <a:off x="6918960" y="5364480"/>
            <a:ext cx="2133600" cy="2244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C4295546-E54F-A749-B2A6-F0F1DC3C6DFC}"/>
              </a:ext>
            </a:extLst>
          </p:cNvPr>
          <p:cNvSpPr txBox="1"/>
          <p:nvPr/>
        </p:nvSpPr>
        <p:spPr>
          <a:xfrm>
            <a:off x="1282299" y="918372"/>
            <a:ext cx="5200798" cy="6463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Durante esta sesión:</a:t>
            </a:r>
            <a:endParaRPr lang="es-PE" dirty="0"/>
          </a:p>
          <a:p>
            <a:pPr marL="177800" lvl="1" indent="-165100">
              <a:buClr>
                <a:srgbClr val="EE4639"/>
              </a:buClr>
              <a:buSzPct val="100000"/>
              <a:buFont typeface="Arial" charset="0"/>
              <a:buChar char="•"/>
              <a:tabLst>
                <a:tab pos="120650" algn="l"/>
              </a:tabLst>
            </a:pPr>
            <a:r>
              <a:rPr lang="es-PE" b="1" spc="-10" dirty="0">
                <a:solidFill>
                  <a:srgbClr val="262626"/>
                </a:solidFill>
                <a:latin typeface="Calibri" charset="0"/>
                <a:cs typeface="Calibri" charset="0"/>
                <a:sym typeface="Calibri"/>
              </a:rPr>
              <a:t>Realizarás</a:t>
            </a:r>
            <a:r>
              <a:rPr lang="es-PE" spc="-10" dirty="0">
                <a:solidFill>
                  <a:srgbClr val="262626"/>
                </a:solidFill>
                <a:latin typeface="Calibri" charset="0"/>
                <a:cs typeface="Calibri" charset="0"/>
                <a:sym typeface="Calibri"/>
              </a:rPr>
              <a:t> la sustentación del Avance 1 del Trabajo Final.</a:t>
            </a:r>
            <a:endParaRPr lang="es-PE" spc="-10" dirty="0">
              <a:solidFill>
                <a:srgbClr val="262626"/>
              </a:solidFill>
              <a:latin typeface="Calibri" charset="0"/>
              <a:cs typeface="Calibri" charset="0"/>
            </a:endParaRPr>
          </a:p>
          <a:p>
            <a:pPr marL="177800" lvl="1" indent="-165100">
              <a:buClr>
                <a:srgbClr val="EE4639"/>
              </a:buClr>
              <a:buSzPct val="100000"/>
              <a:buFont typeface="Arial" charset="0"/>
              <a:buChar char="•"/>
              <a:tabLst>
                <a:tab pos="120650" algn="l"/>
              </a:tabLst>
            </a:pPr>
            <a:r>
              <a:rPr lang="es-PE" b="1" spc="-10" dirty="0">
                <a:solidFill>
                  <a:srgbClr val="262626"/>
                </a:solidFill>
                <a:latin typeface="Calibri" charset="0"/>
                <a:cs typeface="Calibri" charset="0"/>
                <a:sym typeface="Calibri"/>
              </a:rPr>
              <a:t>Rendirás</a:t>
            </a:r>
            <a:r>
              <a:rPr lang="es-PE" spc="-10" dirty="0">
                <a:solidFill>
                  <a:srgbClr val="262626"/>
                </a:solidFill>
                <a:latin typeface="Calibri" charset="0"/>
                <a:cs typeface="Calibri" charset="0"/>
                <a:sym typeface="Calibri"/>
              </a:rPr>
              <a:t> la Evaluación de la Unidad de Aprendizaje 1. </a:t>
            </a:r>
            <a:endParaRPr lang="es-PE" spc="-10" dirty="0">
              <a:solidFill>
                <a:srgbClr val="262626"/>
              </a:solidFill>
              <a:latin typeface="Calibri" charset="0"/>
              <a:cs typeface="Calibri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38B64A9-461A-4742-AF7F-080059AE43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839" y="954885"/>
            <a:ext cx="117851" cy="12136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8197AE3-619A-414F-84B6-DF3DC7515C0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6661" y="3052731"/>
            <a:ext cx="1689027" cy="2181257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DEE51C57-23CA-C143-9DDA-C6696F7A893E}"/>
              </a:ext>
            </a:extLst>
          </p:cNvPr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737DB92D-1A2E-994B-9ADF-9B68CBCCA97A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INTRODUCCIÓN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62E72429-32CF-034D-A195-A43BB1CB3125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8670071-7384-694A-BC1B-A60D509AA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199" y="2666298"/>
            <a:ext cx="1295601" cy="386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1561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44</Words>
  <Application>Microsoft Macintosh PowerPoint</Application>
  <PresentationFormat>Presentación en pantalla (16:10)</PresentationFormat>
  <Paragraphs>11</Paragraphs>
  <Slides>4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10" baseType="lpstr">
      <vt:lpstr>Arial</vt:lpstr>
      <vt:lpstr>Calibri</vt:lpstr>
      <vt:lpstr>Graphik Bold</vt:lpstr>
      <vt:lpstr>Graphik Regular</vt:lpstr>
      <vt:lpstr>Graphik-Medium</vt:lpstr>
      <vt:lpstr>Office Theme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ISIL</dc:creator>
  <cp:lastModifiedBy>Microsoft Office User</cp:lastModifiedBy>
  <cp:revision>6</cp:revision>
  <dcterms:created xsi:type="dcterms:W3CDTF">2016-10-06T14:52:02Z</dcterms:created>
  <dcterms:modified xsi:type="dcterms:W3CDTF">2024-10-28T16:33:32Z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5400A83D-B4FE-497C-9E2F-ACF3BA8DEF15</vt:lpwstr>
  </property>
  <property fmtid="{D5CDD505-2E9C-101B-9397-08002B2CF9AE}" pid="3" name="ArticulatePath">
    <vt:lpwstr>plantilla_cursos_presenciales-v3.1.6</vt:lpwstr>
  </property>
</Properties>
</file>