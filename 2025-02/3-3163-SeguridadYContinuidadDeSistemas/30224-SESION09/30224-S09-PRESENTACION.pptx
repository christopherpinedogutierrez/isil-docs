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372" r:id="rId2"/>
    <p:sldId id="306" r:id="rId3"/>
    <p:sldId id="432" r:id="rId4"/>
    <p:sldId id="513" r:id="rId5"/>
    <p:sldId id="315" r:id="rId6"/>
    <p:sldId id="400" r:id="rId7"/>
    <p:sldId id="538" r:id="rId8"/>
    <p:sldId id="458" r:id="rId9"/>
    <p:sldId id="541" r:id="rId10"/>
    <p:sldId id="561" r:id="rId11"/>
    <p:sldId id="562" r:id="rId12"/>
    <p:sldId id="563" r:id="rId13"/>
    <p:sldId id="564" r:id="rId14"/>
    <p:sldId id="565" r:id="rId15"/>
    <p:sldId id="566" r:id="rId16"/>
    <p:sldId id="567" r:id="rId17"/>
    <p:sldId id="568" r:id="rId18"/>
    <p:sldId id="448" r:id="rId19"/>
    <p:sldId id="509" r:id="rId20"/>
    <p:sldId id="511" r:id="rId21"/>
    <p:sldId id="451" r:id="rId22"/>
    <p:sldId id="470" r:id="rId23"/>
    <p:sldId id="471" r:id="rId24"/>
  </p:sldIdLst>
  <p:sldSz cx="9144000" cy="5715000" type="screen16x10"/>
  <p:notesSz cx="6858000" cy="9144000"/>
  <p:custDataLst>
    <p:tags r:id="rId2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465" userDrawn="1">
          <p15:clr>
            <a:srgbClr val="A4A3A4"/>
          </p15:clr>
        </p15:guide>
        <p15:guide id="3" orient="horz" pos="3274" userDrawn="1">
          <p15:clr>
            <a:srgbClr val="A4A3A4"/>
          </p15:clr>
        </p15:guide>
        <p15:guide id="11" pos="295" userDrawn="1">
          <p15:clr>
            <a:srgbClr val="A4A3A4"/>
          </p15:clr>
        </p15:guide>
        <p15:guide id="12" orient="horz" pos="598" userDrawn="1">
          <p15:clr>
            <a:srgbClr val="A4A3A4"/>
          </p15:clr>
        </p15:guide>
        <p15:guide id="13" orient="horz" pos="258" userDrawn="1">
          <p15:clr>
            <a:srgbClr val="A4A3A4"/>
          </p15:clr>
        </p15:guide>
        <p15:guide id="14" pos="2880" userDrawn="1">
          <p15:clr>
            <a:srgbClr val="A4A3A4"/>
          </p15:clr>
        </p15:guide>
        <p15:guide id="15" pos="3039" userDrawn="1">
          <p15:clr>
            <a:srgbClr val="A4A3A4"/>
          </p15:clr>
        </p15:guide>
        <p15:guide id="17" pos="2721" userDrawn="1">
          <p15:clr>
            <a:srgbClr val="A4A3A4"/>
          </p15:clr>
        </p15:guide>
        <p15:guide id="18" pos="1451" userDrawn="1">
          <p15:clr>
            <a:srgbClr val="A4A3A4"/>
          </p15:clr>
        </p15:guide>
        <p15:guide id="20" pos="4785" userDrawn="1">
          <p15:clr>
            <a:srgbClr val="A4A3A4"/>
          </p15:clr>
        </p15:guide>
        <p15:guide id="23" orient="horz" pos="1074" userDrawn="1">
          <p15:clr>
            <a:srgbClr val="A4A3A4"/>
          </p15:clr>
        </p15:guide>
        <p15:guide id="24" orient="horz" pos="29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B1B5"/>
    <a:srgbClr val="E5584B"/>
    <a:srgbClr val="DFA635"/>
    <a:srgbClr val="99C652"/>
    <a:srgbClr val="68529F"/>
    <a:srgbClr val="0197A7"/>
    <a:srgbClr val="D2032C"/>
    <a:srgbClr val="F2D164"/>
    <a:srgbClr val="5AB5A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87" autoAdjust="0"/>
    <p:restoredTop sz="75000" autoAdjust="0"/>
  </p:normalViewPr>
  <p:slideViewPr>
    <p:cSldViewPr snapToGrid="0" snapToObjects="1" showGuides="1">
      <p:cViewPr varScale="1">
        <p:scale>
          <a:sx n="81" d="100"/>
          <a:sy n="81" d="100"/>
        </p:scale>
        <p:origin x="1326" y="90"/>
      </p:cViewPr>
      <p:guideLst>
        <p:guide pos="5465"/>
        <p:guide orient="horz" pos="3274"/>
        <p:guide pos="295"/>
        <p:guide orient="horz" pos="598"/>
        <p:guide orient="horz" pos="258"/>
        <p:guide pos="2880"/>
        <p:guide pos="3039"/>
        <p:guide pos="2721"/>
        <p:guide pos="1451"/>
        <p:guide pos="4785"/>
        <p:guide orient="horz" pos="1074"/>
        <p:guide orient="horz" pos="293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C1C1F4-B068-49DD-8085-E83DE5FE91C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F8AC1D50-8DEC-42E2-996D-CF1010A8B2A4}">
      <dgm:prSet phldrT="[Texto]" custT="1"/>
      <dgm:spPr>
        <a:solidFill>
          <a:srgbClr val="2EB1B5"/>
        </a:solidFill>
      </dgm:spPr>
      <dgm:t>
        <a:bodyPr/>
        <a:lstStyle/>
        <a:p>
          <a:r>
            <a:rPr lang="es-PE" sz="1600" dirty="0" smtClean="0"/>
            <a:t>Objetivo</a:t>
          </a:r>
          <a:endParaRPr lang="es-PE" sz="1600" dirty="0"/>
        </a:p>
      </dgm:t>
    </dgm:pt>
    <dgm:pt modelId="{786E19C0-B5FB-4042-A047-1BE4F50904A1}" type="parTrans" cxnId="{8F299412-9ED5-4DEE-A8CF-4E0F884EEADC}">
      <dgm:prSet/>
      <dgm:spPr/>
      <dgm:t>
        <a:bodyPr/>
        <a:lstStyle/>
        <a:p>
          <a:endParaRPr lang="es-PE" sz="1600"/>
        </a:p>
      </dgm:t>
    </dgm:pt>
    <dgm:pt modelId="{D92CC6DE-1600-4B15-AB03-51E3F49D26E4}" type="sibTrans" cxnId="{8F299412-9ED5-4DEE-A8CF-4E0F884EEADC}">
      <dgm:prSet/>
      <dgm:spPr/>
      <dgm:t>
        <a:bodyPr/>
        <a:lstStyle/>
        <a:p>
          <a:endParaRPr lang="es-PE" sz="1600"/>
        </a:p>
      </dgm:t>
    </dgm:pt>
    <dgm:pt modelId="{07172291-EA9E-294E-8FCB-725B9A8BD3A3}">
      <dgm:prSet phldrT="[Texto]" custT="1"/>
      <dgm:spPr>
        <a:solidFill>
          <a:srgbClr val="2EB1B5"/>
        </a:solidFill>
      </dgm:spPr>
      <dgm:t>
        <a:bodyPr/>
        <a:lstStyle/>
        <a:p>
          <a:r>
            <a:rPr lang="es-PE" sz="1600" dirty="0" smtClean="0"/>
            <a:t>Registro de Eventos</a:t>
          </a:r>
          <a:endParaRPr lang="es-PE" sz="1600" dirty="0"/>
        </a:p>
      </dgm:t>
    </dgm:pt>
    <dgm:pt modelId="{B2D0572F-5043-DB4B-9595-5432E448994C}" type="parTrans" cxnId="{FF095D83-33AA-FD42-8F6C-4F82A345FD01}">
      <dgm:prSet/>
      <dgm:spPr/>
      <dgm:t>
        <a:bodyPr/>
        <a:lstStyle/>
        <a:p>
          <a:endParaRPr lang="es-ES_tradnl"/>
        </a:p>
      </dgm:t>
    </dgm:pt>
    <dgm:pt modelId="{66F36295-0280-E548-B0BF-FE55BE129FF8}" type="sibTrans" cxnId="{FF095D83-33AA-FD42-8F6C-4F82A345FD01}">
      <dgm:prSet/>
      <dgm:spPr/>
      <dgm:t>
        <a:bodyPr/>
        <a:lstStyle/>
        <a:p>
          <a:endParaRPr lang="es-ES_tradnl"/>
        </a:p>
      </dgm:t>
    </dgm:pt>
    <dgm:pt modelId="{07CDE0C7-4753-0F4A-BD5F-CA359C8ABBB4}">
      <dgm:prSet phldrT="[Texto]" custT="1"/>
      <dgm:spPr>
        <a:solidFill>
          <a:srgbClr val="2EB1B5"/>
        </a:solidFill>
      </dgm:spPr>
      <dgm:t>
        <a:bodyPr/>
        <a:lstStyle/>
        <a:p>
          <a:r>
            <a:rPr lang="es-PE" sz="1600" dirty="0" smtClean="0"/>
            <a:t>Protección de los registros</a:t>
          </a:r>
          <a:endParaRPr lang="es-PE" sz="1600" dirty="0"/>
        </a:p>
      </dgm:t>
    </dgm:pt>
    <dgm:pt modelId="{E6841B5B-D9B9-9143-BEE0-BB196463C0D7}" type="parTrans" cxnId="{C7581C60-E4A0-9443-8A1B-8866685A4F2D}">
      <dgm:prSet/>
      <dgm:spPr/>
      <dgm:t>
        <a:bodyPr/>
        <a:lstStyle/>
        <a:p>
          <a:endParaRPr lang="es-ES_tradnl"/>
        </a:p>
      </dgm:t>
    </dgm:pt>
    <dgm:pt modelId="{0E6B372C-ED78-2846-963A-A8FFFA2711B2}" type="sibTrans" cxnId="{C7581C60-E4A0-9443-8A1B-8866685A4F2D}">
      <dgm:prSet/>
      <dgm:spPr/>
      <dgm:t>
        <a:bodyPr/>
        <a:lstStyle/>
        <a:p>
          <a:endParaRPr lang="es-ES_tradnl"/>
        </a:p>
      </dgm:t>
    </dgm:pt>
    <dgm:pt modelId="{0B108EEC-3854-4A47-AB0D-6427E244C608}">
      <dgm:prSet phldrT="[Texto]" custT="1"/>
      <dgm:spPr>
        <a:solidFill>
          <a:srgbClr val="2EB1B5"/>
        </a:solidFill>
      </dgm:spPr>
      <dgm:t>
        <a:bodyPr/>
        <a:lstStyle/>
        <a:p>
          <a:r>
            <a:rPr lang="es-PE" sz="1600" dirty="0" smtClean="0"/>
            <a:t>Registros del administrador y operador</a:t>
          </a:r>
          <a:endParaRPr lang="es-PE" sz="1600" dirty="0"/>
        </a:p>
      </dgm:t>
    </dgm:pt>
    <dgm:pt modelId="{86E29E95-A040-C047-94DA-72CE3213F911}" type="parTrans" cxnId="{B6C511EF-CCAE-7246-AF2C-C05119E847A7}">
      <dgm:prSet/>
      <dgm:spPr/>
      <dgm:t>
        <a:bodyPr/>
        <a:lstStyle/>
        <a:p>
          <a:endParaRPr lang="es-ES_tradnl"/>
        </a:p>
      </dgm:t>
    </dgm:pt>
    <dgm:pt modelId="{9F79E09C-57AE-E447-86B7-358CC3157069}" type="sibTrans" cxnId="{B6C511EF-CCAE-7246-AF2C-C05119E847A7}">
      <dgm:prSet/>
      <dgm:spPr/>
      <dgm:t>
        <a:bodyPr/>
        <a:lstStyle/>
        <a:p>
          <a:endParaRPr lang="es-ES_tradnl"/>
        </a:p>
      </dgm:t>
    </dgm:pt>
    <dgm:pt modelId="{EE746F4D-800B-634C-9274-3886B4B313D2}">
      <dgm:prSet phldrT="[Texto]" custT="1"/>
      <dgm:spPr>
        <a:solidFill>
          <a:srgbClr val="2EB1B5"/>
        </a:solidFill>
      </dgm:spPr>
      <dgm:t>
        <a:bodyPr/>
        <a:lstStyle/>
        <a:p>
          <a:r>
            <a:rPr lang="es-PE" sz="1600" dirty="0" smtClean="0"/>
            <a:t>Sincronización del reloj</a:t>
          </a:r>
          <a:endParaRPr lang="es-PE" sz="1600" dirty="0"/>
        </a:p>
      </dgm:t>
    </dgm:pt>
    <dgm:pt modelId="{314DEF6B-72C9-C548-92DC-47E85A296455}" type="parTrans" cxnId="{DF048728-5EA4-894F-B3B5-035C497EE1AC}">
      <dgm:prSet/>
      <dgm:spPr/>
      <dgm:t>
        <a:bodyPr/>
        <a:lstStyle/>
        <a:p>
          <a:endParaRPr lang="es-ES_tradnl"/>
        </a:p>
      </dgm:t>
    </dgm:pt>
    <dgm:pt modelId="{1DDF2669-B08D-E046-B5B9-42515FCDD4FA}" type="sibTrans" cxnId="{DF048728-5EA4-894F-B3B5-035C497EE1AC}">
      <dgm:prSet/>
      <dgm:spPr/>
      <dgm:t>
        <a:bodyPr/>
        <a:lstStyle/>
        <a:p>
          <a:endParaRPr lang="es-ES_tradnl"/>
        </a:p>
      </dgm:t>
    </dgm:pt>
    <dgm:pt modelId="{1C1067FD-E418-4B60-B9E3-ACF1A4CBDC81}" type="pres">
      <dgm:prSet presAssocID="{6EC1C1F4-B068-49DD-8085-E83DE5FE91C0}" presName="linear" presStyleCnt="0">
        <dgm:presLayoutVars>
          <dgm:animLvl val="lvl"/>
          <dgm:resizeHandles val="exact"/>
        </dgm:presLayoutVars>
      </dgm:prSet>
      <dgm:spPr/>
      <dgm:t>
        <a:bodyPr/>
        <a:lstStyle/>
        <a:p>
          <a:endParaRPr lang="es-PE"/>
        </a:p>
      </dgm:t>
    </dgm:pt>
    <dgm:pt modelId="{3777373B-7A8D-4433-8A8C-4992208C3102}" type="pres">
      <dgm:prSet presAssocID="{F8AC1D50-8DEC-42E2-996D-CF1010A8B2A4}" presName="parentText" presStyleLbl="node1" presStyleIdx="0" presStyleCnt="5">
        <dgm:presLayoutVars>
          <dgm:chMax val="0"/>
          <dgm:bulletEnabled val="1"/>
        </dgm:presLayoutVars>
      </dgm:prSet>
      <dgm:spPr/>
      <dgm:t>
        <a:bodyPr/>
        <a:lstStyle/>
        <a:p>
          <a:endParaRPr lang="es-PE"/>
        </a:p>
      </dgm:t>
    </dgm:pt>
    <dgm:pt modelId="{77C821BE-E8B1-43B2-BC83-DA1F290CCBAD}" type="pres">
      <dgm:prSet presAssocID="{D92CC6DE-1600-4B15-AB03-51E3F49D26E4}" presName="spacer" presStyleCnt="0"/>
      <dgm:spPr/>
    </dgm:pt>
    <dgm:pt modelId="{F6A5A2D8-2A78-904D-9A93-88858A5F4A1E}" type="pres">
      <dgm:prSet presAssocID="{07172291-EA9E-294E-8FCB-725B9A8BD3A3}" presName="parentText" presStyleLbl="node1" presStyleIdx="1" presStyleCnt="5">
        <dgm:presLayoutVars>
          <dgm:chMax val="0"/>
          <dgm:bulletEnabled val="1"/>
        </dgm:presLayoutVars>
      </dgm:prSet>
      <dgm:spPr/>
      <dgm:t>
        <a:bodyPr/>
        <a:lstStyle/>
        <a:p>
          <a:endParaRPr lang="es-ES_tradnl"/>
        </a:p>
      </dgm:t>
    </dgm:pt>
    <dgm:pt modelId="{AC204052-762F-F14E-A770-360B4378412C}" type="pres">
      <dgm:prSet presAssocID="{66F36295-0280-E548-B0BF-FE55BE129FF8}" presName="spacer" presStyleCnt="0"/>
      <dgm:spPr/>
    </dgm:pt>
    <dgm:pt modelId="{E602E88E-FDC2-2D45-8E69-0F66F2C50D7D}" type="pres">
      <dgm:prSet presAssocID="{07CDE0C7-4753-0F4A-BD5F-CA359C8ABBB4}" presName="parentText" presStyleLbl="node1" presStyleIdx="2" presStyleCnt="5">
        <dgm:presLayoutVars>
          <dgm:chMax val="0"/>
          <dgm:bulletEnabled val="1"/>
        </dgm:presLayoutVars>
      </dgm:prSet>
      <dgm:spPr/>
      <dgm:t>
        <a:bodyPr/>
        <a:lstStyle/>
        <a:p>
          <a:endParaRPr lang="es-ES_tradnl"/>
        </a:p>
      </dgm:t>
    </dgm:pt>
    <dgm:pt modelId="{D356B277-3262-324E-B6E0-FFD68ABE2D4D}" type="pres">
      <dgm:prSet presAssocID="{0E6B372C-ED78-2846-963A-A8FFFA2711B2}" presName="spacer" presStyleCnt="0"/>
      <dgm:spPr/>
    </dgm:pt>
    <dgm:pt modelId="{5176F52D-F064-FD49-9DA6-CB772F20E87F}" type="pres">
      <dgm:prSet presAssocID="{0B108EEC-3854-4A47-AB0D-6427E244C608}" presName="parentText" presStyleLbl="node1" presStyleIdx="3" presStyleCnt="5">
        <dgm:presLayoutVars>
          <dgm:chMax val="0"/>
          <dgm:bulletEnabled val="1"/>
        </dgm:presLayoutVars>
      </dgm:prSet>
      <dgm:spPr/>
      <dgm:t>
        <a:bodyPr/>
        <a:lstStyle/>
        <a:p>
          <a:endParaRPr lang="es-ES_tradnl"/>
        </a:p>
      </dgm:t>
    </dgm:pt>
    <dgm:pt modelId="{F138E431-6F38-054F-A206-05E9F9EF407E}" type="pres">
      <dgm:prSet presAssocID="{9F79E09C-57AE-E447-86B7-358CC3157069}" presName="spacer" presStyleCnt="0"/>
      <dgm:spPr/>
    </dgm:pt>
    <dgm:pt modelId="{BBAC0B65-49A1-FD4C-A9FA-CB1DA57B7D67}" type="pres">
      <dgm:prSet presAssocID="{EE746F4D-800B-634C-9274-3886B4B313D2}" presName="parentText" presStyleLbl="node1" presStyleIdx="4" presStyleCnt="5">
        <dgm:presLayoutVars>
          <dgm:chMax val="0"/>
          <dgm:bulletEnabled val="1"/>
        </dgm:presLayoutVars>
      </dgm:prSet>
      <dgm:spPr/>
      <dgm:t>
        <a:bodyPr/>
        <a:lstStyle/>
        <a:p>
          <a:endParaRPr lang="es-ES_tradnl"/>
        </a:p>
      </dgm:t>
    </dgm:pt>
  </dgm:ptLst>
  <dgm:cxnLst>
    <dgm:cxn modelId="{C7581C60-E4A0-9443-8A1B-8866685A4F2D}" srcId="{6EC1C1F4-B068-49DD-8085-E83DE5FE91C0}" destId="{07CDE0C7-4753-0F4A-BD5F-CA359C8ABBB4}" srcOrd="2" destOrd="0" parTransId="{E6841B5B-D9B9-9143-BEE0-BB196463C0D7}" sibTransId="{0E6B372C-ED78-2846-963A-A8FFFA2711B2}"/>
    <dgm:cxn modelId="{FF095D83-33AA-FD42-8F6C-4F82A345FD01}" srcId="{6EC1C1F4-B068-49DD-8085-E83DE5FE91C0}" destId="{07172291-EA9E-294E-8FCB-725B9A8BD3A3}" srcOrd="1" destOrd="0" parTransId="{B2D0572F-5043-DB4B-9595-5432E448994C}" sibTransId="{66F36295-0280-E548-B0BF-FE55BE129FF8}"/>
    <dgm:cxn modelId="{BF34E69B-FF99-7248-88AF-49CEEF1B2153}" type="presOf" srcId="{EE746F4D-800B-634C-9274-3886B4B313D2}" destId="{BBAC0B65-49A1-FD4C-A9FA-CB1DA57B7D67}" srcOrd="0" destOrd="0" presId="urn:microsoft.com/office/officeart/2005/8/layout/vList2"/>
    <dgm:cxn modelId="{40F5B1C5-62B1-6146-A1F0-C1180ECD01C8}" type="presOf" srcId="{F8AC1D50-8DEC-42E2-996D-CF1010A8B2A4}" destId="{3777373B-7A8D-4433-8A8C-4992208C3102}" srcOrd="0" destOrd="0" presId="urn:microsoft.com/office/officeart/2005/8/layout/vList2"/>
    <dgm:cxn modelId="{B6C511EF-CCAE-7246-AF2C-C05119E847A7}" srcId="{6EC1C1F4-B068-49DD-8085-E83DE5FE91C0}" destId="{0B108EEC-3854-4A47-AB0D-6427E244C608}" srcOrd="3" destOrd="0" parTransId="{86E29E95-A040-C047-94DA-72CE3213F911}" sibTransId="{9F79E09C-57AE-E447-86B7-358CC3157069}"/>
    <dgm:cxn modelId="{BA854A7E-D0F4-EB4E-B2DC-A9DECEFBB97D}" type="presOf" srcId="{07172291-EA9E-294E-8FCB-725B9A8BD3A3}" destId="{F6A5A2D8-2A78-904D-9A93-88858A5F4A1E}" srcOrd="0" destOrd="0" presId="urn:microsoft.com/office/officeart/2005/8/layout/vList2"/>
    <dgm:cxn modelId="{DF048728-5EA4-894F-B3B5-035C497EE1AC}" srcId="{6EC1C1F4-B068-49DD-8085-E83DE5FE91C0}" destId="{EE746F4D-800B-634C-9274-3886B4B313D2}" srcOrd="4" destOrd="0" parTransId="{314DEF6B-72C9-C548-92DC-47E85A296455}" sibTransId="{1DDF2669-B08D-E046-B5B9-42515FCDD4FA}"/>
    <dgm:cxn modelId="{58351E3F-A441-BB46-A9EE-E1BE434B50F2}" type="presOf" srcId="{6EC1C1F4-B068-49DD-8085-E83DE5FE91C0}" destId="{1C1067FD-E418-4B60-B9E3-ACF1A4CBDC81}" srcOrd="0" destOrd="0" presId="urn:microsoft.com/office/officeart/2005/8/layout/vList2"/>
    <dgm:cxn modelId="{8F299412-9ED5-4DEE-A8CF-4E0F884EEADC}" srcId="{6EC1C1F4-B068-49DD-8085-E83DE5FE91C0}" destId="{F8AC1D50-8DEC-42E2-996D-CF1010A8B2A4}" srcOrd="0" destOrd="0" parTransId="{786E19C0-B5FB-4042-A047-1BE4F50904A1}" sibTransId="{D92CC6DE-1600-4B15-AB03-51E3F49D26E4}"/>
    <dgm:cxn modelId="{6F43D053-015B-6746-BB6D-A023F2BFD832}" type="presOf" srcId="{07CDE0C7-4753-0F4A-BD5F-CA359C8ABBB4}" destId="{E602E88E-FDC2-2D45-8E69-0F66F2C50D7D}" srcOrd="0" destOrd="0" presId="urn:microsoft.com/office/officeart/2005/8/layout/vList2"/>
    <dgm:cxn modelId="{51D98D8E-EF54-E946-BD8E-7BDE92661953}" type="presOf" srcId="{0B108EEC-3854-4A47-AB0D-6427E244C608}" destId="{5176F52D-F064-FD49-9DA6-CB772F20E87F}" srcOrd="0" destOrd="0" presId="urn:microsoft.com/office/officeart/2005/8/layout/vList2"/>
    <dgm:cxn modelId="{3595A292-1078-F14E-AEB4-1D9DF3A52647}" type="presParOf" srcId="{1C1067FD-E418-4B60-B9E3-ACF1A4CBDC81}" destId="{3777373B-7A8D-4433-8A8C-4992208C3102}" srcOrd="0" destOrd="0" presId="urn:microsoft.com/office/officeart/2005/8/layout/vList2"/>
    <dgm:cxn modelId="{81DA7A5D-440B-AE43-B793-961713979F60}" type="presParOf" srcId="{1C1067FD-E418-4B60-B9E3-ACF1A4CBDC81}" destId="{77C821BE-E8B1-43B2-BC83-DA1F290CCBAD}" srcOrd="1" destOrd="0" presId="urn:microsoft.com/office/officeart/2005/8/layout/vList2"/>
    <dgm:cxn modelId="{335D07F7-E1E9-9C4E-A95E-D45BED537835}" type="presParOf" srcId="{1C1067FD-E418-4B60-B9E3-ACF1A4CBDC81}" destId="{F6A5A2D8-2A78-904D-9A93-88858A5F4A1E}" srcOrd="2" destOrd="0" presId="urn:microsoft.com/office/officeart/2005/8/layout/vList2"/>
    <dgm:cxn modelId="{52D46E55-6A36-D442-99C8-42498932B9CF}" type="presParOf" srcId="{1C1067FD-E418-4B60-B9E3-ACF1A4CBDC81}" destId="{AC204052-762F-F14E-A770-360B4378412C}" srcOrd="3" destOrd="0" presId="urn:microsoft.com/office/officeart/2005/8/layout/vList2"/>
    <dgm:cxn modelId="{B9904B4C-6B34-C048-A1B4-16E172D03F9A}" type="presParOf" srcId="{1C1067FD-E418-4B60-B9E3-ACF1A4CBDC81}" destId="{E602E88E-FDC2-2D45-8E69-0F66F2C50D7D}" srcOrd="4" destOrd="0" presId="urn:microsoft.com/office/officeart/2005/8/layout/vList2"/>
    <dgm:cxn modelId="{41A853BE-06FF-DE40-A057-1239CF8CB445}" type="presParOf" srcId="{1C1067FD-E418-4B60-B9E3-ACF1A4CBDC81}" destId="{D356B277-3262-324E-B6E0-FFD68ABE2D4D}" srcOrd="5" destOrd="0" presId="urn:microsoft.com/office/officeart/2005/8/layout/vList2"/>
    <dgm:cxn modelId="{7ACDBE93-324B-E241-9ED7-B6EE1B8A6A76}" type="presParOf" srcId="{1C1067FD-E418-4B60-B9E3-ACF1A4CBDC81}" destId="{5176F52D-F064-FD49-9DA6-CB772F20E87F}" srcOrd="6" destOrd="0" presId="urn:microsoft.com/office/officeart/2005/8/layout/vList2"/>
    <dgm:cxn modelId="{E7B3058B-FCD0-224C-9066-A3D3D8C9254F}" type="presParOf" srcId="{1C1067FD-E418-4B60-B9E3-ACF1A4CBDC81}" destId="{F138E431-6F38-054F-A206-05E9F9EF407E}" srcOrd="7" destOrd="0" presId="urn:microsoft.com/office/officeart/2005/8/layout/vList2"/>
    <dgm:cxn modelId="{CF330007-95AF-7640-AADB-566A12DDACEA}" type="presParOf" srcId="{1C1067FD-E418-4B60-B9E3-ACF1A4CBDC81}" destId="{BBAC0B65-49A1-FD4C-A9FA-CB1DA57B7D67}"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80A023-5473-4C09-9AD3-6CC4F2BD479E}" type="doc">
      <dgm:prSet loTypeId="urn:microsoft.com/office/officeart/2005/8/layout/orgChart1" loCatId="hierarchy" qsTypeId="urn:microsoft.com/office/officeart/2005/8/quickstyle/simple1" qsCatId="simple" csTypeId="urn:microsoft.com/office/officeart/2005/8/colors/accent5_5" csCatId="accent5" phldr="1"/>
      <dgm:spPr/>
      <dgm:t>
        <a:bodyPr/>
        <a:lstStyle/>
        <a:p>
          <a:endParaRPr lang="es-PE"/>
        </a:p>
      </dgm:t>
    </dgm:pt>
    <dgm:pt modelId="{1CFEDA62-E621-45B6-81B7-7CA0DF19BE0B}">
      <dgm:prSet phldrT="[Texto]" custT="1"/>
      <dgm:spPr>
        <a:solidFill>
          <a:srgbClr val="68529F"/>
        </a:solidFill>
      </dgm:spPr>
      <dgm:t>
        <a:bodyPr/>
        <a:lstStyle/>
        <a:p>
          <a:r>
            <a:rPr lang="es-PE" sz="1600" dirty="0" smtClean="0"/>
            <a:t>A.12.4 Registro</a:t>
          </a:r>
          <a:br>
            <a:rPr lang="es-PE" sz="1600" dirty="0" smtClean="0"/>
          </a:br>
          <a:r>
            <a:rPr lang="es-PE" sz="1600" dirty="0" smtClean="0"/>
            <a:t>y monitoreo</a:t>
          </a:r>
          <a:endParaRPr lang="es-PE" sz="1600" dirty="0"/>
        </a:p>
      </dgm:t>
    </dgm:pt>
    <dgm:pt modelId="{0700C93D-A4CB-4B96-84CE-B49B558F2924}" type="parTrans" cxnId="{962284F4-41E6-448E-B0EA-6DE27CB57514}">
      <dgm:prSet/>
      <dgm:spPr/>
      <dgm:t>
        <a:bodyPr/>
        <a:lstStyle/>
        <a:p>
          <a:endParaRPr lang="es-PE" sz="1100"/>
        </a:p>
      </dgm:t>
    </dgm:pt>
    <dgm:pt modelId="{CC81F1C7-7291-4FD3-9E79-50C95E843145}" type="sibTrans" cxnId="{962284F4-41E6-448E-B0EA-6DE27CB57514}">
      <dgm:prSet/>
      <dgm:spPr/>
      <dgm:t>
        <a:bodyPr/>
        <a:lstStyle/>
        <a:p>
          <a:endParaRPr lang="es-PE" sz="1100"/>
        </a:p>
      </dgm:t>
    </dgm:pt>
    <dgm:pt modelId="{B7448275-937C-4470-B239-A762E1132317}">
      <dgm:prSet phldrT="[Texto]" custT="1"/>
      <dgm:spPr>
        <a:solidFill>
          <a:srgbClr val="2EB1B5"/>
        </a:solidFill>
        <a:ln>
          <a:noFill/>
        </a:ln>
      </dgm:spPr>
      <dgm:t>
        <a:bodyPr/>
        <a:lstStyle/>
        <a:p>
          <a:r>
            <a:rPr lang="es-PE" sz="1600" dirty="0" smtClean="0"/>
            <a:t>A.12.4.1 Registro</a:t>
          </a:r>
          <a:br>
            <a:rPr lang="es-PE" sz="1600" dirty="0" smtClean="0"/>
          </a:br>
          <a:r>
            <a:rPr lang="es-PE" sz="1600" dirty="0" smtClean="0"/>
            <a:t>de eventos</a:t>
          </a:r>
          <a:endParaRPr lang="es-PE" sz="1600" dirty="0"/>
        </a:p>
      </dgm:t>
    </dgm:pt>
    <dgm:pt modelId="{10422A0E-8626-46F6-B887-21E25845322D}" type="parTrans" cxnId="{557D5898-F67E-4653-9DDF-2E1305C2481E}">
      <dgm:prSet/>
      <dgm:spPr>
        <a:ln w="28575">
          <a:solidFill>
            <a:schemeClr val="bg1">
              <a:lumMod val="75000"/>
            </a:schemeClr>
          </a:solidFill>
        </a:ln>
      </dgm:spPr>
      <dgm:t>
        <a:bodyPr/>
        <a:lstStyle/>
        <a:p>
          <a:endParaRPr lang="es-PE" sz="1100"/>
        </a:p>
      </dgm:t>
    </dgm:pt>
    <dgm:pt modelId="{CA607E5C-476B-4007-B45D-E7B821BE4112}" type="sibTrans" cxnId="{557D5898-F67E-4653-9DDF-2E1305C2481E}">
      <dgm:prSet/>
      <dgm:spPr/>
      <dgm:t>
        <a:bodyPr/>
        <a:lstStyle/>
        <a:p>
          <a:endParaRPr lang="es-PE" sz="1100"/>
        </a:p>
      </dgm:t>
    </dgm:pt>
    <dgm:pt modelId="{BB616EEF-6A18-1B4D-A276-A95CB8D51D71}">
      <dgm:prSet custT="1"/>
      <dgm:spPr>
        <a:solidFill>
          <a:srgbClr val="2EB1B5"/>
        </a:solidFill>
        <a:ln>
          <a:noFill/>
        </a:ln>
      </dgm:spPr>
      <dgm:t>
        <a:bodyPr/>
        <a:lstStyle/>
        <a:p>
          <a:r>
            <a:rPr lang="es-PE" sz="1600" dirty="0" smtClean="0"/>
            <a:t>A.12.4.4 Sincronización</a:t>
          </a:r>
          <a:br>
            <a:rPr lang="es-PE" sz="1600" dirty="0" smtClean="0"/>
          </a:br>
          <a:r>
            <a:rPr lang="es-PE" sz="1600" dirty="0" smtClean="0"/>
            <a:t>del reloj</a:t>
          </a:r>
          <a:endParaRPr lang="es-ES_tradnl" sz="1600" dirty="0"/>
        </a:p>
      </dgm:t>
    </dgm:pt>
    <dgm:pt modelId="{153D52EF-FE86-424C-BFC9-863C29660E5F}" type="sibTrans" cxnId="{66B9587D-D32B-F343-AF46-49C667B826C6}">
      <dgm:prSet/>
      <dgm:spPr/>
      <dgm:t>
        <a:bodyPr/>
        <a:lstStyle/>
        <a:p>
          <a:endParaRPr lang="es-ES_tradnl"/>
        </a:p>
      </dgm:t>
    </dgm:pt>
    <dgm:pt modelId="{1ACE2319-F50D-454B-9164-1DB25374A753}" type="parTrans" cxnId="{66B9587D-D32B-F343-AF46-49C667B826C6}">
      <dgm:prSet/>
      <dgm:spPr>
        <a:ln w="28575">
          <a:solidFill>
            <a:schemeClr val="bg1">
              <a:lumMod val="75000"/>
            </a:schemeClr>
          </a:solidFill>
        </a:ln>
      </dgm:spPr>
      <dgm:t>
        <a:bodyPr/>
        <a:lstStyle/>
        <a:p>
          <a:endParaRPr lang="es-ES_tradnl"/>
        </a:p>
      </dgm:t>
    </dgm:pt>
    <dgm:pt modelId="{A7530C7E-C9EC-5F43-91C2-E7779104F618}">
      <dgm:prSet custT="1"/>
      <dgm:spPr>
        <a:solidFill>
          <a:srgbClr val="2EB1B5"/>
        </a:solidFill>
        <a:ln>
          <a:noFill/>
        </a:ln>
      </dgm:spPr>
      <dgm:t>
        <a:bodyPr/>
        <a:lstStyle/>
        <a:p>
          <a:r>
            <a:rPr lang="es-PE" sz="1600" dirty="0" smtClean="0"/>
            <a:t>A.12.4.3 Registros del administrador</a:t>
          </a:r>
          <a:br>
            <a:rPr lang="es-PE" sz="1600" dirty="0" smtClean="0"/>
          </a:br>
          <a:r>
            <a:rPr lang="es-PE" sz="1600" dirty="0" smtClean="0"/>
            <a:t>y operador</a:t>
          </a:r>
          <a:endParaRPr lang="es-ES_tradnl" sz="1600" dirty="0"/>
        </a:p>
      </dgm:t>
    </dgm:pt>
    <dgm:pt modelId="{F56C4943-3310-6A46-B3EF-1660E31B4E26}" type="sibTrans" cxnId="{2698CE82-CE6F-8A49-A8E2-2E879143F625}">
      <dgm:prSet/>
      <dgm:spPr/>
      <dgm:t>
        <a:bodyPr/>
        <a:lstStyle/>
        <a:p>
          <a:endParaRPr lang="es-ES_tradnl"/>
        </a:p>
      </dgm:t>
    </dgm:pt>
    <dgm:pt modelId="{9144C057-08C1-FF46-9BA0-74C1343CFB68}" type="parTrans" cxnId="{2698CE82-CE6F-8A49-A8E2-2E879143F625}">
      <dgm:prSet/>
      <dgm:spPr>
        <a:ln w="28575">
          <a:solidFill>
            <a:schemeClr val="bg1">
              <a:lumMod val="75000"/>
            </a:schemeClr>
          </a:solidFill>
        </a:ln>
      </dgm:spPr>
      <dgm:t>
        <a:bodyPr/>
        <a:lstStyle/>
        <a:p>
          <a:endParaRPr lang="es-ES_tradnl"/>
        </a:p>
      </dgm:t>
    </dgm:pt>
    <dgm:pt modelId="{5874FD79-EC3C-144C-9F29-86EF3A006847}">
      <dgm:prSet phldrT="[Texto]" custT="1"/>
      <dgm:spPr>
        <a:solidFill>
          <a:srgbClr val="2EB1B5"/>
        </a:solidFill>
        <a:ln>
          <a:noFill/>
        </a:ln>
      </dgm:spPr>
      <dgm:t>
        <a:bodyPr/>
        <a:lstStyle/>
        <a:p>
          <a:r>
            <a:rPr lang="es-PE" sz="1600" dirty="0" smtClean="0"/>
            <a:t>A.12.4.2 Protección de la información</a:t>
          </a:r>
          <a:br>
            <a:rPr lang="es-PE" sz="1600" dirty="0" smtClean="0"/>
          </a:br>
          <a:r>
            <a:rPr lang="es-PE" sz="1600" dirty="0" smtClean="0"/>
            <a:t>de los registros</a:t>
          </a:r>
          <a:endParaRPr lang="es-PE" sz="1600" dirty="0"/>
        </a:p>
      </dgm:t>
    </dgm:pt>
    <dgm:pt modelId="{3B0E2071-7E89-9849-9476-362437E99F9A}" type="sibTrans" cxnId="{6FA9FB1E-06BE-EC44-B215-9D691D593B55}">
      <dgm:prSet/>
      <dgm:spPr/>
      <dgm:t>
        <a:bodyPr/>
        <a:lstStyle/>
        <a:p>
          <a:endParaRPr lang="es-ES_tradnl"/>
        </a:p>
      </dgm:t>
    </dgm:pt>
    <dgm:pt modelId="{EAAADF48-54E6-5E47-9E7D-C2A918253921}" type="parTrans" cxnId="{6FA9FB1E-06BE-EC44-B215-9D691D593B55}">
      <dgm:prSet/>
      <dgm:spPr>
        <a:ln w="28575">
          <a:solidFill>
            <a:schemeClr val="bg1">
              <a:lumMod val="75000"/>
            </a:schemeClr>
          </a:solidFill>
        </a:ln>
      </dgm:spPr>
      <dgm:t>
        <a:bodyPr/>
        <a:lstStyle/>
        <a:p>
          <a:endParaRPr lang="es-ES_tradnl"/>
        </a:p>
      </dgm:t>
    </dgm:pt>
    <dgm:pt modelId="{70708133-7F97-45BF-9C10-8090A18B77E8}" type="pres">
      <dgm:prSet presAssocID="{B580A023-5473-4C09-9AD3-6CC4F2BD479E}" presName="hierChild1" presStyleCnt="0">
        <dgm:presLayoutVars>
          <dgm:orgChart val="1"/>
          <dgm:chPref val="1"/>
          <dgm:dir/>
          <dgm:animOne val="branch"/>
          <dgm:animLvl val="lvl"/>
          <dgm:resizeHandles/>
        </dgm:presLayoutVars>
      </dgm:prSet>
      <dgm:spPr/>
      <dgm:t>
        <a:bodyPr/>
        <a:lstStyle/>
        <a:p>
          <a:endParaRPr lang="es-PE"/>
        </a:p>
      </dgm:t>
    </dgm:pt>
    <dgm:pt modelId="{8174BBFF-F76D-423D-968C-BB20383ABF41}" type="pres">
      <dgm:prSet presAssocID="{1CFEDA62-E621-45B6-81B7-7CA0DF19BE0B}" presName="hierRoot1" presStyleCnt="0">
        <dgm:presLayoutVars>
          <dgm:hierBranch val="init"/>
        </dgm:presLayoutVars>
      </dgm:prSet>
      <dgm:spPr/>
    </dgm:pt>
    <dgm:pt modelId="{1B53207F-2457-4DE1-8E76-DD6FCF0A3A94}" type="pres">
      <dgm:prSet presAssocID="{1CFEDA62-E621-45B6-81B7-7CA0DF19BE0B}" presName="rootComposite1" presStyleCnt="0"/>
      <dgm:spPr/>
    </dgm:pt>
    <dgm:pt modelId="{126F27EB-EF2C-423D-B7FD-5E0219D7D588}" type="pres">
      <dgm:prSet presAssocID="{1CFEDA62-E621-45B6-81B7-7CA0DF19BE0B}" presName="rootText1" presStyleLbl="node0" presStyleIdx="0" presStyleCnt="1" custScaleX="124235" custScaleY="134469">
        <dgm:presLayoutVars>
          <dgm:chPref val="3"/>
        </dgm:presLayoutVars>
      </dgm:prSet>
      <dgm:spPr/>
      <dgm:t>
        <a:bodyPr/>
        <a:lstStyle/>
        <a:p>
          <a:endParaRPr lang="es-PE"/>
        </a:p>
      </dgm:t>
    </dgm:pt>
    <dgm:pt modelId="{5703174A-DFEC-47A6-87E0-B1E4BB26E639}" type="pres">
      <dgm:prSet presAssocID="{1CFEDA62-E621-45B6-81B7-7CA0DF19BE0B}" presName="rootConnector1" presStyleLbl="node1" presStyleIdx="0" presStyleCnt="0"/>
      <dgm:spPr/>
      <dgm:t>
        <a:bodyPr/>
        <a:lstStyle/>
        <a:p>
          <a:endParaRPr lang="es-PE"/>
        </a:p>
      </dgm:t>
    </dgm:pt>
    <dgm:pt modelId="{4E570361-5DD1-40A2-823E-C23403C3FF2E}" type="pres">
      <dgm:prSet presAssocID="{1CFEDA62-E621-45B6-81B7-7CA0DF19BE0B}" presName="hierChild2" presStyleCnt="0"/>
      <dgm:spPr/>
    </dgm:pt>
    <dgm:pt modelId="{C4281DFD-D887-41DA-B6F2-3FBADBA6C710}" type="pres">
      <dgm:prSet presAssocID="{10422A0E-8626-46F6-B887-21E25845322D}" presName="Name37" presStyleLbl="parChTrans1D2" presStyleIdx="0" presStyleCnt="4"/>
      <dgm:spPr/>
      <dgm:t>
        <a:bodyPr/>
        <a:lstStyle/>
        <a:p>
          <a:endParaRPr lang="es-PE"/>
        </a:p>
      </dgm:t>
    </dgm:pt>
    <dgm:pt modelId="{0023C08C-1429-4E5B-9FD2-CD840868C8AE}" type="pres">
      <dgm:prSet presAssocID="{B7448275-937C-4470-B239-A762E1132317}" presName="hierRoot2" presStyleCnt="0">
        <dgm:presLayoutVars>
          <dgm:hierBranch val="init"/>
        </dgm:presLayoutVars>
      </dgm:prSet>
      <dgm:spPr/>
    </dgm:pt>
    <dgm:pt modelId="{134AD17D-44F4-4C93-B854-49FB59ADB2CB}" type="pres">
      <dgm:prSet presAssocID="{B7448275-937C-4470-B239-A762E1132317}" presName="rootComposite" presStyleCnt="0"/>
      <dgm:spPr/>
    </dgm:pt>
    <dgm:pt modelId="{FC92D772-C01B-4D45-837B-3353756937D4}" type="pres">
      <dgm:prSet presAssocID="{B7448275-937C-4470-B239-A762E1132317}" presName="rootText" presStyleLbl="node2" presStyleIdx="0" presStyleCnt="4" custScaleY="148396">
        <dgm:presLayoutVars>
          <dgm:chPref val="3"/>
        </dgm:presLayoutVars>
      </dgm:prSet>
      <dgm:spPr/>
      <dgm:t>
        <a:bodyPr/>
        <a:lstStyle/>
        <a:p>
          <a:endParaRPr lang="es-PE"/>
        </a:p>
      </dgm:t>
    </dgm:pt>
    <dgm:pt modelId="{7B388FE9-2F2F-47A2-8064-C147FCA9A3F0}" type="pres">
      <dgm:prSet presAssocID="{B7448275-937C-4470-B239-A762E1132317}" presName="rootConnector" presStyleLbl="node2" presStyleIdx="0" presStyleCnt="4"/>
      <dgm:spPr/>
      <dgm:t>
        <a:bodyPr/>
        <a:lstStyle/>
        <a:p>
          <a:endParaRPr lang="es-PE"/>
        </a:p>
      </dgm:t>
    </dgm:pt>
    <dgm:pt modelId="{933D1101-4290-4C34-B9BE-5575210E76DA}" type="pres">
      <dgm:prSet presAssocID="{B7448275-937C-4470-B239-A762E1132317}" presName="hierChild4" presStyleCnt="0"/>
      <dgm:spPr/>
    </dgm:pt>
    <dgm:pt modelId="{AF997B2D-8C71-4B27-92CE-72C259828446}" type="pres">
      <dgm:prSet presAssocID="{B7448275-937C-4470-B239-A762E1132317}" presName="hierChild5" presStyleCnt="0"/>
      <dgm:spPr/>
    </dgm:pt>
    <dgm:pt modelId="{8BB1F249-C59C-BD4C-BD34-7A8663535155}" type="pres">
      <dgm:prSet presAssocID="{EAAADF48-54E6-5E47-9E7D-C2A918253921}" presName="Name37" presStyleLbl="parChTrans1D2" presStyleIdx="1" presStyleCnt="4"/>
      <dgm:spPr/>
      <dgm:t>
        <a:bodyPr/>
        <a:lstStyle/>
        <a:p>
          <a:endParaRPr lang="es-ES_tradnl"/>
        </a:p>
      </dgm:t>
    </dgm:pt>
    <dgm:pt modelId="{DD849E3E-429E-BE48-9504-295D896C2FFD}" type="pres">
      <dgm:prSet presAssocID="{5874FD79-EC3C-144C-9F29-86EF3A006847}" presName="hierRoot2" presStyleCnt="0">
        <dgm:presLayoutVars>
          <dgm:hierBranch val="init"/>
        </dgm:presLayoutVars>
      </dgm:prSet>
      <dgm:spPr/>
    </dgm:pt>
    <dgm:pt modelId="{2682C10A-B717-8747-BE28-19264218D905}" type="pres">
      <dgm:prSet presAssocID="{5874FD79-EC3C-144C-9F29-86EF3A006847}" presName="rootComposite" presStyleCnt="0"/>
      <dgm:spPr/>
    </dgm:pt>
    <dgm:pt modelId="{77E6C5F0-B4C5-C441-BC2D-A05254452116}" type="pres">
      <dgm:prSet presAssocID="{5874FD79-EC3C-144C-9F29-86EF3A006847}" presName="rootText" presStyleLbl="node2" presStyleIdx="1" presStyleCnt="4" custScaleY="146737">
        <dgm:presLayoutVars>
          <dgm:chPref val="3"/>
        </dgm:presLayoutVars>
      </dgm:prSet>
      <dgm:spPr/>
      <dgm:t>
        <a:bodyPr/>
        <a:lstStyle/>
        <a:p>
          <a:endParaRPr lang="es-ES_tradnl"/>
        </a:p>
      </dgm:t>
    </dgm:pt>
    <dgm:pt modelId="{AFB81BFC-C025-9846-B6FE-F84FDBE2F004}" type="pres">
      <dgm:prSet presAssocID="{5874FD79-EC3C-144C-9F29-86EF3A006847}" presName="rootConnector" presStyleLbl="node2" presStyleIdx="1" presStyleCnt="4"/>
      <dgm:spPr/>
      <dgm:t>
        <a:bodyPr/>
        <a:lstStyle/>
        <a:p>
          <a:endParaRPr lang="es-ES_tradnl"/>
        </a:p>
      </dgm:t>
    </dgm:pt>
    <dgm:pt modelId="{BA5189E3-6AC6-A446-AA8E-243CD2B87B64}" type="pres">
      <dgm:prSet presAssocID="{5874FD79-EC3C-144C-9F29-86EF3A006847}" presName="hierChild4" presStyleCnt="0"/>
      <dgm:spPr/>
    </dgm:pt>
    <dgm:pt modelId="{29431873-8067-A043-B4D9-6A7EDA5A54E5}" type="pres">
      <dgm:prSet presAssocID="{5874FD79-EC3C-144C-9F29-86EF3A006847}" presName="hierChild5" presStyleCnt="0"/>
      <dgm:spPr/>
    </dgm:pt>
    <dgm:pt modelId="{1018D4B9-DC6F-F648-90DB-4C614C917104}" type="pres">
      <dgm:prSet presAssocID="{9144C057-08C1-FF46-9BA0-74C1343CFB68}" presName="Name37" presStyleLbl="parChTrans1D2" presStyleIdx="2" presStyleCnt="4"/>
      <dgm:spPr/>
      <dgm:t>
        <a:bodyPr/>
        <a:lstStyle/>
        <a:p>
          <a:endParaRPr lang="es-ES_tradnl"/>
        </a:p>
      </dgm:t>
    </dgm:pt>
    <dgm:pt modelId="{69F2359E-D99A-ED4A-B2CC-D20292350487}" type="pres">
      <dgm:prSet presAssocID="{A7530C7E-C9EC-5F43-91C2-E7779104F618}" presName="hierRoot2" presStyleCnt="0">
        <dgm:presLayoutVars>
          <dgm:hierBranch val="init"/>
        </dgm:presLayoutVars>
      </dgm:prSet>
      <dgm:spPr/>
    </dgm:pt>
    <dgm:pt modelId="{004153C8-1F26-6349-9BFC-03A246F8BAF8}" type="pres">
      <dgm:prSet presAssocID="{A7530C7E-C9EC-5F43-91C2-E7779104F618}" presName="rootComposite" presStyleCnt="0"/>
      <dgm:spPr/>
    </dgm:pt>
    <dgm:pt modelId="{8D88B9E8-B178-E74F-82C1-199E6F3AD444}" type="pres">
      <dgm:prSet presAssocID="{A7530C7E-C9EC-5F43-91C2-E7779104F618}" presName="rootText" presStyleLbl="node2" presStyleIdx="2" presStyleCnt="4" custScaleY="144076">
        <dgm:presLayoutVars>
          <dgm:chPref val="3"/>
        </dgm:presLayoutVars>
      </dgm:prSet>
      <dgm:spPr/>
      <dgm:t>
        <a:bodyPr/>
        <a:lstStyle/>
        <a:p>
          <a:endParaRPr lang="es-ES_tradnl"/>
        </a:p>
      </dgm:t>
    </dgm:pt>
    <dgm:pt modelId="{9238F8C7-9D03-9D45-A5B6-892317B4F4F2}" type="pres">
      <dgm:prSet presAssocID="{A7530C7E-C9EC-5F43-91C2-E7779104F618}" presName="rootConnector" presStyleLbl="node2" presStyleIdx="2" presStyleCnt="4"/>
      <dgm:spPr/>
      <dgm:t>
        <a:bodyPr/>
        <a:lstStyle/>
        <a:p>
          <a:endParaRPr lang="es-ES_tradnl"/>
        </a:p>
      </dgm:t>
    </dgm:pt>
    <dgm:pt modelId="{E7D6522D-7A0D-9546-AF39-3548C3397F18}" type="pres">
      <dgm:prSet presAssocID="{A7530C7E-C9EC-5F43-91C2-E7779104F618}" presName="hierChild4" presStyleCnt="0"/>
      <dgm:spPr/>
    </dgm:pt>
    <dgm:pt modelId="{EBEE8ED0-7E5D-E84C-AF93-D1FF7CA1D8FA}" type="pres">
      <dgm:prSet presAssocID="{A7530C7E-C9EC-5F43-91C2-E7779104F618}" presName="hierChild5" presStyleCnt="0"/>
      <dgm:spPr/>
    </dgm:pt>
    <dgm:pt modelId="{5A8E17B9-CE8A-ED4B-8F13-DD55D9A05CA4}" type="pres">
      <dgm:prSet presAssocID="{1ACE2319-F50D-454B-9164-1DB25374A753}" presName="Name37" presStyleLbl="parChTrans1D2" presStyleIdx="3" presStyleCnt="4"/>
      <dgm:spPr/>
      <dgm:t>
        <a:bodyPr/>
        <a:lstStyle/>
        <a:p>
          <a:endParaRPr lang="es-ES_tradnl"/>
        </a:p>
      </dgm:t>
    </dgm:pt>
    <dgm:pt modelId="{FE7E48D6-AD7E-B949-AE05-2966BF0D7A9F}" type="pres">
      <dgm:prSet presAssocID="{BB616EEF-6A18-1B4D-A276-A95CB8D51D71}" presName="hierRoot2" presStyleCnt="0">
        <dgm:presLayoutVars>
          <dgm:hierBranch val="init"/>
        </dgm:presLayoutVars>
      </dgm:prSet>
      <dgm:spPr/>
    </dgm:pt>
    <dgm:pt modelId="{DE936860-AB28-DA42-85F4-8841D386B422}" type="pres">
      <dgm:prSet presAssocID="{BB616EEF-6A18-1B4D-A276-A95CB8D51D71}" presName="rootComposite" presStyleCnt="0"/>
      <dgm:spPr/>
    </dgm:pt>
    <dgm:pt modelId="{F12F5BAB-AE62-E64A-8630-6BEC41CFE368}" type="pres">
      <dgm:prSet presAssocID="{BB616EEF-6A18-1B4D-A276-A95CB8D51D71}" presName="rootText" presStyleLbl="node2" presStyleIdx="3" presStyleCnt="4" custScaleY="144076">
        <dgm:presLayoutVars>
          <dgm:chPref val="3"/>
        </dgm:presLayoutVars>
      </dgm:prSet>
      <dgm:spPr/>
      <dgm:t>
        <a:bodyPr/>
        <a:lstStyle/>
        <a:p>
          <a:endParaRPr lang="es-ES_tradnl"/>
        </a:p>
      </dgm:t>
    </dgm:pt>
    <dgm:pt modelId="{1AD33666-EA88-E045-B682-733038F1FB64}" type="pres">
      <dgm:prSet presAssocID="{BB616EEF-6A18-1B4D-A276-A95CB8D51D71}" presName="rootConnector" presStyleLbl="node2" presStyleIdx="3" presStyleCnt="4"/>
      <dgm:spPr/>
      <dgm:t>
        <a:bodyPr/>
        <a:lstStyle/>
        <a:p>
          <a:endParaRPr lang="es-ES_tradnl"/>
        </a:p>
      </dgm:t>
    </dgm:pt>
    <dgm:pt modelId="{548AFF6C-851D-4248-9AC5-DAF1672F77C9}" type="pres">
      <dgm:prSet presAssocID="{BB616EEF-6A18-1B4D-A276-A95CB8D51D71}" presName="hierChild4" presStyleCnt="0"/>
      <dgm:spPr/>
    </dgm:pt>
    <dgm:pt modelId="{8293BE8C-B686-754D-AFC6-485FEC6C13C3}" type="pres">
      <dgm:prSet presAssocID="{BB616EEF-6A18-1B4D-A276-A95CB8D51D71}" presName="hierChild5" presStyleCnt="0"/>
      <dgm:spPr/>
    </dgm:pt>
    <dgm:pt modelId="{86D82236-6DBA-4A2B-9CCA-9CD93BEC42B5}" type="pres">
      <dgm:prSet presAssocID="{1CFEDA62-E621-45B6-81B7-7CA0DF19BE0B}" presName="hierChild3" presStyleCnt="0"/>
      <dgm:spPr/>
    </dgm:pt>
  </dgm:ptLst>
  <dgm:cxnLst>
    <dgm:cxn modelId="{4C1F3144-1657-A049-9B08-39914D937838}" type="presOf" srcId="{5874FD79-EC3C-144C-9F29-86EF3A006847}" destId="{AFB81BFC-C025-9846-B6FE-F84FDBE2F004}" srcOrd="1" destOrd="0" presId="urn:microsoft.com/office/officeart/2005/8/layout/orgChart1"/>
    <dgm:cxn modelId="{0D9A7475-875C-1044-B2B3-1F77F2E1681E}" type="presOf" srcId="{B7448275-937C-4470-B239-A762E1132317}" destId="{FC92D772-C01B-4D45-837B-3353756937D4}" srcOrd="0" destOrd="0" presId="urn:microsoft.com/office/officeart/2005/8/layout/orgChart1"/>
    <dgm:cxn modelId="{2698CE82-CE6F-8A49-A8E2-2E879143F625}" srcId="{1CFEDA62-E621-45B6-81B7-7CA0DF19BE0B}" destId="{A7530C7E-C9EC-5F43-91C2-E7779104F618}" srcOrd="2" destOrd="0" parTransId="{9144C057-08C1-FF46-9BA0-74C1343CFB68}" sibTransId="{F56C4943-3310-6A46-B3EF-1660E31B4E26}"/>
    <dgm:cxn modelId="{982BA97D-7BCD-404A-8621-10811E5CCF1D}" type="presOf" srcId="{BB616EEF-6A18-1B4D-A276-A95CB8D51D71}" destId="{F12F5BAB-AE62-E64A-8630-6BEC41CFE368}" srcOrd="0" destOrd="0" presId="urn:microsoft.com/office/officeart/2005/8/layout/orgChart1"/>
    <dgm:cxn modelId="{2B9072CA-068A-E54A-8A4F-C355A69490E4}" type="presOf" srcId="{1CFEDA62-E621-45B6-81B7-7CA0DF19BE0B}" destId="{126F27EB-EF2C-423D-B7FD-5E0219D7D588}" srcOrd="0" destOrd="0" presId="urn:microsoft.com/office/officeart/2005/8/layout/orgChart1"/>
    <dgm:cxn modelId="{557D5898-F67E-4653-9DDF-2E1305C2481E}" srcId="{1CFEDA62-E621-45B6-81B7-7CA0DF19BE0B}" destId="{B7448275-937C-4470-B239-A762E1132317}" srcOrd="0" destOrd="0" parTransId="{10422A0E-8626-46F6-B887-21E25845322D}" sibTransId="{CA607E5C-476B-4007-B45D-E7B821BE4112}"/>
    <dgm:cxn modelId="{66B9587D-D32B-F343-AF46-49C667B826C6}" srcId="{1CFEDA62-E621-45B6-81B7-7CA0DF19BE0B}" destId="{BB616EEF-6A18-1B4D-A276-A95CB8D51D71}" srcOrd="3" destOrd="0" parTransId="{1ACE2319-F50D-454B-9164-1DB25374A753}" sibTransId="{153D52EF-FE86-424C-BFC9-863C29660E5F}"/>
    <dgm:cxn modelId="{6FA9FB1E-06BE-EC44-B215-9D691D593B55}" srcId="{1CFEDA62-E621-45B6-81B7-7CA0DF19BE0B}" destId="{5874FD79-EC3C-144C-9F29-86EF3A006847}" srcOrd="1" destOrd="0" parTransId="{EAAADF48-54E6-5E47-9E7D-C2A918253921}" sibTransId="{3B0E2071-7E89-9849-9476-362437E99F9A}"/>
    <dgm:cxn modelId="{E5F3428A-F19A-A84F-B13B-F72433DD5821}" type="presOf" srcId="{EAAADF48-54E6-5E47-9E7D-C2A918253921}" destId="{8BB1F249-C59C-BD4C-BD34-7A8663535155}" srcOrd="0" destOrd="0" presId="urn:microsoft.com/office/officeart/2005/8/layout/orgChart1"/>
    <dgm:cxn modelId="{906C9F7E-D829-9A4C-84B5-254A801E6A14}" type="presOf" srcId="{10422A0E-8626-46F6-B887-21E25845322D}" destId="{C4281DFD-D887-41DA-B6F2-3FBADBA6C710}" srcOrd="0" destOrd="0" presId="urn:microsoft.com/office/officeart/2005/8/layout/orgChart1"/>
    <dgm:cxn modelId="{7EC76E5F-7882-0943-9711-007F132093B0}" type="presOf" srcId="{B580A023-5473-4C09-9AD3-6CC4F2BD479E}" destId="{70708133-7F97-45BF-9C10-8090A18B77E8}" srcOrd="0" destOrd="0" presId="urn:microsoft.com/office/officeart/2005/8/layout/orgChart1"/>
    <dgm:cxn modelId="{962284F4-41E6-448E-B0EA-6DE27CB57514}" srcId="{B580A023-5473-4C09-9AD3-6CC4F2BD479E}" destId="{1CFEDA62-E621-45B6-81B7-7CA0DF19BE0B}" srcOrd="0" destOrd="0" parTransId="{0700C93D-A4CB-4B96-84CE-B49B558F2924}" sibTransId="{CC81F1C7-7291-4FD3-9E79-50C95E843145}"/>
    <dgm:cxn modelId="{B6ED6F6E-E787-7548-B40B-C1638A3D2456}" type="presOf" srcId="{9144C057-08C1-FF46-9BA0-74C1343CFB68}" destId="{1018D4B9-DC6F-F648-90DB-4C614C917104}" srcOrd="0" destOrd="0" presId="urn:microsoft.com/office/officeart/2005/8/layout/orgChart1"/>
    <dgm:cxn modelId="{B6665501-9319-DA4F-B86D-C17F4B601240}" type="presOf" srcId="{B7448275-937C-4470-B239-A762E1132317}" destId="{7B388FE9-2F2F-47A2-8064-C147FCA9A3F0}" srcOrd="1" destOrd="0" presId="urn:microsoft.com/office/officeart/2005/8/layout/orgChart1"/>
    <dgm:cxn modelId="{23649A24-6A29-7A42-960D-93F93E251CFB}" type="presOf" srcId="{1CFEDA62-E621-45B6-81B7-7CA0DF19BE0B}" destId="{5703174A-DFEC-47A6-87E0-B1E4BB26E639}" srcOrd="1" destOrd="0" presId="urn:microsoft.com/office/officeart/2005/8/layout/orgChart1"/>
    <dgm:cxn modelId="{691F799F-07F7-F941-BE82-DDC4B3BE53C7}" type="presOf" srcId="{1ACE2319-F50D-454B-9164-1DB25374A753}" destId="{5A8E17B9-CE8A-ED4B-8F13-DD55D9A05CA4}" srcOrd="0" destOrd="0" presId="urn:microsoft.com/office/officeart/2005/8/layout/orgChart1"/>
    <dgm:cxn modelId="{0080E7A3-E5B0-D346-9317-F6702AFB24AC}" type="presOf" srcId="{5874FD79-EC3C-144C-9F29-86EF3A006847}" destId="{77E6C5F0-B4C5-C441-BC2D-A05254452116}" srcOrd="0" destOrd="0" presId="urn:microsoft.com/office/officeart/2005/8/layout/orgChart1"/>
    <dgm:cxn modelId="{F036E571-35E7-2D4B-AF88-F195227A851F}" type="presOf" srcId="{A7530C7E-C9EC-5F43-91C2-E7779104F618}" destId="{9238F8C7-9D03-9D45-A5B6-892317B4F4F2}" srcOrd="1" destOrd="0" presId="urn:microsoft.com/office/officeart/2005/8/layout/orgChart1"/>
    <dgm:cxn modelId="{87A3D68B-9D03-554E-ADE7-C9AFFAB2336F}" type="presOf" srcId="{BB616EEF-6A18-1B4D-A276-A95CB8D51D71}" destId="{1AD33666-EA88-E045-B682-733038F1FB64}" srcOrd="1" destOrd="0" presId="urn:microsoft.com/office/officeart/2005/8/layout/orgChart1"/>
    <dgm:cxn modelId="{B880EA24-325A-8745-8B74-546F86A78824}" type="presOf" srcId="{A7530C7E-C9EC-5F43-91C2-E7779104F618}" destId="{8D88B9E8-B178-E74F-82C1-199E6F3AD444}" srcOrd="0" destOrd="0" presId="urn:microsoft.com/office/officeart/2005/8/layout/orgChart1"/>
    <dgm:cxn modelId="{9C47800F-0FF8-7145-8392-93E162641D72}" type="presParOf" srcId="{70708133-7F97-45BF-9C10-8090A18B77E8}" destId="{8174BBFF-F76D-423D-968C-BB20383ABF41}" srcOrd="0" destOrd="0" presId="urn:microsoft.com/office/officeart/2005/8/layout/orgChart1"/>
    <dgm:cxn modelId="{220CF611-C648-B64F-9EBC-DEBB0D048B10}" type="presParOf" srcId="{8174BBFF-F76D-423D-968C-BB20383ABF41}" destId="{1B53207F-2457-4DE1-8E76-DD6FCF0A3A94}" srcOrd="0" destOrd="0" presId="urn:microsoft.com/office/officeart/2005/8/layout/orgChart1"/>
    <dgm:cxn modelId="{C4E33677-EB64-FF46-B07A-177439CD1715}" type="presParOf" srcId="{1B53207F-2457-4DE1-8E76-DD6FCF0A3A94}" destId="{126F27EB-EF2C-423D-B7FD-5E0219D7D588}" srcOrd="0" destOrd="0" presId="urn:microsoft.com/office/officeart/2005/8/layout/orgChart1"/>
    <dgm:cxn modelId="{A13974E9-C72E-CB48-89D5-F4C4F02CCF24}" type="presParOf" srcId="{1B53207F-2457-4DE1-8E76-DD6FCF0A3A94}" destId="{5703174A-DFEC-47A6-87E0-B1E4BB26E639}" srcOrd="1" destOrd="0" presId="urn:microsoft.com/office/officeart/2005/8/layout/orgChart1"/>
    <dgm:cxn modelId="{8BDD0F44-CD35-9149-9BE8-14B2C81CCFC2}" type="presParOf" srcId="{8174BBFF-F76D-423D-968C-BB20383ABF41}" destId="{4E570361-5DD1-40A2-823E-C23403C3FF2E}" srcOrd="1" destOrd="0" presId="urn:microsoft.com/office/officeart/2005/8/layout/orgChart1"/>
    <dgm:cxn modelId="{DE9A3B5A-B4ED-ED4B-95D3-26006E5DC529}" type="presParOf" srcId="{4E570361-5DD1-40A2-823E-C23403C3FF2E}" destId="{C4281DFD-D887-41DA-B6F2-3FBADBA6C710}" srcOrd="0" destOrd="0" presId="urn:microsoft.com/office/officeart/2005/8/layout/orgChart1"/>
    <dgm:cxn modelId="{89E0565A-3E1E-F643-BEA8-35807BF57EB5}" type="presParOf" srcId="{4E570361-5DD1-40A2-823E-C23403C3FF2E}" destId="{0023C08C-1429-4E5B-9FD2-CD840868C8AE}" srcOrd="1" destOrd="0" presId="urn:microsoft.com/office/officeart/2005/8/layout/orgChart1"/>
    <dgm:cxn modelId="{3402036A-0A71-604B-95B7-50F83F0AC730}" type="presParOf" srcId="{0023C08C-1429-4E5B-9FD2-CD840868C8AE}" destId="{134AD17D-44F4-4C93-B854-49FB59ADB2CB}" srcOrd="0" destOrd="0" presId="urn:microsoft.com/office/officeart/2005/8/layout/orgChart1"/>
    <dgm:cxn modelId="{4F016E7E-6007-3E4E-A486-3E4F61616AC5}" type="presParOf" srcId="{134AD17D-44F4-4C93-B854-49FB59ADB2CB}" destId="{FC92D772-C01B-4D45-837B-3353756937D4}" srcOrd="0" destOrd="0" presId="urn:microsoft.com/office/officeart/2005/8/layout/orgChart1"/>
    <dgm:cxn modelId="{09A2B315-D930-B346-9D83-87DBC3FDE4C4}" type="presParOf" srcId="{134AD17D-44F4-4C93-B854-49FB59ADB2CB}" destId="{7B388FE9-2F2F-47A2-8064-C147FCA9A3F0}" srcOrd="1" destOrd="0" presId="urn:microsoft.com/office/officeart/2005/8/layout/orgChart1"/>
    <dgm:cxn modelId="{35FBEEB8-AA3F-534D-99D4-EF21F4A5D640}" type="presParOf" srcId="{0023C08C-1429-4E5B-9FD2-CD840868C8AE}" destId="{933D1101-4290-4C34-B9BE-5575210E76DA}" srcOrd="1" destOrd="0" presId="urn:microsoft.com/office/officeart/2005/8/layout/orgChart1"/>
    <dgm:cxn modelId="{83F70C32-F56A-1B46-A3FB-B2D1F73D8C4E}" type="presParOf" srcId="{0023C08C-1429-4E5B-9FD2-CD840868C8AE}" destId="{AF997B2D-8C71-4B27-92CE-72C259828446}" srcOrd="2" destOrd="0" presId="urn:microsoft.com/office/officeart/2005/8/layout/orgChart1"/>
    <dgm:cxn modelId="{B0CDA9F9-413C-0A49-9B70-858D499FD370}" type="presParOf" srcId="{4E570361-5DD1-40A2-823E-C23403C3FF2E}" destId="{8BB1F249-C59C-BD4C-BD34-7A8663535155}" srcOrd="2" destOrd="0" presId="urn:microsoft.com/office/officeart/2005/8/layout/orgChart1"/>
    <dgm:cxn modelId="{A986474E-9064-BA42-A73F-E65F583BEFDE}" type="presParOf" srcId="{4E570361-5DD1-40A2-823E-C23403C3FF2E}" destId="{DD849E3E-429E-BE48-9504-295D896C2FFD}" srcOrd="3" destOrd="0" presId="urn:microsoft.com/office/officeart/2005/8/layout/orgChart1"/>
    <dgm:cxn modelId="{1030CB16-7121-6546-A9BA-109C14E8AF88}" type="presParOf" srcId="{DD849E3E-429E-BE48-9504-295D896C2FFD}" destId="{2682C10A-B717-8747-BE28-19264218D905}" srcOrd="0" destOrd="0" presId="urn:microsoft.com/office/officeart/2005/8/layout/orgChart1"/>
    <dgm:cxn modelId="{20D71930-1765-E340-91CE-37C724FA267D}" type="presParOf" srcId="{2682C10A-B717-8747-BE28-19264218D905}" destId="{77E6C5F0-B4C5-C441-BC2D-A05254452116}" srcOrd="0" destOrd="0" presId="urn:microsoft.com/office/officeart/2005/8/layout/orgChart1"/>
    <dgm:cxn modelId="{2329F302-C9F0-5546-AC67-3750CCEFC2B5}" type="presParOf" srcId="{2682C10A-B717-8747-BE28-19264218D905}" destId="{AFB81BFC-C025-9846-B6FE-F84FDBE2F004}" srcOrd="1" destOrd="0" presId="urn:microsoft.com/office/officeart/2005/8/layout/orgChart1"/>
    <dgm:cxn modelId="{7518665E-88E2-C046-B85B-74F2A30101EB}" type="presParOf" srcId="{DD849E3E-429E-BE48-9504-295D896C2FFD}" destId="{BA5189E3-6AC6-A446-AA8E-243CD2B87B64}" srcOrd="1" destOrd="0" presId="urn:microsoft.com/office/officeart/2005/8/layout/orgChart1"/>
    <dgm:cxn modelId="{B312CAEF-8D63-CB43-8BCE-1BE9FB41C545}" type="presParOf" srcId="{DD849E3E-429E-BE48-9504-295D896C2FFD}" destId="{29431873-8067-A043-B4D9-6A7EDA5A54E5}" srcOrd="2" destOrd="0" presId="urn:microsoft.com/office/officeart/2005/8/layout/orgChart1"/>
    <dgm:cxn modelId="{7D25044C-EA73-164B-8E35-851186F44901}" type="presParOf" srcId="{4E570361-5DD1-40A2-823E-C23403C3FF2E}" destId="{1018D4B9-DC6F-F648-90DB-4C614C917104}" srcOrd="4" destOrd="0" presId="urn:microsoft.com/office/officeart/2005/8/layout/orgChart1"/>
    <dgm:cxn modelId="{371D821B-8AA2-4549-B435-C64E9220081F}" type="presParOf" srcId="{4E570361-5DD1-40A2-823E-C23403C3FF2E}" destId="{69F2359E-D99A-ED4A-B2CC-D20292350487}" srcOrd="5" destOrd="0" presId="urn:microsoft.com/office/officeart/2005/8/layout/orgChart1"/>
    <dgm:cxn modelId="{B72A4D1D-4563-D849-808D-097564A0B181}" type="presParOf" srcId="{69F2359E-D99A-ED4A-B2CC-D20292350487}" destId="{004153C8-1F26-6349-9BFC-03A246F8BAF8}" srcOrd="0" destOrd="0" presId="urn:microsoft.com/office/officeart/2005/8/layout/orgChart1"/>
    <dgm:cxn modelId="{1D4ED286-93FD-7649-AC7B-C16DB41F928A}" type="presParOf" srcId="{004153C8-1F26-6349-9BFC-03A246F8BAF8}" destId="{8D88B9E8-B178-E74F-82C1-199E6F3AD444}" srcOrd="0" destOrd="0" presId="urn:microsoft.com/office/officeart/2005/8/layout/orgChart1"/>
    <dgm:cxn modelId="{87EBCADD-3D9C-4848-9D4C-68B966C6A2D6}" type="presParOf" srcId="{004153C8-1F26-6349-9BFC-03A246F8BAF8}" destId="{9238F8C7-9D03-9D45-A5B6-892317B4F4F2}" srcOrd="1" destOrd="0" presId="urn:microsoft.com/office/officeart/2005/8/layout/orgChart1"/>
    <dgm:cxn modelId="{FCE3780C-5C9D-9B45-894F-D37C74B7613B}" type="presParOf" srcId="{69F2359E-D99A-ED4A-B2CC-D20292350487}" destId="{E7D6522D-7A0D-9546-AF39-3548C3397F18}" srcOrd="1" destOrd="0" presId="urn:microsoft.com/office/officeart/2005/8/layout/orgChart1"/>
    <dgm:cxn modelId="{EE7681D9-671B-954D-9C38-0CE975C3A372}" type="presParOf" srcId="{69F2359E-D99A-ED4A-B2CC-D20292350487}" destId="{EBEE8ED0-7E5D-E84C-AF93-D1FF7CA1D8FA}" srcOrd="2" destOrd="0" presId="urn:microsoft.com/office/officeart/2005/8/layout/orgChart1"/>
    <dgm:cxn modelId="{FCEA7463-5173-9F40-907A-A113A558A2F8}" type="presParOf" srcId="{4E570361-5DD1-40A2-823E-C23403C3FF2E}" destId="{5A8E17B9-CE8A-ED4B-8F13-DD55D9A05CA4}" srcOrd="6" destOrd="0" presId="urn:microsoft.com/office/officeart/2005/8/layout/orgChart1"/>
    <dgm:cxn modelId="{A95E9207-398C-BB47-A481-A2DBD7E6A7C9}" type="presParOf" srcId="{4E570361-5DD1-40A2-823E-C23403C3FF2E}" destId="{FE7E48D6-AD7E-B949-AE05-2966BF0D7A9F}" srcOrd="7" destOrd="0" presId="urn:microsoft.com/office/officeart/2005/8/layout/orgChart1"/>
    <dgm:cxn modelId="{0B23F504-B74F-B849-A761-6A74B0225E17}" type="presParOf" srcId="{FE7E48D6-AD7E-B949-AE05-2966BF0D7A9F}" destId="{DE936860-AB28-DA42-85F4-8841D386B422}" srcOrd="0" destOrd="0" presId="urn:microsoft.com/office/officeart/2005/8/layout/orgChart1"/>
    <dgm:cxn modelId="{0ABB34FC-D10C-164B-9F94-C40EE3DB8C5A}" type="presParOf" srcId="{DE936860-AB28-DA42-85F4-8841D386B422}" destId="{F12F5BAB-AE62-E64A-8630-6BEC41CFE368}" srcOrd="0" destOrd="0" presId="urn:microsoft.com/office/officeart/2005/8/layout/orgChart1"/>
    <dgm:cxn modelId="{AECBFBEC-96BF-334A-B384-C2EA529AD192}" type="presParOf" srcId="{DE936860-AB28-DA42-85F4-8841D386B422}" destId="{1AD33666-EA88-E045-B682-733038F1FB64}" srcOrd="1" destOrd="0" presId="urn:microsoft.com/office/officeart/2005/8/layout/orgChart1"/>
    <dgm:cxn modelId="{78BFF591-52FC-FB40-8133-B6790671BB41}" type="presParOf" srcId="{FE7E48D6-AD7E-B949-AE05-2966BF0D7A9F}" destId="{548AFF6C-851D-4248-9AC5-DAF1672F77C9}" srcOrd="1" destOrd="0" presId="urn:microsoft.com/office/officeart/2005/8/layout/orgChart1"/>
    <dgm:cxn modelId="{596C286C-E065-D841-95E1-3D3D0E1D1754}" type="presParOf" srcId="{FE7E48D6-AD7E-B949-AE05-2966BF0D7A9F}" destId="{8293BE8C-B686-754D-AFC6-485FEC6C13C3}" srcOrd="2" destOrd="0" presId="urn:microsoft.com/office/officeart/2005/8/layout/orgChart1"/>
    <dgm:cxn modelId="{300BF092-E5B6-0C4D-9F70-29B83C91C3EC}" type="presParOf" srcId="{8174BBFF-F76D-423D-968C-BB20383ABF41}" destId="{86D82236-6DBA-4A2B-9CCA-9CD93BEC42B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77373B-7A8D-4433-8A8C-4992208C3102}">
      <dsp:nvSpPr>
        <dsp:cNvPr id="0" name=""/>
        <dsp:cNvSpPr/>
      </dsp:nvSpPr>
      <dsp:spPr>
        <a:xfrm>
          <a:off x="0" y="20742"/>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Objetivo</a:t>
          </a:r>
          <a:endParaRPr lang="es-PE" sz="1600" kern="1200" dirty="0"/>
        </a:p>
      </dsp:txBody>
      <dsp:txXfrm>
        <a:off x="24674" y="45416"/>
        <a:ext cx="5659880" cy="456092"/>
      </dsp:txXfrm>
    </dsp:sp>
    <dsp:sp modelId="{F6A5A2D8-2A78-904D-9A93-88858A5F4A1E}">
      <dsp:nvSpPr>
        <dsp:cNvPr id="0" name=""/>
        <dsp:cNvSpPr/>
      </dsp:nvSpPr>
      <dsp:spPr>
        <a:xfrm>
          <a:off x="0" y="603942"/>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Registro de Eventos</a:t>
          </a:r>
          <a:endParaRPr lang="es-PE" sz="1600" kern="1200" dirty="0"/>
        </a:p>
      </dsp:txBody>
      <dsp:txXfrm>
        <a:off x="24674" y="628616"/>
        <a:ext cx="5659880" cy="456092"/>
      </dsp:txXfrm>
    </dsp:sp>
    <dsp:sp modelId="{E602E88E-FDC2-2D45-8E69-0F66F2C50D7D}">
      <dsp:nvSpPr>
        <dsp:cNvPr id="0" name=""/>
        <dsp:cNvSpPr/>
      </dsp:nvSpPr>
      <dsp:spPr>
        <a:xfrm>
          <a:off x="0" y="1187142"/>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Protección de los registros</a:t>
          </a:r>
          <a:endParaRPr lang="es-PE" sz="1600" kern="1200" dirty="0"/>
        </a:p>
      </dsp:txBody>
      <dsp:txXfrm>
        <a:off x="24674" y="1211816"/>
        <a:ext cx="5659880" cy="456092"/>
      </dsp:txXfrm>
    </dsp:sp>
    <dsp:sp modelId="{5176F52D-F064-FD49-9DA6-CB772F20E87F}">
      <dsp:nvSpPr>
        <dsp:cNvPr id="0" name=""/>
        <dsp:cNvSpPr/>
      </dsp:nvSpPr>
      <dsp:spPr>
        <a:xfrm>
          <a:off x="0" y="1770342"/>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Registros del administrador y operador</a:t>
          </a:r>
          <a:endParaRPr lang="es-PE" sz="1600" kern="1200" dirty="0"/>
        </a:p>
      </dsp:txBody>
      <dsp:txXfrm>
        <a:off x="24674" y="1795016"/>
        <a:ext cx="5659880" cy="456092"/>
      </dsp:txXfrm>
    </dsp:sp>
    <dsp:sp modelId="{BBAC0B65-49A1-FD4C-A9FA-CB1DA57B7D67}">
      <dsp:nvSpPr>
        <dsp:cNvPr id="0" name=""/>
        <dsp:cNvSpPr/>
      </dsp:nvSpPr>
      <dsp:spPr>
        <a:xfrm>
          <a:off x="0" y="2353542"/>
          <a:ext cx="5709228" cy="505440"/>
        </a:xfrm>
        <a:prstGeom prst="roundRect">
          <a:avLst/>
        </a:prstGeom>
        <a:solidFill>
          <a:srgbClr val="2EB1B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s-PE" sz="1600" kern="1200" dirty="0" smtClean="0"/>
            <a:t>Sincronización del reloj</a:t>
          </a:r>
          <a:endParaRPr lang="es-PE" sz="1600" kern="1200" dirty="0"/>
        </a:p>
      </dsp:txBody>
      <dsp:txXfrm>
        <a:off x="24674" y="2378216"/>
        <a:ext cx="5659880" cy="4560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8E17B9-CE8A-ED4B-8F13-DD55D9A05CA4}">
      <dsp:nvSpPr>
        <dsp:cNvPr id="0" name=""/>
        <dsp:cNvSpPr/>
      </dsp:nvSpPr>
      <dsp:spPr>
        <a:xfrm>
          <a:off x="4103687" y="1314146"/>
          <a:ext cx="3214033" cy="371871"/>
        </a:xfrm>
        <a:custGeom>
          <a:avLst/>
          <a:gdLst/>
          <a:ahLst/>
          <a:cxnLst/>
          <a:rect l="0" t="0" r="0" b="0"/>
          <a:pathLst>
            <a:path>
              <a:moveTo>
                <a:pt x="0" y="0"/>
              </a:moveTo>
              <a:lnTo>
                <a:pt x="0" y="185935"/>
              </a:lnTo>
              <a:lnTo>
                <a:pt x="3214033" y="185935"/>
              </a:lnTo>
              <a:lnTo>
                <a:pt x="3214033" y="371871"/>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1018D4B9-DC6F-F648-90DB-4C614C917104}">
      <dsp:nvSpPr>
        <dsp:cNvPr id="0" name=""/>
        <dsp:cNvSpPr/>
      </dsp:nvSpPr>
      <dsp:spPr>
        <a:xfrm>
          <a:off x="4103687" y="1314146"/>
          <a:ext cx="1071344" cy="371871"/>
        </a:xfrm>
        <a:custGeom>
          <a:avLst/>
          <a:gdLst/>
          <a:ahLst/>
          <a:cxnLst/>
          <a:rect l="0" t="0" r="0" b="0"/>
          <a:pathLst>
            <a:path>
              <a:moveTo>
                <a:pt x="0" y="0"/>
              </a:moveTo>
              <a:lnTo>
                <a:pt x="0" y="185935"/>
              </a:lnTo>
              <a:lnTo>
                <a:pt x="1071344" y="185935"/>
              </a:lnTo>
              <a:lnTo>
                <a:pt x="1071344" y="371871"/>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8BB1F249-C59C-BD4C-BD34-7A8663535155}">
      <dsp:nvSpPr>
        <dsp:cNvPr id="0" name=""/>
        <dsp:cNvSpPr/>
      </dsp:nvSpPr>
      <dsp:spPr>
        <a:xfrm>
          <a:off x="3032343" y="1314146"/>
          <a:ext cx="1071344" cy="371871"/>
        </a:xfrm>
        <a:custGeom>
          <a:avLst/>
          <a:gdLst/>
          <a:ahLst/>
          <a:cxnLst/>
          <a:rect l="0" t="0" r="0" b="0"/>
          <a:pathLst>
            <a:path>
              <a:moveTo>
                <a:pt x="1071344" y="0"/>
              </a:moveTo>
              <a:lnTo>
                <a:pt x="1071344" y="185935"/>
              </a:lnTo>
              <a:lnTo>
                <a:pt x="0" y="185935"/>
              </a:lnTo>
              <a:lnTo>
                <a:pt x="0" y="371871"/>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C4281DFD-D887-41DA-B6F2-3FBADBA6C710}">
      <dsp:nvSpPr>
        <dsp:cNvPr id="0" name=""/>
        <dsp:cNvSpPr/>
      </dsp:nvSpPr>
      <dsp:spPr>
        <a:xfrm>
          <a:off x="889654" y="1314146"/>
          <a:ext cx="3214033" cy="371871"/>
        </a:xfrm>
        <a:custGeom>
          <a:avLst/>
          <a:gdLst/>
          <a:ahLst/>
          <a:cxnLst/>
          <a:rect l="0" t="0" r="0" b="0"/>
          <a:pathLst>
            <a:path>
              <a:moveTo>
                <a:pt x="3214033" y="0"/>
              </a:moveTo>
              <a:lnTo>
                <a:pt x="3214033" y="185935"/>
              </a:lnTo>
              <a:lnTo>
                <a:pt x="0" y="185935"/>
              </a:lnTo>
              <a:lnTo>
                <a:pt x="0" y="371871"/>
              </a:lnTo>
            </a:path>
          </a:pathLst>
        </a:custGeom>
        <a:noFill/>
        <a:ln w="28575" cap="flat" cmpd="sng" algn="ctr">
          <a:solidFill>
            <a:schemeClr val="bg1">
              <a:lumMod val="75000"/>
            </a:schemeClr>
          </a:solidFill>
          <a:prstDash val="solid"/>
        </a:ln>
        <a:effectLst/>
      </dsp:spPr>
      <dsp:style>
        <a:lnRef idx="2">
          <a:scrgbClr r="0" g="0" b="0"/>
        </a:lnRef>
        <a:fillRef idx="0">
          <a:scrgbClr r="0" g="0" b="0"/>
        </a:fillRef>
        <a:effectRef idx="0">
          <a:scrgbClr r="0" g="0" b="0"/>
        </a:effectRef>
        <a:fontRef idx="minor"/>
      </dsp:style>
    </dsp:sp>
    <dsp:sp modelId="{126F27EB-EF2C-423D-B7FD-5E0219D7D588}">
      <dsp:nvSpPr>
        <dsp:cNvPr id="0" name=""/>
        <dsp:cNvSpPr/>
      </dsp:nvSpPr>
      <dsp:spPr>
        <a:xfrm>
          <a:off x="3003700" y="123546"/>
          <a:ext cx="2199974" cy="1190600"/>
        </a:xfrm>
        <a:prstGeom prst="rect">
          <a:avLst/>
        </a:prstGeom>
        <a:solidFill>
          <a:srgbClr val="68529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A.12.4 Registro</a:t>
          </a:r>
          <a:br>
            <a:rPr lang="es-PE" sz="1600" kern="1200" dirty="0" smtClean="0"/>
          </a:br>
          <a:r>
            <a:rPr lang="es-PE" sz="1600" kern="1200" dirty="0" smtClean="0"/>
            <a:t>y monitoreo</a:t>
          </a:r>
          <a:endParaRPr lang="es-PE" sz="1600" kern="1200" dirty="0"/>
        </a:p>
      </dsp:txBody>
      <dsp:txXfrm>
        <a:off x="3003700" y="123546"/>
        <a:ext cx="2199974" cy="1190600"/>
      </dsp:txXfrm>
    </dsp:sp>
    <dsp:sp modelId="{FC92D772-C01B-4D45-837B-3353756937D4}">
      <dsp:nvSpPr>
        <dsp:cNvPr id="0" name=""/>
        <dsp:cNvSpPr/>
      </dsp:nvSpPr>
      <dsp:spPr>
        <a:xfrm>
          <a:off x="4245" y="1686018"/>
          <a:ext cx="1770817" cy="1313911"/>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A.12.4.1 Registro</a:t>
          </a:r>
          <a:br>
            <a:rPr lang="es-PE" sz="1600" kern="1200" dirty="0" smtClean="0"/>
          </a:br>
          <a:r>
            <a:rPr lang="es-PE" sz="1600" kern="1200" dirty="0" smtClean="0"/>
            <a:t>de eventos</a:t>
          </a:r>
          <a:endParaRPr lang="es-PE" sz="1600" kern="1200" dirty="0"/>
        </a:p>
      </dsp:txBody>
      <dsp:txXfrm>
        <a:off x="4245" y="1686018"/>
        <a:ext cx="1770817" cy="1313911"/>
      </dsp:txXfrm>
    </dsp:sp>
    <dsp:sp modelId="{77E6C5F0-B4C5-C441-BC2D-A05254452116}">
      <dsp:nvSpPr>
        <dsp:cNvPr id="0" name=""/>
        <dsp:cNvSpPr/>
      </dsp:nvSpPr>
      <dsp:spPr>
        <a:xfrm>
          <a:off x="2146934" y="1686018"/>
          <a:ext cx="1770817" cy="1299222"/>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A.12.4.2 Protección de la información</a:t>
          </a:r>
          <a:br>
            <a:rPr lang="es-PE" sz="1600" kern="1200" dirty="0" smtClean="0"/>
          </a:br>
          <a:r>
            <a:rPr lang="es-PE" sz="1600" kern="1200" dirty="0" smtClean="0"/>
            <a:t>de los registros</a:t>
          </a:r>
          <a:endParaRPr lang="es-PE" sz="1600" kern="1200" dirty="0"/>
        </a:p>
      </dsp:txBody>
      <dsp:txXfrm>
        <a:off x="2146934" y="1686018"/>
        <a:ext cx="1770817" cy="1299222"/>
      </dsp:txXfrm>
    </dsp:sp>
    <dsp:sp modelId="{8D88B9E8-B178-E74F-82C1-199E6F3AD444}">
      <dsp:nvSpPr>
        <dsp:cNvPr id="0" name=""/>
        <dsp:cNvSpPr/>
      </dsp:nvSpPr>
      <dsp:spPr>
        <a:xfrm>
          <a:off x="4289623" y="1686018"/>
          <a:ext cx="1770817" cy="1275661"/>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A.12.4.3 Registros del administrador</a:t>
          </a:r>
          <a:br>
            <a:rPr lang="es-PE" sz="1600" kern="1200" dirty="0" smtClean="0"/>
          </a:br>
          <a:r>
            <a:rPr lang="es-PE" sz="1600" kern="1200" dirty="0" smtClean="0"/>
            <a:t>y operador</a:t>
          </a:r>
          <a:endParaRPr lang="es-ES_tradnl" sz="1600" kern="1200" dirty="0"/>
        </a:p>
      </dsp:txBody>
      <dsp:txXfrm>
        <a:off x="4289623" y="1686018"/>
        <a:ext cx="1770817" cy="1275661"/>
      </dsp:txXfrm>
    </dsp:sp>
    <dsp:sp modelId="{F12F5BAB-AE62-E64A-8630-6BEC41CFE368}">
      <dsp:nvSpPr>
        <dsp:cNvPr id="0" name=""/>
        <dsp:cNvSpPr/>
      </dsp:nvSpPr>
      <dsp:spPr>
        <a:xfrm>
          <a:off x="6432312" y="1686018"/>
          <a:ext cx="1770817" cy="1275661"/>
        </a:xfrm>
        <a:prstGeom prst="rect">
          <a:avLst/>
        </a:prstGeom>
        <a:solidFill>
          <a:srgbClr val="2EB1B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s-PE" sz="1600" kern="1200" dirty="0" smtClean="0"/>
            <a:t>A.12.4.4 Sincronización</a:t>
          </a:r>
          <a:br>
            <a:rPr lang="es-PE" sz="1600" kern="1200" dirty="0" smtClean="0"/>
          </a:br>
          <a:r>
            <a:rPr lang="es-PE" sz="1600" kern="1200" dirty="0" smtClean="0"/>
            <a:t>del reloj</a:t>
          </a:r>
          <a:endParaRPr lang="es-ES_tradnl" sz="1600" kern="1200" dirty="0"/>
        </a:p>
      </dsp:txBody>
      <dsp:txXfrm>
        <a:off x="6432312" y="1686018"/>
        <a:ext cx="1770817" cy="127566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21/10/2020</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21/10/2020</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7184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dirty="0" smtClean="0">
                <a:solidFill>
                  <a:schemeClr val="tx1"/>
                </a:solidFill>
                <a:effectLst/>
                <a:latin typeface="+mn-lt"/>
                <a:ea typeface="+mn-ea"/>
                <a:cs typeface="+mn-cs"/>
              </a:rPr>
              <a:t>Identificaremos</a:t>
            </a:r>
            <a:r>
              <a:rPr lang="es-PE" sz="1200" kern="1200" baseline="0" dirty="0" smtClean="0">
                <a:solidFill>
                  <a:schemeClr val="tx1"/>
                </a:solidFill>
                <a:effectLst/>
                <a:latin typeface="+mn-lt"/>
                <a:ea typeface="+mn-ea"/>
                <a:cs typeface="+mn-cs"/>
              </a:rPr>
              <a:t> y practicaremos el registro de eventos que se deben generar como parte de la gestión de la Seguridad de la Información</a:t>
            </a:r>
            <a:r>
              <a:rPr lang="es-PE" sz="1200" kern="1200" dirty="0" smtClean="0">
                <a:solidFill>
                  <a:schemeClr val="tx1"/>
                </a:solidFill>
                <a:effectLst/>
                <a:latin typeface="+mn-lt"/>
                <a:ea typeface="+mn-ea"/>
                <a:cs typeface="+mn-cs"/>
              </a:rPr>
              <a:t>.</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428373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dirty="0" smtClean="0"/>
              <a:t>Analizaremos los datos y los resultados de la supervisión y medición suficientes para facilitar el posterior análisis de las acciones correctivas y preventivas</a:t>
            </a:r>
            <a:r>
              <a:rPr lang="es-PE" sz="1200" baseline="0" dirty="0" smtClean="0"/>
              <a:t>.</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1659405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562157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1272847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smtClean="0"/>
              <a:t>La evidencia es necesaria para corroborar o contradecir una</a:t>
            </a:r>
            <a:r>
              <a:rPr lang="es-PE" baseline="0" dirty="0" smtClean="0"/>
              <a:t> </a:t>
            </a:r>
            <a:r>
              <a:rPr lang="es-PE" dirty="0" smtClean="0"/>
              <a:t>afirmación. </a:t>
            </a:r>
          </a:p>
          <a:p>
            <a:r>
              <a:rPr lang="es-PE" dirty="0" smtClean="0"/>
              <a:t>Según los procedimientos de auditoría, los tipos de evidencia son: </a:t>
            </a:r>
          </a:p>
          <a:p>
            <a:pPr marL="228600" indent="-228600">
              <a:buFont typeface="+mj-lt"/>
              <a:buAutoNum type="arabicPeriod"/>
            </a:pPr>
            <a:r>
              <a:rPr lang="es-PE" dirty="0" smtClean="0"/>
              <a:t>Examen Físico </a:t>
            </a:r>
          </a:p>
          <a:p>
            <a:pPr marL="228600" indent="-228600">
              <a:buFont typeface="+mj-lt"/>
              <a:buAutoNum type="arabicPeriod"/>
            </a:pPr>
            <a:r>
              <a:rPr lang="es-PE" dirty="0" smtClean="0"/>
              <a:t>Confirmación </a:t>
            </a:r>
          </a:p>
          <a:p>
            <a:pPr marL="228600" indent="-228600">
              <a:buFont typeface="+mj-lt"/>
              <a:buAutoNum type="arabicPeriod"/>
            </a:pPr>
            <a:r>
              <a:rPr lang="es-PE" dirty="0" smtClean="0"/>
              <a:t>Documentación </a:t>
            </a:r>
          </a:p>
          <a:p>
            <a:pPr marL="228600" indent="-228600">
              <a:buFont typeface="+mj-lt"/>
              <a:buAutoNum type="arabicPeriod"/>
            </a:pPr>
            <a:r>
              <a:rPr lang="es-PE" dirty="0" smtClean="0"/>
              <a:t>Observación </a:t>
            </a:r>
          </a:p>
          <a:p>
            <a:pPr marL="228600" indent="-228600">
              <a:buFont typeface="+mj-lt"/>
              <a:buAutoNum type="arabicPeriod"/>
            </a:pPr>
            <a:r>
              <a:rPr lang="es-PE" dirty="0" smtClean="0"/>
              <a:t>Consulta al cliente </a:t>
            </a:r>
          </a:p>
          <a:p>
            <a:pPr marL="228600" indent="-228600">
              <a:buFont typeface="+mj-lt"/>
              <a:buAutoNum type="arabicPeriod"/>
            </a:pPr>
            <a:r>
              <a:rPr lang="es-PE" dirty="0" smtClean="0"/>
              <a:t>Desempeño </a:t>
            </a:r>
          </a:p>
          <a:p>
            <a:pPr marL="228600" indent="-228600">
              <a:buFont typeface="+mj-lt"/>
              <a:buAutoNum type="arabicPeriod"/>
            </a:pPr>
            <a:r>
              <a:rPr lang="es-PE" dirty="0" smtClean="0"/>
              <a:t>Procedimientos analíticos</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991622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835011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937524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1183339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PE" dirty="0" smtClean="0"/>
              <a:t>El tiempo de conservación de los registros dependerá de los tipos de</a:t>
            </a:r>
            <a:r>
              <a:rPr lang="es-PE" baseline="0" dirty="0" smtClean="0"/>
              <a:t> los datos que almacene y del proceso al que se encuentre asociado.</a:t>
            </a:r>
            <a:endParaRPr lang="es-PE" dirty="0" smtClean="0"/>
          </a:p>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370277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709013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857296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899734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06879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561444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437201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smtClean="0"/>
              <a:t>Analizamos la importancia de generar registros de los eventos que se generan en un sistema, a fin de establecer</a:t>
            </a:r>
            <a:r>
              <a:rPr lang="es-PE" baseline="0" dirty="0" smtClean="0"/>
              <a:t> buenas prácticas y afrontar eventos futuros en un menor tiempo.</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801988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kern="1200" baseline="0" dirty="0" smtClean="0">
                <a:solidFill>
                  <a:schemeClr val="tx1"/>
                </a:solidFill>
                <a:effectLst/>
                <a:latin typeface="+mn-lt"/>
                <a:ea typeface="+mn-ea"/>
                <a:cs typeface="+mn-cs"/>
              </a:rPr>
              <a:t>Finalmente, concluimos que solo el registro no generará una mejora considerable en los tiempos de respuesta de los procesos, por lo que el monitoreo constituye una actividad fundamental en la mejora continua.</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58816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Agrupar 13"/>
          <p:cNvGrpSpPr/>
          <p:nvPr userDrawn="1"/>
        </p:nvGrpSpPr>
        <p:grpSpPr>
          <a:xfrm>
            <a:off x="944054" y="5343295"/>
            <a:ext cx="7804380" cy="215444"/>
            <a:chOff x="944054" y="5343295"/>
            <a:chExt cx="7804380" cy="215444"/>
          </a:xfrm>
        </p:grpSpPr>
        <p:sp>
          <p:nvSpPr>
            <p:cNvPr id="7" name="TextBox 7"/>
            <p:cNvSpPr txBox="1"/>
            <p:nvPr userDrawn="1"/>
          </p:nvSpPr>
          <p:spPr>
            <a:xfrm>
              <a:off x="944054" y="5343295"/>
              <a:ext cx="2507418" cy="215444"/>
            </a:xfrm>
            <a:prstGeom prst="rect">
              <a:avLst/>
            </a:prstGeom>
            <a:noFill/>
          </p:spPr>
          <p:txBody>
            <a:bodyPr wrap="none" rtlCol="0">
              <a:spAutoFit/>
            </a:bodyPr>
            <a:lstStyle/>
            <a:p>
              <a:r>
                <a:rPr lang="en-US" sz="800" kern="1200" dirty="0" smtClean="0">
                  <a:solidFill>
                    <a:schemeClr val="bg1">
                      <a:lumMod val="50000"/>
                    </a:schemeClr>
                  </a:solidFill>
                  <a:latin typeface="+mn-lt"/>
                  <a:ea typeface="+mn-ea"/>
                  <a:cs typeface="Calibri"/>
                  <a:sym typeface="Wingdings"/>
                </a:rPr>
                <a:t>SEGURIDAD Y CONTINUIDAD DE SISTEMAS  </a:t>
              </a:r>
              <a:r>
                <a:rPr lang="en-US" sz="800" dirty="0" smtClean="0">
                  <a:solidFill>
                    <a:schemeClr val="bg1">
                      <a:lumMod val="50000"/>
                    </a:schemeClr>
                  </a:solidFill>
                  <a:latin typeface="+mn-lt"/>
                  <a:ea typeface="Wingdings"/>
                  <a:cs typeface="Calibri"/>
                  <a:sym typeface="Wingdings"/>
                </a:rPr>
                <a:t></a:t>
              </a:r>
              <a:r>
                <a:rPr lang="en-US" sz="800" kern="1200" dirty="0" smtClean="0">
                  <a:solidFill>
                    <a:schemeClr val="bg1">
                      <a:lumMod val="50000"/>
                    </a:schemeClr>
                  </a:solidFill>
                  <a:latin typeface="+mn-lt"/>
                  <a:ea typeface="+mn-ea"/>
                  <a:cs typeface="Calibri"/>
                  <a:sym typeface="Wingdings"/>
                </a:rPr>
                <a:t>  SESIÓN 09</a:t>
              </a:r>
              <a:endParaRPr lang="en-US" sz="800" dirty="0">
                <a:solidFill>
                  <a:schemeClr val="bg1">
                    <a:lumMod val="50000"/>
                  </a:schemeClr>
                </a:solidFill>
                <a:latin typeface="+mn-lt"/>
                <a:cs typeface="Calibri"/>
              </a:endParaRPr>
            </a:p>
          </p:txBody>
        </p:sp>
        <p:sp>
          <p:nvSpPr>
            <p:cNvPr id="8" name="Rectangle 3"/>
            <p:cNvSpPr/>
            <p:nvPr userDrawn="1"/>
          </p:nvSpPr>
          <p:spPr>
            <a:xfrm>
              <a:off x="7379148" y="5371562"/>
              <a:ext cx="1369286" cy="184666"/>
            </a:xfrm>
            <a:prstGeom prst="rect">
              <a:avLst/>
            </a:prstGeom>
          </p:spPr>
          <p:txBody>
            <a:bodyPr wrap="none">
              <a:spAutoFit/>
            </a:bodyPr>
            <a:lstStyle/>
            <a:p>
              <a:pPr algn="r"/>
              <a:r>
                <a:rPr lang="es-ES_tradnl" sz="600" dirty="0" smtClean="0">
                  <a:solidFill>
                    <a:schemeClr val="bg1">
                      <a:lumMod val="50000"/>
                    </a:schemeClr>
                  </a:solidFill>
                </a:rPr>
                <a:t>© </a:t>
              </a:r>
              <a:r>
                <a:rPr lang="es-ES_tradnl" sz="600" dirty="0" smtClean="0">
                  <a:solidFill>
                    <a:schemeClr val="bg1">
                      <a:lumMod val="50000"/>
                    </a:schemeClr>
                  </a:solidFill>
                </a:rPr>
                <a:t>ISIL</a:t>
              </a:r>
              <a:r>
                <a:rPr lang="es-ES_tradnl" sz="600" dirty="0" smtClean="0">
                  <a:solidFill>
                    <a:schemeClr val="bg1">
                      <a:lumMod val="50000"/>
                    </a:schemeClr>
                  </a:solidFill>
                </a:rPr>
                <a:t>. Todos los derechos reservados</a:t>
              </a:r>
              <a:endParaRPr lang="es-ES_tradnl" sz="600" dirty="0">
                <a:solidFill>
                  <a:schemeClr val="bg1">
                    <a:lumMod val="50000"/>
                  </a:schemeClr>
                </a:solidFill>
              </a:endParaRPr>
            </a:p>
          </p:txBody>
        </p:sp>
      </p:grpSp>
      <p:pic>
        <p:nvPicPr>
          <p:cNvPr id="9" name="Imagen 8"/>
          <p:cNvPicPr>
            <a:picLocks noChangeAspect="1"/>
          </p:cNvPicPr>
          <p:nvPr userDrawn="1"/>
        </p:nvPicPr>
        <p:blipFill>
          <a:blip r:embed="rId8" cstate="screen">
            <a:alphaModFix amt="20000"/>
            <a:extLst>
              <a:ext uri="{28A0092B-C50C-407E-A947-70E740481C1C}">
                <a14:useLocalDpi xmlns:a14="http://schemas.microsoft.com/office/drawing/2010/main"/>
              </a:ext>
            </a:extLst>
          </a:blip>
          <a:stretch>
            <a:fillRect/>
          </a:stretch>
        </p:blipFill>
        <p:spPr>
          <a:xfrm>
            <a:off x="495300" y="5322472"/>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7" r:id="rId4"/>
    <p:sldLayoutId id="2147483659" r:id="rId5"/>
    <p:sldLayoutId id="2147483662" r:id="rId6"/>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5" name="CuadroTexto 14"/>
          <p:cNvSpPr txBox="1"/>
          <p:nvPr/>
        </p:nvSpPr>
        <p:spPr>
          <a:xfrm>
            <a:off x="3175138" y="3008050"/>
            <a:ext cx="5500550" cy="275717"/>
          </a:xfrm>
          <a:prstGeom prst="rect">
            <a:avLst/>
          </a:prstGeom>
          <a:noFill/>
        </p:spPr>
        <p:txBody>
          <a:bodyPr wrap="square" lIns="0" tIns="0" rIns="0" bIns="0" rtlCol="0">
            <a:spAutoFit/>
          </a:bodyPr>
          <a:lstStyle/>
          <a:p>
            <a:pPr marL="177800" indent="-177800">
              <a:lnSpc>
                <a:spcPct val="120000"/>
              </a:lnSpc>
              <a:buSzPct val="80000"/>
              <a:buFont typeface="Arial"/>
              <a:buChar char="•"/>
            </a:pPr>
            <a:r>
              <a:rPr lang="es-ES" sz="1600" dirty="0" smtClean="0">
                <a:solidFill>
                  <a:srgbClr val="FFFFFF"/>
                </a:solidFill>
              </a:rPr>
              <a:t>Registro y monitoreo</a:t>
            </a:r>
            <a:endParaRPr lang="es-ES" sz="1600" dirty="0">
              <a:solidFill>
                <a:srgbClr val="FFFFFF"/>
              </a:solidFill>
            </a:endParaRPr>
          </a:p>
        </p:txBody>
      </p:sp>
      <p:cxnSp>
        <p:nvCxnSpPr>
          <p:cNvPr id="8" name="Conector recto 7"/>
          <p:cNvCxnSpPr/>
          <p:nvPr/>
        </p:nvCxnSpPr>
        <p:spPr>
          <a:xfrm>
            <a:off x="3044504" y="1710303"/>
            <a:ext cx="0" cy="774883"/>
          </a:xfrm>
          <a:prstGeom prst="line">
            <a:avLst/>
          </a:prstGeom>
          <a:ln>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CuadroTexto 9"/>
          <p:cNvSpPr txBox="1"/>
          <p:nvPr/>
        </p:nvSpPr>
        <p:spPr>
          <a:xfrm>
            <a:off x="2045305" y="1802569"/>
            <a:ext cx="964250" cy="892552"/>
          </a:xfrm>
          <a:prstGeom prst="rect">
            <a:avLst/>
          </a:prstGeom>
          <a:noFill/>
        </p:spPr>
        <p:txBody>
          <a:bodyPr wrap="square" lIns="0" tIns="0" rIns="0" bIns="0" rtlCol="0">
            <a:spAutoFit/>
          </a:bodyPr>
          <a:lstStyle/>
          <a:p>
            <a:pPr algn="ctr"/>
            <a:r>
              <a:rPr lang="es-ES" sz="5800" dirty="0" smtClean="0">
                <a:solidFill>
                  <a:srgbClr val="FFFFFF"/>
                </a:solidFill>
              </a:rPr>
              <a:t>09</a:t>
            </a:r>
            <a:endParaRPr lang="es-ES" sz="5800" dirty="0">
              <a:solidFill>
                <a:srgbClr val="FFFFFF"/>
              </a:solidFill>
            </a:endParaRPr>
          </a:p>
        </p:txBody>
      </p:sp>
      <p:sp>
        <p:nvSpPr>
          <p:cNvPr id="11" name="CuadroTexto 10"/>
          <p:cNvSpPr txBox="1"/>
          <p:nvPr/>
        </p:nvSpPr>
        <p:spPr>
          <a:xfrm>
            <a:off x="2096830" y="1674447"/>
            <a:ext cx="873152" cy="276999"/>
          </a:xfrm>
          <a:prstGeom prst="rect">
            <a:avLst/>
          </a:prstGeom>
          <a:noFill/>
        </p:spPr>
        <p:txBody>
          <a:bodyPr wrap="square" lIns="0" tIns="0" rIns="0" bIns="0" rtlCol="0">
            <a:spAutoFit/>
          </a:bodyPr>
          <a:lstStyle/>
          <a:p>
            <a:pPr algn="ctr"/>
            <a:r>
              <a:rPr lang="es-ES" dirty="0" smtClean="0">
                <a:solidFill>
                  <a:schemeClr val="bg1"/>
                </a:solidFill>
              </a:rPr>
              <a:t>SESIÓN</a:t>
            </a:r>
            <a:endParaRPr lang="es-ES" dirty="0">
              <a:solidFill>
                <a:schemeClr val="bg1"/>
              </a:solidFill>
            </a:endParaRPr>
          </a:p>
        </p:txBody>
      </p:sp>
      <p:sp>
        <p:nvSpPr>
          <p:cNvPr id="16" name="CuadroTexto 15"/>
          <p:cNvSpPr txBox="1"/>
          <p:nvPr/>
        </p:nvSpPr>
        <p:spPr>
          <a:xfrm>
            <a:off x="3181108" y="1710303"/>
            <a:ext cx="4596087" cy="897490"/>
          </a:xfrm>
          <a:prstGeom prst="rect">
            <a:avLst/>
          </a:prstGeom>
          <a:noFill/>
        </p:spPr>
        <p:txBody>
          <a:bodyPr wrap="square" lIns="0" tIns="0" rIns="0" bIns="0" rtlCol="0">
            <a:spAutoFit/>
          </a:bodyPr>
          <a:lstStyle/>
          <a:p>
            <a:pPr>
              <a:lnSpc>
                <a:spcPct val="80000"/>
              </a:lnSpc>
            </a:pPr>
            <a:r>
              <a:rPr lang="es-ES" sz="3600" b="1" dirty="0">
                <a:solidFill>
                  <a:srgbClr val="FFFFFF"/>
                </a:solidFill>
              </a:rPr>
              <a:t>REGISTRO Y MONITOREO</a:t>
            </a:r>
          </a:p>
        </p:txBody>
      </p:sp>
    </p:spTree>
    <p:extLst>
      <p:ext uri="{BB962C8B-B14F-4D97-AF65-F5344CB8AC3E}">
        <p14:creationId xmlns:p14="http://schemas.microsoft.com/office/powerpoint/2010/main" val="34271759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1045721" y="2611279"/>
            <a:ext cx="7052558" cy="307777"/>
          </a:xfrm>
          <a:prstGeom prst="rect">
            <a:avLst/>
          </a:prstGeom>
        </p:spPr>
        <p:txBody>
          <a:bodyPr vert="horz" wrap="square" lIns="0" tIns="0" rIns="0" bIns="0" rtlCol="0">
            <a:spAutoFit/>
          </a:bodyPr>
          <a:lstStyle/>
          <a:p>
            <a:pPr marL="11725" algn="ctr">
              <a:buSzPct val="100000"/>
              <a:tabLst>
                <a:tab pos="121285" algn="l"/>
              </a:tabLst>
            </a:pPr>
            <a:r>
              <a:rPr lang="en-US" sz="2000" spc="-10" dirty="0" err="1">
                <a:cs typeface="Source Sans Pro"/>
              </a:rPr>
              <a:t>Entiende</a:t>
            </a:r>
            <a:r>
              <a:rPr lang="en-US" sz="2000" spc="-10" dirty="0">
                <a:cs typeface="Source Sans Pro"/>
              </a:rPr>
              <a:t> </a:t>
            </a:r>
            <a:r>
              <a:rPr lang="en-US" sz="2000" spc="-10" dirty="0" err="1">
                <a:cs typeface="Source Sans Pro"/>
              </a:rPr>
              <a:t>como</a:t>
            </a:r>
            <a:r>
              <a:rPr lang="en-US" sz="2000" spc="-10" dirty="0">
                <a:cs typeface="Source Sans Pro"/>
              </a:rPr>
              <a:t> </a:t>
            </a:r>
            <a:r>
              <a:rPr lang="en-US" sz="2000" spc="-10" dirty="0" err="1">
                <a:cs typeface="Source Sans Pro"/>
              </a:rPr>
              <a:t>generar</a:t>
            </a:r>
            <a:r>
              <a:rPr lang="en-US" sz="2000" spc="-10" dirty="0">
                <a:cs typeface="Source Sans Pro"/>
              </a:rPr>
              <a:t> </a:t>
            </a:r>
            <a:r>
              <a:rPr lang="en-US" sz="2000" spc="-10" dirty="0" err="1">
                <a:cs typeface="Source Sans Pro"/>
              </a:rPr>
              <a:t>evidencia</a:t>
            </a:r>
            <a:r>
              <a:rPr lang="en-US" sz="2000" spc="-10" dirty="0">
                <a:cs typeface="Source Sans Pro"/>
              </a:rPr>
              <a:t> y </a:t>
            </a:r>
            <a:r>
              <a:rPr lang="en-US" sz="2000" spc="-10" dirty="0" err="1">
                <a:cs typeface="Source Sans Pro"/>
              </a:rPr>
              <a:t>efectuar</a:t>
            </a:r>
            <a:r>
              <a:rPr lang="en-US" sz="2000" spc="-10" dirty="0">
                <a:cs typeface="Source Sans Pro"/>
              </a:rPr>
              <a:t> </a:t>
            </a:r>
            <a:r>
              <a:rPr lang="en-US" sz="2000" spc="-10" dirty="0" err="1">
                <a:cs typeface="Source Sans Pro"/>
              </a:rPr>
              <a:t>monitoreo</a:t>
            </a:r>
            <a:endParaRPr lang="en-US" sz="2000" spc="-10" dirty="0">
              <a:cs typeface="Source Sans Pro"/>
            </a:endParaRPr>
          </a:p>
        </p:txBody>
      </p:sp>
    </p:spTree>
    <p:custDataLst>
      <p:tags r:id="rId1"/>
    </p:custDataLst>
    <p:extLst>
      <p:ext uri="{BB962C8B-B14F-4D97-AF65-F5344CB8AC3E}">
        <p14:creationId xmlns:p14="http://schemas.microsoft.com/office/powerpoint/2010/main" val="378973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sp>
        <p:nvSpPr>
          <p:cNvPr id="10" name="CuadroTexto 9"/>
          <p:cNvSpPr txBox="1"/>
          <p:nvPr/>
        </p:nvSpPr>
        <p:spPr>
          <a:xfrm>
            <a:off x="3480357" y="959599"/>
            <a:ext cx="2183287" cy="338554"/>
          </a:xfrm>
          <a:prstGeom prst="rect">
            <a:avLst/>
          </a:prstGeom>
          <a:solidFill>
            <a:schemeClr val="bg1">
              <a:lumMod val="85000"/>
            </a:schemeClr>
          </a:solidFill>
        </p:spPr>
        <p:txBody>
          <a:bodyPr wrap="square" rtlCol="0">
            <a:spAutoFit/>
          </a:bodyPr>
          <a:lstStyle/>
          <a:p>
            <a:pPr algn="ctr"/>
            <a:r>
              <a:rPr lang="es-PE" sz="1600" dirty="0"/>
              <a:t>Registro de eventos</a:t>
            </a:r>
          </a:p>
        </p:txBody>
      </p:sp>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9616" y="1592493"/>
            <a:ext cx="5404769" cy="3604981"/>
          </a:xfrm>
          <a:prstGeom prst="rect">
            <a:avLst/>
          </a:prstGeom>
        </p:spPr>
      </p:pic>
    </p:spTree>
    <p:custDataLst>
      <p:tags r:id="rId1"/>
    </p:custDataLst>
    <p:extLst>
      <p:ext uri="{BB962C8B-B14F-4D97-AF65-F5344CB8AC3E}">
        <p14:creationId xmlns:p14="http://schemas.microsoft.com/office/powerpoint/2010/main" val="92778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12024" y="331345"/>
            <a:ext cx="1945800" cy="200055"/>
          </a:xfrm>
          <a:prstGeom prst="rect">
            <a:avLst/>
          </a:prstGeom>
        </p:spPr>
        <p:txBody>
          <a:bodyPr wrap="square" lIns="0" tIns="0" rIns="0" bIns="0">
            <a:spAutoFit/>
          </a:bodyPr>
          <a:lstStyle/>
          <a:p>
            <a:r>
              <a:rPr lang="en-US" sz="1300" dirty="0" smtClean="0">
                <a:solidFill>
                  <a:srgbClr val="438AD7"/>
                </a:solidFill>
              </a:rPr>
              <a:t>/</a:t>
            </a:r>
            <a:r>
              <a:rPr lang="en-US" sz="1300" dirty="0">
                <a:solidFill>
                  <a:srgbClr val="438AD7"/>
                </a:solidFill>
              </a:rPr>
              <a:t> </a:t>
            </a:r>
            <a:r>
              <a:rPr lang="en-US" sz="1300" dirty="0" smtClean="0">
                <a:solidFill>
                  <a:srgbClr val="438AD7"/>
                </a:solidFill>
              </a:rPr>
              <a:t>OBJETIVOS DE LA SESIÓN</a:t>
            </a:r>
            <a:endParaRPr lang="en-US" sz="1300" dirty="0">
              <a:solidFill>
                <a:srgbClr val="438AD7"/>
              </a:solidFill>
            </a:endParaRPr>
          </a:p>
        </p:txBody>
      </p:sp>
      <p:sp>
        <p:nvSpPr>
          <p:cNvPr id="5" name="CuadroTexto 4"/>
          <p:cNvSpPr txBox="1"/>
          <p:nvPr/>
        </p:nvSpPr>
        <p:spPr>
          <a:xfrm>
            <a:off x="3480357" y="959599"/>
            <a:ext cx="2183287" cy="338554"/>
          </a:xfrm>
          <a:prstGeom prst="rect">
            <a:avLst/>
          </a:prstGeom>
          <a:solidFill>
            <a:schemeClr val="bg1">
              <a:lumMod val="85000"/>
            </a:schemeClr>
          </a:solidFill>
        </p:spPr>
        <p:txBody>
          <a:bodyPr wrap="square" rtlCol="0">
            <a:spAutoFit/>
          </a:bodyPr>
          <a:lstStyle/>
          <a:p>
            <a:pPr algn="ctr"/>
            <a:r>
              <a:rPr lang="es-PE" sz="1600" dirty="0"/>
              <a:t>PDCA</a:t>
            </a:r>
          </a:p>
        </p:txBody>
      </p:sp>
      <p:pic>
        <p:nvPicPr>
          <p:cNvPr id="8" name="Picture 2" descr="Resultado de imagen para acciones correctivas y preventivas"/>
          <p:cNvPicPr>
            <a:picLocks noChangeAspect="1" noChangeArrowheads="1"/>
          </p:cNvPicPr>
          <p:nvPr/>
        </p:nvPicPr>
        <p:blipFill rotWithShape="1">
          <a:blip r:embed="rId4">
            <a:extLst>
              <a:ext uri="{28A0092B-C50C-407E-A947-70E740481C1C}">
                <a14:useLocalDpi xmlns:a14="http://schemas.microsoft.com/office/drawing/2010/main" val="0"/>
              </a:ext>
            </a:extLst>
          </a:blip>
          <a:srcRect l="6868"/>
          <a:stretch/>
        </p:blipFill>
        <p:spPr bwMode="auto">
          <a:xfrm>
            <a:off x="2281727" y="1615726"/>
            <a:ext cx="4580546" cy="35863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02262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smtClean="0">
                <a:solidFill>
                  <a:schemeClr val="bg1"/>
                </a:solidFill>
                <a:latin typeface="Calibri"/>
                <a:cs typeface="Calibri"/>
              </a:rPr>
              <a:t>/ </a:t>
            </a:r>
            <a:r>
              <a:rPr lang="es-PE" sz="2800" b="1" dirty="0" smtClean="0">
                <a:solidFill>
                  <a:schemeClr val="bg1"/>
                </a:solidFill>
                <a:cs typeface="Calibri"/>
              </a:rPr>
              <a:t>REGISTRO Y MONITOREO</a:t>
            </a:r>
            <a:endParaRPr lang="es-PE" sz="2800" b="1" dirty="0">
              <a:solidFill>
                <a:schemeClr val="bg1"/>
              </a:solidFill>
              <a:cs typeface="Calibri"/>
            </a:endParaRP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6" name="object 7"/>
          <p:cNvSpPr txBox="1"/>
          <p:nvPr/>
        </p:nvSpPr>
        <p:spPr>
          <a:xfrm>
            <a:off x="507698" y="954483"/>
            <a:ext cx="8167990" cy="246221"/>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AGENDA</a:t>
            </a:r>
            <a:endParaRPr lang="en-US" sz="1600" b="1" spc="-10" dirty="0">
              <a:cs typeface="Source Sans Pro"/>
            </a:endParaRPr>
          </a:p>
        </p:txBody>
      </p:sp>
      <p:graphicFrame>
        <p:nvGraphicFramePr>
          <p:cNvPr id="7" name="Diagrama 6"/>
          <p:cNvGraphicFramePr/>
          <p:nvPr>
            <p:extLst>
              <p:ext uri="{D42A27DB-BD31-4B8C-83A1-F6EECF244321}">
                <p14:modId xmlns:p14="http://schemas.microsoft.com/office/powerpoint/2010/main" val="1263477208"/>
              </p:ext>
            </p:extLst>
          </p:nvPr>
        </p:nvGraphicFramePr>
        <p:xfrm>
          <a:off x="1717386" y="1273175"/>
          <a:ext cx="5709228" cy="2879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702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1"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graphicFrame>
        <p:nvGraphicFramePr>
          <p:cNvPr id="12" name="Diagrama 11"/>
          <p:cNvGraphicFramePr/>
          <p:nvPr>
            <p:extLst>
              <p:ext uri="{D42A27DB-BD31-4B8C-83A1-F6EECF244321}">
                <p14:modId xmlns:p14="http://schemas.microsoft.com/office/powerpoint/2010/main" val="1333645012"/>
              </p:ext>
            </p:extLst>
          </p:nvPr>
        </p:nvGraphicFramePr>
        <p:xfrm>
          <a:off x="468313" y="1260917"/>
          <a:ext cx="8207375" cy="31234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2662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738664"/>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OBJETIVO</a:t>
            </a:r>
          </a:p>
          <a:p>
            <a:pPr>
              <a:buSzPct val="100000"/>
              <a:tabLst>
                <a:tab pos="85725" algn="l"/>
              </a:tabLst>
            </a:pPr>
            <a:r>
              <a:rPr lang="en-US" sz="1600" b="1" spc="-10" dirty="0">
                <a:cs typeface="Source Sans Pro"/>
              </a:rPr>
              <a:t>A.12.4 </a:t>
            </a:r>
            <a:r>
              <a:rPr lang="en-US" sz="1600" b="1" spc="-10" dirty="0" err="1">
                <a:cs typeface="Source Sans Pro"/>
              </a:rPr>
              <a:t>Registro</a:t>
            </a:r>
            <a:r>
              <a:rPr lang="en-US" sz="1600" b="1" spc="-10" dirty="0">
                <a:cs typeface="Source Sans Pro"/>
              </a:rPr>
              <a:t> y </a:t>
            </a:r>
            <a:r>
              <a:rPr lang="en-US" sz="1600" b="1" spc="-10" dirty="0" err="1">
                <a:cs typeface="Source Sans Pro"/>
              </a:rPr>
              <a:t>monitoreo</a:t>
            </a:r>
            <a:endParaRPr lang="en-US" sz="1600" b="1" spc="-10" dirty="0">
              <a:cs typeface="Source Sans Pro"/>
            </a:endParaRPr>
          </a:p>
          <a:p>
            <a:pPr>
              <a:buSzPct val="100000"/>
              <a:tabLst>
                <a:tab pos="85725" algn="l"/>
              </a:tabLst>
            </a:pPr>
            <a:r>
              <a:rPr lang="en-US" sz="1600" b="1" spc="-10" dirty="0" err="1">
                <a:cs typeface="Source Sans Pro"/>
              </a:rPr>
              <a:t>Objetivo</a:t>
            </a:r>
            <a:r>
              <a:rPr lang="en-US" sz="1600" b="1" spc="-10" dirty="0">
                <a:cs typeface="Source Sans Pro"/>
              </a:rPr>
              <a:t>: </a:t>
            </a:r>
            <a:r>
              <a:rPr lang="en-US" sz="1600" spc="-10" dirty="0">
                <a:cs typeface="Source Sans Pro"/>
              </a:rPr>
              <a:t>Registrar </a:t>
            </a:r>
            <a:r>
              <a:rPr lang="en-US" sz="1600" spc="-10" dirty="0" err="1">
                <a:cs typeface="Source Sans Pro"/>
              </a:rPr>
              <a:t>los</a:t>
            </a:r>
            <a:r>
              <a:rPr lang="en-US" sz="1600" spc="-10" dirty="0">
                <a:cs typeface="Source Sans Pro"/>
              </a:rPr>
              <a:t> </a:t>
            </a:r>
            <a:r>
              <a:rPr lang="en-US" sz="1600" spc="-10" dirty="0" err="1">
                <a:cs typeface="Source Sans Pro"/>
              </a:rPr>
              <a:t>eventos</a:t>
            </a:r>
            <a:r>
              <a:rPr lang="en-US" sz="1600" spc="-10" dirty="0">
                <a:cs typeface="Source Sans Pro"/>
              </a:rPr>
              <a:t> y </a:t>
            </a:r>
            <a:r>
              <a:rPr lang="en-US" sz="1600" spc="-10" dirty="0" err="1">
                <a:cs typeface="Source Sans Pro"/>
              </a:rPr>
              <a:t>generar</a:t>
            </a:r>
            <a:r>
              <a:rPr lang="en-US" sz="1600" spc="-10" dirty="0">
                <a:cs typeface="Source Sans Pro"/>
              </a:rPr>
              <a:t> </a:t>
            </a:r>
            <a:r>
              <a:rPr lang="en-US" sz="1600" spc="-10" dirty="0" err="1">
                <a:cs typeface="Source Sans Pro"/>
              </a:rPr>
              <a:t>evidencia</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pic>
        <p:nvPicPr>
          <p:cNvPr id="15" name="Picture 2" descr="Resultado de imagen para evidenc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1236" y="2034284"/>
            <a:ext cx="4481529" cy="310154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spTree>
    <p:extLst>
      <p:ext uri="{BB962C8B-B14F-4D97-AF65-F5344CB8AC3E}">
        <p14:creationId xmlns:p14="http://schemas.microsoft.com/office/powerpoint/2010/main" val="406309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738664"/>
          </a:xfrm>
          <a:prstGeom prst="rect">
            <a:avLst/>
          </a:prstGeom>
        </p:spPr>
        <p:txBody>
          <a:bodyPr vert="horz" wrap="square" lIns="0" tIns="0" rIns="0" bIns="0" rtlCol="0">
            <a:spAutoFit/>
          </a:bodyPr>
          <a:lstStyle/>
          <a:p>
            <a:pPr>
              <a:buSzPct val="100000"/>
              <a:tabLst>
                <a:tab pos="85725" algn="l"/>
              </a:tabLst>
            </a:pPr>
            <a:r>
              <a:rPr lang="en-US" sz="1600" b="1" spc="-10" dirty="0">
                <a:cs typeface="Source Sans Pro"/>
              </a:rPr>
              <a:t>A.12.4.1 </a:t>
            </a:r>
            <a:r>
              <a:rPr lang="en-US" sz="1600" b="1" spc="-10" dirty="0" err="1">
                <a:cs typeface="Source Sans Pro"/>
              </a:rPr>
              <a:t>Registro</a:t>
            </a:r>
            <a:r>
              <a:rPr lang="en-US" sz="1600" b="1" spc="-10" dirty="0">
                <a:cs typeface="Source Sans Pro"/>
              </a:rPr>
              <a:t> de </a:t>
            </a:r>
            <a:r>
              <a:rPr lang="en-US" sz="1600" b="1" spc="-10" dirty="0" err="1">
                <a:cs typeface="Source Sans Pro"/>
              </a:rPr>
              <a:t>eventos</a:t>
            </a:r>
            <a:endParaRPr lang="en-US" sz="1600" b="1" spc="-10" dirty="0">
              <a:cs typeface="Source Sans Pro"/>
            </a:endParaRPr>
          </a:p>
          <a:p>
            <a:pPr>
              <a:buSzPct val="100000"/>
              <a:tabLst>
                <a:tab pos="85725" algn="l"/>
              </a:tabLst>
            </a:pPr>
            <a:r>
              <a:rPr lang="en-US" sz="1600" spc="-10" dirty="0" err="1">
                <a:cs typeface="Source Sans Pro"/>
              </a:rPr>
              <a:t>Deberán</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producidos</a:t>
            </a:r>
            <a:r>
              <a:rPr lang="en-US" sz="1600" spc="-10" dirty="0">
                <a:cs typeface="Source Sans Pro"/>
              </a:rPr>
              <a:t>, </a:t>
            </a:r>
            <a:r>
              <a:rPr lang="en-US" sz="1600" spc="-10" dirty="0" err="1">
                <a:cs typeface="Source Sans Pro"/>
              </a:rPr>
              <a:t>mantenidos</a:t>
            </a:r>
            <a:r>
              <a:rPr lang="en-US" sz="1600" spc="-10" dirty="0">
                <a:cs typeface="Source Sans Pro"/>
              </a:rPr>
              <a:t> y </a:t>
            </a:r>
            <a:r>
              <a:rPr lang="en-US" sz="1600" spc="-10" dirty="0" err="1">
                <a:cs typeface="Source Sans Pro"/>
              </a:rPr>
              <a:t>revisados</a:t>
            </a:r>
            <a:r>
              <a:rPr lang="en-US" sz="1600" spc="-10" dirty="0">
                <a:cs typeface="Source Sans Pro"/>
              </a:rPr>
              <a:t> </a:t>
            </a:r>
            <a:r>
              <a:rPr lang="en-US" sz="1600" spc="-10" dirty="0" err="1">
                <a:cs typeface="Source Sans Pro"/>
              </a:rPr>
              <a:t>periódicamente</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registros</a:t>
            </a:r>
            <a:r>
              <a:rPr lang="en-US" sz="1600" spc="-10" dirty="0">
                <a:cs typeface="Source Sans Pro"/>
              </a:rPr>
              <a:t> de </a:t>
            </a:r>
            <a:r>
              <a:rPr lang="en-US" sz="1600" spc="-10" dirty="0" err="1">
                <a:cs typeface="Source Sans Pro"/>
              </a:rPr>
              <a:t>eventos</a:t>
            </a:r>
            <a:r>
              <a:rPr lang="en-US" sz="1600" spc="-10" dirty="0">
                <a:cs typeface="Source Sans Pro"/>
              </a:rPr>
              <a:t> de las </a:t>
            </a:r>
            <a:r>
              <a:rPr lang="en-US" sz="1600" spc="-10" dirty="0" err="1">
                <a:cs typeface="Source Sans Pro"/>
              </a:rPr>
              <a:t>actividades</a:t>
            </a:r>
            <a:r>
              <a:rPr lang="en-US" sz="1600" spc="-10" dirty="0">
                <a:cs typeface="Source Sans Pro"/>
              </a:rPr>
              <a:t> de </a:t>
            </a:r>
            <a:r>
              <a:rPr lang="en-US" sz="1600" spc="-10" dirty="0" err="1">
                <a:cs typeface="Source Sans Pro"/>
              </a:rPr>
              <a:t>los</a:t>
            </a:r>
            <a:r>
              <a:rPr lang="en-US" sz="1600" spc="-10" dirty="0">
                <a:cs typeface="Source Sans Pro"/>
              </a:rPr>
              <a:t> </a:t>
            </a:r>
            <a:r>
              <a:rPr lang="en-US" sz="1600" spc="-10" dirty="0" err="1">
                <a:cs typeface="Source Sans Pro"/>
              </a:rPr>
              <a:t>usuarios</a:t>
            </a:r>
            <a:r>
              <a:rPr lang="en-US" sz="1600" spc="-10" dirty="0">
                <a:cs typeface="Source Sans Pro"/>
              </a:rPr>
              <a:t>, las </a:t>
            </a:r>
            <a:r>
              <a:rPr lang="en-US" sz="1600" spc="-10" dirty="0" err="1">
                <a:cs typeface="Source Sans Pro"/>
              </a:rPr>
              <a:t>excepciones</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fallos</a:t>
            </a:r>
            <a:r>
              <a:rPr lang="en-US" sz="1600" spc="-10" dirty="0">
                <a:cs typeface="Source Sans Pro"/>
              </a:rPr>
              <a:t> y </a:t>
            </a:r>
            <a:r>
              <a:rPr lang="en-US" sz="1600" spc="-10" dirty="0" err="1">
                <a:cs typeface="Source Sans Pro"/>
              </a:rPr>
              <a:t>los</a:t>
            </a:r>
            <a:r>
              <a:rPr lang="en-US" sz="1600" spc="-10" dirty="0">
                <a:cs typeface="Source Sans Pro"/>
              </a:rPr>
              <a:t> </a:t>
            </a:r>
            <a:r>
              <a:rPr lang="en-US" sz="1600" spc="-10" dirty="0" err="1">
                <a:cs typeface="Source Sans Pro"/>
              </a:rPr>
              <a:t>eventos</a:t>
            </a:r>
            <a:r>
              <a:rPr lang="en-US" sz="1600" spc="-10" dirty="0">
                <a:cs typeface="Source Sans Pro"/>
              </a:rPr>
              <a:t> de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0651" y="1887354"/>
            <a:ext cx="4962699" cy="3310120"/>
          </a:xfrm>
          <a:prstGeom prst="rect">
            <a:avLst/>
          </a:prstGeom>
        </p:spPr>
      </p:pic>
    </p:spTree>
    <p:extLst>
      <p:ext uri="{BB962C8B-B14F-4D97-AF65-F5344CB8AC3E}">
        <p14:creationId xmlns:p14="http://schemas.microsoft.com/office/powerpoint/2010/main" val="2116228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738664"/>
          </a:xfrm>
          <a:prstGeom prst="rect">
            <a:avLst/>
          </a:prstGeom>
        </p:spPr>
        <p:txBody>
          <a:bodyPr vert="horz" wrap="square" lIns="0" tIns="0" rIns="0" bIns="0" rtlCol="0">
            <a:spAutoFit/>
          </a:bodyPr>
          <a:lstStyle/>
          <a:p>
            <a:pPr>
              <a:buSzPct val="100000"/>
              <a:tabLst>
                <a:tab pos="85725" algn="l"/>
              </a:tabLst>
            </a:pPr>
            <a:r>
              <a:rPr lang="en-US" sz="1600" b="1" spc="-10" dirty="0" err="1">
                <a:cs typeface="Source Sans Pro"/>
              </a:rPr>
              <a:t>Definición</a:t>
            </a:r>
            <a:r>
              <a:rPr lang="en-US" sz="1600" b="1" spc="-10" dirty="0">
                <a:cs typeface="Source Sans Pro"/>
              </a:rPr>
              <a:t> de </a:t>
            </a:r>
            <a:r>
              <a:rPr lang="en-US" sz="1600" b="1" spc="-10" dirty="0" err="1">
                <a:cs typeface="Source Sans Pro"/>
              </a:rPr>
              <a:t>los</a:t>
            </a:r>
            <a:r>
              <a:rPr lang="en-US" sz="1600" b="1" spc="-10" dirty="0">
                <a:cs typeface="Source Sans Pro"/>
              </a:rPr>
              <a:t> </a:t>
            </a:r>
            <a:r>
              <a:rPr lang="en-US" sz="1600" b="1" spc="-10" dirty="0" err="1">
                <a:cs typeface="Source Sans Pro"/>
              </a:rPr>
              <a:t>Registros</a:t>
            </a:r>
            <a:endParaRPr lang="en-US" sz="1600" b="1" spc="-10" dirty="0">
              <a:cs typeface="Source Sans Pro"/>
            </a:endParaRPr>
          </a:p>
          <a:p>
            <a:pPr>
              <a:buSzPct val="100000"/>
              <a:tabLst>
                <a:tab pos="85725" algn="l"/>
              </a:tabLst>
            </a:pPr>
            <a:r>
              <a:rPr lang="en-US" sz="1600" spc="-10" dirty="0" err="1">
                <a:cs typeface="Source Sans Pro"/>
              </a:rPr>
              <a:t>Cuando</a:t>
            </a:r>
            <a:r>
              <a:rPr lang="en-US" sz="1600" spc="-10" dirty="0">
                <a:cs typeface="Source Sans Pro"/>
              </a:rPr>
              <a:t> se </a:t>
            </a:r>
            <a:r>
              <a:rPr lang="en-US" sz="1600" spc="-10" dirty="0" err="1">
                <a:cs typeface="Source Sans Pro"/>
              </a:rPr>
              <a:t>definen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procesos</a:t>
            </a:r>
            <a:r>
              <a:rPr lang="en-US" sz="1600" spc="-10" dirty="0">
                <a:cs typeface="Source Sans Pro"/>
              </a:rPr>
              <a:t> y </a:t>
            </a:r>
            <a:r>
              <a:rPr lang="en-US" sz="1600" spc="-10" dirty="0" err="1">
                <a:cs typeface="Source Sans Pro"/>
              </a:rPr>
              <a:t>los</a:t>
            </a:r>
            <a:r>
              <a:rPr lang="en-US" sz="1600" spc="-10" dirty="0">
                <a:cs typeface="Source Sans Pro"/>
              </a:rPr>
              <a:t> </a:t>
            </a:r>
            <a:r>
              <a:rPr lang="en-US" sz="1600" spc="-10" dirty="0" err="1">
                <a:cs typeface="Source Sans Pro"/>
              </a:rPr>
              <a:t>controles</a:t>
            </a:r>
            <a:r>
              <a:rPr lang="en-US" sz="1600" spc="-10" dirty="0">
                <a:cs typeface="Source Sans Pro"/>
              </a:rPr>
              <a:t> de </a:t>
            </a:r>
            <a:r>
              <a:rPr lang="en-US" sz="1600" spc="-10" dirty="0" err="1">
                <a:cs typeface="Source Sans Pro"/>
              </a:rPr>
              <a:t>seguridad</a:t>
            </a:r>
            <a:r>
              <a:rPr lang="en-US" sz="1600" spc="-10" dirty="0">
                <a:cs typeface="Source Sans Pro"/>
              </a:rPr>
              <a:t>, </a:t>
            </a:r>
            <a:r>
              <a:rPr lang="en-US" sz="1600" spc="-10" dirty="0" err="1">
                <a:cs typeface="Source Sans Pro"/>
              </a:rPr>
              <a:t>debería</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creada</a:t>
            </a:r>
            <a:r>
              <a:rPr lang="en-US" sz="1600" spc="-10" dirty="0">
                <a:cs typeface="Source Sans Pro"/>
              </a:rPr>
              <a:t> </a:t>
            </a:r>
            <a:r>
              <a:rPr lang="en-US" sz="1600" spc="-10" dirty="0" err="1">
                <a:cs typeface="Source Sans Pro"/>
              </a:rPr>
              <a:t>una</a:t>
            </a:r>
            <a:r>
              <a:rPr lang="en-US" sz="1600" spc="-10" dirty="0">
                <a:cs typeface="Source Sans Pro"/>
              </a:rPr>
              <a:t> </a:t>
            </a:r>
            <a:r>
              <a:rPr lang="en-US" sz="1600" spc="-10" dirty="0" err="1">
                <a:cs typeface="Source Sans Pro"/>
              </a:rPr>
              <a:t>lista</a:t>
            </a:r>
            <a:r>
              <a:rPr lang="en-US" sz="1600" spc="-10" dirty="0">
                <a:cs typeface="Source Sans Pro"/>
              </a:rPr>
              <a:t> de </a:t>
            </a:r>
            <a:r>
              <a:rPr lang="en-US" sz="1600" spc="-10" dirty="0" err="1">
                <a:cs typeface="Source Sans Pro"/>
              </a:rPr>
              <a:t>los</a:t>
            </a:r>
            <a:r>
              <a:rPr lang="en-US" sz="1600" spc="-10" dirty="0">
                <a:cs typeface="Source Sans Pro"/>
              </a:rPr>
              <a:t> </a:t>
            </a:r>
            <a:r>
              <a:rPr lang="en-US" sz="1600" spc="-10" dirty="0" err="1">
                <a:cs typeface="Source Sans Pro"/>
              </a:rPr>
              <a:t>registros</a:t>
            </a:r>
            <a:r>
              <a:rPr lang="en-US" sz="1600" spc="-10" dirty="0">
                <a:cs typeface="Source Sans Pro"/>
              </a:rPr>
              <a:t> </a:t>
            </a:r>
            <a:r>
              <a:rPr lang="en-US" sz="1600" spc="-10" dirty="0" err="1">
                <a:cs typeface="Source Sans Pro"/>
              </a:rPr>
              <a:t>asociados</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pic>
        <p:nvPicPr>
          <p:cNvPr id="9" name="Imagen 8"/>
          <p:cNvPicPr>
            <a:picLocks noChangeAspect="1"/>
          </p:cNvPicPr>
          <p:nvPr/>
        </p:nvPicPr>
        <p:blipFill rotWithShape="1">
          <a:blip r:embed="rId3"/>
          <a:srcRect l="1540" t="1850" r="855"/>
          <a:stretch/>
        </p:blipFill>
        <p:spPr>
          <a:xfrm>
            <a:off x="614406" y="1880171"/>
            <a:ext cx="7915188" cy="3183740"/>
          </a:xfrm>
          <a:prstGeom prst="rect">
            <a:avLst/>
          </a:prstGeom>
        </p:spPr>
      </p:pic>
    </p:spTree>
    <p:extLst>
      <p:ext uri="{BB962C8B-B14F-4D97-AF65-F5344CB8AC3E}">
        <p14:creationId xmlns:p14="http://schemas.microsoft.com/office/powerpoint/2010/main" val="1594213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522155" y="1704975"/>
            <a:ext cx="4183409" cy="2784832"/>
          </a:xfrm>
          <a:prstGeom prst="rect">
            <a:avLst/>
          </a:prstGeom>
        </p:spPr>
      </p:pic>
      <p:sp>
        <p:nvSpPr>
          <p:cNvPr id="7" name="object 7"/>
          <p:cNvSpPr txBox="1"/>
          <p:nvPr/>
        </p:nvSpPr>
        <p:spPr>
          <a:xfrm>
            <a:off x="507698" y="954483"/>
            <a:ext cx="8167990" cy="492443"/>
          </a:xfrm>
          <a:prstGeom prst="rect">
            <a:avLst/>
          </a:prstGeom>
        </p:spPr>
        <p:txBody>
          <a:bodyPr vert="horz" wrap="square" lIns="0" tIns="0" rIns="0" bIns="0" rtlCol="0">
            <a:spAutoFit/>
          </a:bodyPr>
          <a:lstStyle/>
          <a:p>
            <a:pPr>
              <a:buSzPct val="100000"/>
              <a:tabLst>
                <a:tab pos="85725" algn="l"/>
              </a:tabLst>
            </a:pPr>
            <a:r>
              <a:rPr lang="en-US" sz="1600" b="1" spc="-10" dirty="0" err="1">
                <a:cs typeface="Source Sans Pro"/>
              </a:rPr>
              <a:t>Definición</a:t>
            </a:r>
            <a:r>
              <a:rPr lang="en-US" sz="1600" b="1" spc="-10" dirty="0">
                <a:cs typeface="Source Sans Pro"/>
              </a:rPr>
              <a:t> de </a:t>
            </a:r>
            <a:r>
              <a:rPr lang="en-US" sz="1600" b="1" spc="-10" dirty="0" err="1">
                <a:cs typeface="Source Sans Pro"/>
              </a:rPr>
              <a:t>los</a:t>
            </a:r>
            <a:r>
              <a:rPr lang="en-US" sz="1600" b="1" spc="-10" dirty="0">
                <a:cs typeface="Source Sans Pro"/>
              </a:rPr>
              <a:t> </a:t>
            </a:r>
            <a:r>
              <a:rPr lang="en-US" sz="1600" b="1" spc="-10" dirty="0" err="1">
                <a:cs typeface="Source Sans Pro"/>
              </a:rPr>
              <a:t>Registros</a:t>
            </a:r>
            <a:endParaRPr lang="en-US" sz="1600" b="1" spc="-10" dirty="0">
              <a:cs typeface="Source Sans Pro"/>
            </a:endParaRPr>
          </a:p>
          <a:p>
            <a:pPr>
              <a:buSzPct val="100000"/>
              <a:tabLst>
                <a:tab pos="85725" algn="l"/>
              </a:tabLst>
            </a:pPr>
            <a:r>
              <a:rPr lang="en-US" sz="1600" spc="-10" dirty="0" err="1">
                <a:cs typeface="Source Sans Pro"/>
              </a:rPr>
              <a:t>Cuando</a:t>
            </a:r>
            <a:r>
              <a:rPr lang="en-US" sz="1600" spc="-10" dirty="0">
                <a:cs typeface="Source Sans Pro"/>
              </a:rPr>
              <a:t> se </a:t>
            </a:r>
            <a:r>
              <a:rPr lang="en-US" sz="1600" spc="-10" dirty="0" err="1">
                <a:cs typeface="Source Sans Pro"/>
              </a:rPr>
              <a:t>describen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procesos</a:t>
            </a:r>
            <a:r>
              <a:rPr lang="en-US" sz="1600" spc="-10" dirty="0">
                <a:cs typeface="Source Sans Pro"/>
              </a:rPr>
              <a:t> y </a:t>
            </a:r>
            <a:r>
              <a:rPr lang="en-US" sz="1600" spc="-10" dirty="0" err="1">
                <a:cs typeface="Source Sans Pro"/>
              </a:rPr>
              <a:t>controles</a:t>
            </a:r>
            <a:r>
              <a:rPr lang="en-US" sz="1600" spc="-10" dirty="0">
                <a:cs typeface="Source Sans Pro"/>
              </a:rPr>
              <a:t>, se </a:t>
            </a:r>
            <a:r>
              <a:rPr lang="en-US" sz="1600" spc="-10" dirty="0" err="1">
                <a:cs typeface="Source Sans Pro"/>
              </a:rPr>
              <a:t>debería</a:t>
            </a:r>
            <a:r>
              <a:rPr lang="en-US" sz="1600" spc="-10" dirty="0">
                <a:cs typeface="Source Sans Pro"/>
              </a:rPr>
              <a:t> </a:t>
            </a:r>
            <a:r>
              <a:rPr lang="en-US" sz="1600" spc="-10" dirty="0" err="1">
                <a:cs typeface="Source Sans Pro"/>
              </a:rPr>
              <a:t>describir</a:t>
            </a:r>
            <a:r>
              <a:rPr lang="en-US" sz="1600" spc="-10" dirty="0">
                <a:cs typeface="Source Sans Pro"/>
              </a:rPr>
              <a:t> </a:t>
            </a:r>
            <a:r>
              <a:rPr lang="en-US" sz="1600" spc="-10" dirty="0" err="1">
                <a:cs typeface="Source Sans Pro"/>
              </a:rPr>
              <a:t>cómo</a:t>
            </a:r>
            <a:r>
              <a:rPr lang="en-US" sz="1600" spc="-10" dirty="0">
                <a:cs typeface="Source Sans Pro"/>
              </a:rPr>
              <a:t> se </a:t>
            </a:r>
            <a:r>
              <a:rPr lang="en-US" sz="1600" spc="-10" dirty="0" err="1">
                <a:cs typeface="Source Sans Pro"/>
              </a:rPr>
              <a:t>gestionan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registros</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pic>
        <p:nvPicPr>
          <p:cNvPr id="6" name="Picture 2" descr="Resultado de imagen para gestión de registro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8303" y="1704975"/>
            <a:ext cx="3708971" cy="277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1200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738664"/>
          </a:xfrm>
          <a:prstGeom prst="rect">
            <a:avLst/>
          </a:prstGeom>
        </p:spPr>
        <p:txBody>
          <a:bodyPr vert="horz" wrap="square" lIns="0" tIns="0" rIns="0" bIns="0" rtlCol="0">
            <a:spAutoFit/>
          </a:bodyPr>
          <a:lstStyle/>
          <a:p>
            <a:pPr>
              <a:buSzPct val="100000"/>
              <a:tabLst>
                <a:tab pos="85725" algn="l"/>
              </a:tabLst>
            </a:pPr>
            <a:r>
              <a:rPr lang="en-US" sz="1600" b="1" spc="-10" dirty="0" err="1">
                <a:cs typeface="Source Sans Pro"/>
              </a:rPr>
              <a:t>Definición</a:t>
            </a:r>
            <a:r>
              <a:rPr lang="en-US" sz="1600" b="1" spc="-10" dirty="0">
                <a:cs typeface="Source Sans Pro"/>
              </a:rPr>
              <a:t> de </a:t>
            </a:r>
            <a:r>
              <a:rPr lang="en-US" sz="1600" b="1" spc="-10" dirty="0" err="1">
                <a:cs typeface="Source Sans Pro"/>
              </a:rPr>
              <a:t>los</a:t>
            </a:r>
            <a:r>
              <a:rPr lang="en-US" sz="1600" b="1" spc="-10" dirty="0">
                <a:cs typeface="Source Sans Pro"/>
              </a:rPr>
              <a:t> </a:t>
            </a:r>
            <a:r>
              <a:rPr lang="en-US" sz="1600" b="1" spc="-10" dirty="0" err="1">
                <a:cs typeface="Source Sans Pro"/>
              </a:rPr>
              <a:t>Registros</a:t>
            </a:r>
            <a:endParaRPr lang="en-US" sz="1600" b="1" spc="-10" dirty="0">
              <a:cs typeface="Source Sans Pro"/>
            </a:endParaRPr>
          </a:p>
          <a:p>
            <a:pPr>
              <a:buSzPct val="100000"/>
              <a:tabLst>
                <a:tab pos="85725" algn="l"/>
              </a:tabLst>
            </a:pPr>
            <a:r>
              <a:rPr lang="en-US" sz="1600" spc="-10" dirty="0" err="1">
                <a:cs typeface="Source Sans Pro"/>
              </a:rPr>
              <a:t>Cuando</a:t>
            </a:r>
            <a:r>
              <a:rPr lang="en-US" sz="1600" spc="-10" dirty="0">
                <a:cs typeface="Source Sans Pro"/>
              </a:rPr>
              <a:t> se </a:t>
            </a:r>
            <a:r>
              <a:rPr lang="en-US" sz="1600" spc="-10" dirty="0" err="1">
                <a:cs typeface="Source Sans Pro"/>
              </a:rPr>
              <a:t>escriben</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procedimientos</a:t>
            </a:r>
            <a:r>
              <a:rPr lang="en-US" sz="1600" spc="-10" dirty="0">
                <a:cs typeface="Source Sans Pro"/>
              </a:rPr>
              <a:t>, </a:t>
            </a:r>
            <a:r>
              <a:rPr lang="en-US" sz="1600" spc="-10" dirty="0" err="1">
                <a:cs typeface="Source Sans Pro"/>
              </a:rPr>
              <a:t>deberían</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creados</a:t>
            </a:r>
            <a:r>
              <a:rPr lang="en-US" sz="1600" spc="-10" dirty="0">
                <a:cs typeface="Source Sans Pro"/>
              </a:rPr>
              <a:t>, </a:t>
            </a:r>
            <a:r>
              <a:rPr lang="en-US" sz="1600" spc="-10" dirty="0" err="1">
                <a:cs typeface="Source Sans Pro"/>
              </a:rPr>
              <a:t>formularios</a:t>
            </a:r>
            <a:r>
              <a:rPr lang="en-US" sz="1600" spc="-10" dirty="0">
                <a:cs typeface="Source Sans Pro"/>
              </a:rPr>
              <a:t> y </a:t>
            </a:r>
            <a:r>
              <a:rPr lang="en-US" sz="1600" spc="-10" dirty="0" err="1">
                <a:cs typeface="Source Sans Pro"/>
              </a:rPr>
              <a:t>otros</a:t>
            </a:r>
            <a:r>
              <a:rPr lang="en-US" sz="1600" spc="-10" dirty="0">
                <a:cs typeface="Source Sans Pro"/>
              </a:rPr>
              <a:t> </a:t>
            </a:r>
            <a:r>
              <a:rPr lang="en-US" sz="1600" spc="-10" dirty="0" err="1">
                <a:cs typeface="Source Sans Pro"/>
              </a:rPr>
              <a:t>medios</a:t>
            </a:r>
            <a:r>
              <a:rPr lang="en-US" sz="1600" spc="-10" dirty="0">
                <a:cs typeface="Source Sans Pro"/>
              </a:rPr>
              <a:t> de </a:t>
            </a:r>
            <a:r>
              <a:rPr lang="en-US" sz="1600" spc="-10" dirty="0" err="1">
                <a:cs typeface="Source Sans Pro"/>
              </a:rPr>
              <a:t>comunicación</a:t>
            </a:r>
            <a:r>
              <a:rPr lang="en-US" sz="1600" spc="-10" dirty="0">
                <a:cs typeface="Source Sans Pro"/>
              </a:rPr>
              <a:t> </a:t>
            </a:r>
            <a:r>
              <a:rPr lang="en-US" sz="1600" spc="-10" dirty="0" err="1">
                <a:cs typeface="Source Sans Pro"/>
              </a:rPr>
              <a:t>destinados</a:t>
            </a:r>
            <a:r>
              <a:rPr lang="en-US" sz="1600" spc="-10" dirty="0">
                <a:cs typeface="Source Sans Pro"/>
              </a:rPr>
              <a:t> a </a:t>
            </a:r>
            <a:r>
              <a:rPr lang="en-US" sz="1600" spc="-10" dirty="0" err="1">
                <a:cs typeface="Source Sans Pro"/>
              </a:rPr>
              <a:t>recoger</a:t>
            </a:r>
            <a:r>
              <a:rPr lang="en-US" sz="1600" spc="-10" dirty="0">
                <a:cs typeface="Source Sans Pro"/>
              </a:rPr>
              <a:t> y </a:t>
            </a:r>
            <a:r>
              <a:rPr lang="en-US" sz="1600" spc="-10" dirty="0" err="1">
                <a:cs typeface="Source Sans Pro"/>
              </a:rPr>
              <a:t>conservar</a:t>
            </a:r>
            <a:r>
              <a:rPr lang="en-US" sz="1600" spc="-10" dirty="0">
                <a:cs typeface="Source Sans Pro"/>
              </a:rPr>
              <a:t> la </a:t>
            </a:r>
            <a:r>
              <a:rPr lang="en-US" sz="1600" spc="-10" dirty="0" err="1">
                <a:cs typeface="Source Sans Pro"/>
              </a:rPr>
              <a:t>información</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grpSp>
        <p:nvGrpSpPr>
          <p:cNvPr id="4" name="Agrupar 3"/>
          <p:cNvGrpSpPr/>
          <p:nvPr/>
        </p:nvGrpSpPr>
        <p:grpSpPr>
          <a:xfrm>
            <a:off x="468314" y="2116338"/>
            <a:ext cx="8207374" cy="1963110"/>
            <a:chOff x="468314" y="2373188"/>
            <a:chExt cx="8262202" cy="1976224"/>
          </a:xfrm>
        </p:grpSpPr>
        <p:pic>
          <p:nvPicPr>
            <p:cNvPr id="10" name="Picture 4" descr="Imagen relacionad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4" y="2374208"/>
              <a:ext cx="5739910" cy="1975204"/>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2892" y="2373188"/>
              <a:ext cx="2417624" cy="1972781"/>
            </a:xfrm>
            <a:prstGeom prst="rect">
              <a:avLst/>
            </a:prstGeom>
          </p:spPr>
        </p:pic>
      </p:grpSp>
    </p:spTree>
    <p:extLst>
      <p:ext uri="{BB962C8B-B14F-4D97-AF65-F5344CB8AC3E}">
        <p14:creationId xmlns:p14="http://schemas.microsoft.com/office/powerpoint/2010/main" val="720083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738664"/>
          </a:xfrm>
          <a:prstGeom prst="rect">
            <a:avLst/>
          </a:prstGeom>
        </p:spPr>
        <p:txBody>
          <a:bodyPr vert="horz" wrap="square" lIns="0" tIns="0" rIns="0" bIns="0" rtlCol="0">
            <a:spAutoFit/>
          </a:bodyPr>
          <a:lstStyle/>
          <a:p>
            <a:pPr>
              <a:buSzPct val="100000"/>
              <a:tabLst>
                <a:tab pos="85725" algn="l"/>
              </a:tabLst>
            </a:pPr>
            <a:r>
              <a:rPr lang="en-US" sz="1600" b="1" spc="-10" dirty="0">
                <a:cs typeface="Source Sans Pro"/>
              </a:rPr>
              <a:t>A.12.4.2 </a:t>
            </a:r>
            <a:r>
              <a:rPr lang="en-US" sz="1600" b="1" spc="-10" dirty="0" err="1">
                <a:cs typeface="Source Sans Pro"/>
              </a:rPr>
              <a:t>Protección</a:t>
            </a:r>
            <a:r>
              <a:rPr lang="en-US" sz="1600" b="1" spc="-10" dirty="0">
                <a:cs typeface="Source Sans Pro"/>
              </a:rPr>
              <a:t> de la </a:t>
            </a:r>
            <a:r>
              <a:rPr lang="en-US" sz="1600" b="1" spc="-10" dirty="0" err="1">
                <a:cs typeface="Source Sans Pro"/>
              </a:rPr>
              <a:t>información</a:t>
            </a:r>
            <a:r>
              <a:rPr lang="en-US" sz="1600" b="1" spc="-10" dirty="0">
                <a:cs typeface="Source Sans Pro"/>
              </a:rPr>
              <a:t> de </a:t>
            </a:r>
            <a:r>
              <a:rPr lang="en-US" sz="1600" b="1" spc="-10" dirty="0" err="1">
                <a:cs typeface="Source Sans Pro"/>
              </a:rPr>
              <a:t>los</a:t>
            </a:r>
            <a:r>
              <a:rPr lang="en-US" sz="1600" b="1" spc="-10" dirty="0">
                <a:cs typeface="Source Sans Pro"/>
              </a:rPr>
              <a:t> </a:t>
            </a:r>
            <a:r>
              <a:rPr lang="en-US" sz="1600" b="1" spc="-10" dirty="0" err="1">
                <a:cs typeface="Source Sans Pro"/>
              </a:rPr>
              <a:t>registros</a:t>
            </a:r>
            <a:endParaRPr lang="en-US" sz="1600" b="1" spc="-10" dirty="0">
              <a:cs typeface="Source Sans Pro"/>
            </a:endParaRPr>
          </a:p>
          <a:p>
            <a:pPr>
              <a:buSzPct val="100000"/>
              <a:tabLst>
                <a:tab pos="85725" algn="l"/>
              </a:tabLst>
            </a:pPr>
            <a:r>
              <a:rPr lang="en-US" sz="1600" spc="-10" dirty="0">
                <a:cs typeface="Source Sans Pro"/>
              </a:rPr>
              <a:t>Los </a:t>
            </a:r>
            <a:r>
              <a:rPr lang="en-US" sz="1600" spc="-10" dirty="0" err="1">
                <a:cs typeface="Source Sans Pro"/>
              </a:rPr>
              <a:t>dispositivos</a:t>
            </a:r>
            <a:r>
              <a:rPr lang="en-US" sz="1600" spc="-10" dirty="0">
                <a:cs typeface="Source Sans Pro"/>
              </a:rPr>
              <a:t> de </a:t>
            </a:r>
            <a:r>
              <a:rPr lang="en-US" sz="1600" spc="-10" dirty="0" err="1">
                <a:cs typeface="Source Sans Pro"/>
              </a:rPr>
              <a:t>registro</a:t>
            </a:r>
            <a:r>
              <a:rPr lang="en-US" sz="1600" spc="-10" dirty="0">
                <a:cs typeface="Source Sans Pro"/>
              </a:rPr>
              <a:t> y la </a:t>
            </a:r>
            <a:r>
              <a:rPr lang="en-US" sz="1600" spc="-10" dirty="0" err="1">
                <a:cs typeface="Source Sans Pro"/>
              </a:rPr>
              <a:t>información</a:t>
            </a:r>
            <a:r>
              <a:rPr lang="en-US" sz="1600" spc="-10" dirty="0">
                <a:cs typeface="Source Sans Pro"/>
              </a:rPr>
              <a:t> de </a:t>
            </a:r>
            <a:r>
              <a:rPr lang="en-US" sz="1600" spc="-10" dirty="0" err="1">
                <a:cs typeface="Source Sans Pro"/>
              </a:rPr>
              <a:t>los</a:t>
            </a:r>
            <a:r>
              <a:rPr lang="en-US" sz="1600" spc="-10" dirty="0">
                <a:cs typeface="Source Sans Pro"/>
              </a:rPr>
              <a:t> </a:t>
            </a:r>
            <a:r>
              <a:rPr lang="en-US" sz="1600" spc="-10" dirty="0" err="1">
                <a:cs typeface="Source Sans Pro"/>
              </a:rPr>
              <a:t>registros</a:t>
            </a:r>
            <a:r>
              <a:rPr lang="en-US" sz="1600" spc="-10" dirty="0">
                <a:cs typeface="Source Sans Pro"/>
              </a:rPr>
              <a:t> </a:t>
            </a:r>
            <a:r>
              <a:rPr lang="en-US" sz="1600" spc="-10" dirty="0" err="1">
                <a:cs typeface="Source Sans Pro"/>
              </a:rPr>
              <a:t>deben</a:t>
            </a:r>
            <a:r>
              <a:rPr lang="en-US" sz="1600" spc="-10" dirty="0">
                <a:cs typeface="Source Sans Pro"/>
              </a:rPr>
              <a:t> </a:t>
            </a:r>
            <a:r>
              <a:rPr lang="en-US" sz="1600" spc="-10" dirty="0" err="1">
                <a:cs typeface="Source Sans Pro"/>
              </a:rPr>
              <a:t>estar</a:t>
            </a:r>
            <a:r>
              <a:rPr lang="en-US" sz="1600" spc="-10" dirty="0">
                <a:cs typeface="Source Sans Pro"/>
              </a:rPr>
              <a:t> </a:t>
            </a:r>
            <a:r>
              <a:rPr lang="en-US" sz="1600" spc="-10" dirty="0" err="1">
                <a:cs typeface="Source Sans Pro"/>
              </a:rPr>
              <a:t>protegidos</a:t>
            </a:r>
            <a:r>
              <a:rPr lang="en-US" sz="1600" spc="-10" dirty="0">
                <a:cs typeface="Source Sans Pro"/>
              </a:rPr>
              <a:t> contra </a:t>
            </a:r>
            <a:r>
              <a:rPr lang="en-US" sz="1600" spc="-10" dirty="0" err="1">
                <a:cs typeface="Source Sans Pro"/>
              </a:rPr>
              <a:t>manipulaciones</a:t>
            </a:r>
            <a:r>
              <a:rPr lang="en-US" sz="1600" spc="-10" dirty="0">
                <a:cs typeface="Source Sans Pro"/>
              </a:rPr>
              <a:t> </a:t>
            </a:r>
            <a:r>
              <a:rPr lang="en-US" sz="1600" spc="-10" dirty="0" err="1">
                <a:cs typeface="Source Sans Pro"/>
              </a:rPr>
              <a:t>indebidas</a:t>
            </a:r>
            <a:r>
              <a:rPr lang="en-US" sz="1600" spc="-10" dirty="0">
                <a:cs typeface="Source Sans Pro"/>
              </a:rPr>
              <a:t> y </a:t>
            </a:r>
            <a:r>
              <a:rPr lang="en-US" sz="1600" spc="-10" dirty="0" err="1">
                <a:cs typeface="Source Sans Pro"/>
              </a:rPr>
              <a:t>accesos</a:t>
            </a:r>
            <a:r>
              <a:rPr lang="en-US" sz="1600" spc="-10" dirty="0">
                <a:cs typeface="Source Sans Pro"/>
              </a:rPr>
              <a:t> no </a:t>
            </a:r>
            <a:r>
              <a:rPr lang="en-US" sz="1600" spc="-10" dirty="0" err="1">
                <a:cs typeface="Source Sans Pro"/>
              </a:rPr>
              <a:t>autorizados</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pic>
        <p:nvPicPr>
          <p:cNvPr id="2" name="Imagen 1"/>
          <p:cNvPicPr>
            <a:picLocks noChangeAspect="1"/>
          </p:cNvPicPr>
          <p:nvPr/>
        </p:nvPicPr>
        <p:blipFill>
          <a:blip r:embed="rId3"/>
          <a:stretch>
            <a:fillRect/>
          </a:stretch>
        </p:blipFill>
        <p:spPr>
          <a:xfrm>
            <a:off x="2903948" y="2154698"/>
            <a:ext cx="3336105" cy="2724486"/>
          </a:xfrm>
          <a:prstGeom prst="rect">
            <a:avLst/>
          </a:prstGeom>
        </p:spPr>
      </p:pic>
    </p:spTree>
    <p:extLst>
      <p:ext uri="{BB962C8B-B14F-4D97-AF65-F5344CB8AC3E}">
        <p14:creationId xmlns:p14="http://schemas.microsoft.com/office/powerpoint/2010/main" val="128326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3811890" cy="3200876"/>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¿QUÉ SE DEBE SUPERVISAR MÍNIMAMENTE?</a:t>
            </a:r>
          </a:p>
          <a:p>
            <a:pPr marL="184150" indent="-184150">
              <a:buSzPct val="100000"/>
              <a:buFont typeface="Arial" charset="0"/>
              <a:buChar char="•"/>
              <a:tabLst>
                <a:tab pos="85725" algn="l"/>
              </a:tabLst>
            </a:pPr>
            <a:r>
              <a:rPr lang="en-US" sz="1600" spc="-10" dirty="0">
                <a:cs typeface="Source Sans Pro"/>
              </a:rPr>
              <a:t>La </a:t>
            </a:r>
            <a:r>
              <a:rPr lang="en-US" sz="1600" spc="-10" dirty="0" err="1">
                <a:cs typeface="Source Sans Pro"/>
              </a:rPr>
              <a:t>medida</a:t>
            </a:r>
            <a:r>
              <a:rPr lang="en-US" sz="1600" spc="-10" dirty="0">
                <a:cs typeface="Source Sans Pro"/>
              </a:rPr>
              <a:t> </a:t>
            </a:r>
            <a:r>
              <a:rPr lang="en-US" sz="1600" spc="-10" dirty="0" err="1">
                <a:cs typeface="Source Sans Pro"/>
              </a:rPr>
              <a:t>en</a:t>
            </a:r>
            <a:r>
              <a:rPr lang="en-US" sz="1600" spc="-10" dirty="0">
                <a:cs typeface="Source Sans Pro"/>
              </a:rPr>
              <a:t> que se </a:t>
            </a:r>
            <a:r>
              <a:rPr lang="en-US" sz="1600" spc="-10" dirty="0" err="1">
                <a:cs typeface="Source Sans Pro"/>
              </a:rPr>
              <a:t>cumple</a:t>
            </a:r>
            <a:r>
              <a:rPr lang="en-US" sz="1600" spc="-10" dirty="0">
                <a:cs typeface="Source Sans Pro"/>
              </a:rPr>
              <a:t> la </a:t>
            </a:r>
            <a:r>
              <a:rPr lang="en-US" sz="1600" spc="-10" dirty="0" err="1">
                <a:cs typeface="Source Sans Pro"/>
              </a:rPr>
              <a:t>política</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objetivos</a:t>
            </a:r>
            <a:r>
              <a:rPr lang="en-US" sz="1600" spc="-10" dirty="0">
                <a:cs typeface="Source Sans Pro"/>
              </a:rPr>
              <a:t> y las </a:t>
            </a:r>
            <a:r>
              <a:rPr lang="en-US" sz="1600" spc="-10" dirty="0" err="1">
                <a:cs typeface="Source Sans Pro"/>
              </a:rPr>
              <a:t>metas</a:t>
            </a:r>
            <a:r>
              <a:rPr lang="en-US" sz="1600" spc="-10" dirty="0">
                <a:cs typeface="Source Sans Pro"/>
              </a:rPr>
              <a:t> de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smtClean="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Los </a:t>
            </a:r>
            <a:r>
              <a:rPr lang="en-US" sz="1600" spc="-10" dirty="0" err="1">
                <a:cs typeface="Source Sans Pro"/>
              </a:rPr>
              <a:t>procesos</a:t>
            </a:r>
            <a:r>
              <a:rPr lang="en-US" sz="1600" spc="-10" dirty="0">
                <a:cs typeface="Source Sans Pro"/>
              </a:rPr>
              <a:t>, </a:t>
            </a:r>
            <a:r>
              <a:rPr lang="en-US" sz="1600" spc="-10" dirty="0" err="1">
                <a:cs typeface="Source Sans Pro"/>
              </a:rPr>
              <a:t>procedimientos</a:t>
            </a:r>
            <a:r>
              <a:rPr lang="en-US" sz="1600" spc="-10" dirty="0">
                <a:cs typeface="Source Sans Pro"/>
              </a:rPr>
              <a:t> y </a:t>
            </a:r>
            <a:r>
              <a:rPr lang="en-US" sz="1600" spc="-10" dirty="0" err="1">
                <a:cs typeface="Source Sans Pro"/>
              </a:rPr>
              <a:t>funciones</a:t>
            </a:r>
            <a:r>
              <a:rPr lang="en-US" sz="1600" spc="-10" dirty="0">
                <a:cs typeface="Source Sans Pro"/>
              </a:rPr>
              <a:t> que </a:t>
            </a:r>
            <a:r>
              <a:rPr lang="en-US" sz="1600" spc="-10" dirty="0" err="1">
                <a:cs typeface="Source Sans Pro"/>
              </a:rPr>
              <a:t>protegen</a:t>
            </a:r>
            <a:r>
              <a:rPr lang="en-US" sz="1600" spc="-10" dirty="0">
                <a:cs typeface="Source Sans Pro"/>
              </a:rPr>
              <a:t> </a:t>
            </a:r>
            <a:r>
              <a:rPr lang="en-US" sz="1600" spc="-10" dirty="0" err="1">
                <a:cs typeface="Source Sans Pro"/>
              </a:rPr>
              <a:t>sus</a:t>
            </a:r>
            <a:r>
              <a:rPr lang="en-US" sz="1600" spc="-10" dirty="0">
                <a:cs typeface="Source Sans Pro"/>
              </a:rPr>
              <a:t> </a:t>
            </a:r>
            <a:r>
              <a:rPr lang="en-US" sz="1600" spc="-10" dirty="0" err="1">
                <a:cs typeface="Source Sans Pro"/>
              </a:rPr>
              <a:t>actividades</a:t>
            </a:r>
            <a:r>
              <a:rPr lang="en-US" sz="1600" spc="-10" dirty="0">
                <a:cs typeface="Source Sans Pro"/>
              </a:rPr>
              <a:t> </a:t>
            </a:r>
            <a:r>
              <a:rPr lang="en-US" sz="1600" spc="-10" dirty="0" err="1">
                <a:cs typeface="Source Sans Pro"/>
              </a:rPr>
              <a:t>prioritarias</a:t>
            </a:r>
            <a:r>
              <a:rPr lang="en-US" sz="1600" spc="-10" dirty="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err="1" smtClean="0">
                <a:cs typeface="Source Sans Pro"/>
              </a:rPr>
              <a:t>Evidencia</a:t>
            </a:r>
            <a:r>
              <a:rPr lang="en-US" sz="1600" spc="-10" dirty="0" smtClean="0">
                <a:cs typeface="Source Sans Pro"/>
              </a:rPr>
              <a:t> </a:t>
            </a:r>
            <a:r>
              <a:rPr lang="en-US" sz="1600" spc="-10" dirty="0" err="1">
                <a:cs typeface="Source Sans Pro"/>
              </a:rPr>
              <a:t>histórica</a:t>
            </a:r>
            <a:r>
              <a:rPr lang="en-US" sz="1600" spc="-10" dirty="0">
                <a:cs typeface="Source Sans Pro"/>
              </a:rPr>
              <a:t> de </a:t>
            </a:r>
            <a:r>
              <a:rPr lang="en-US" sz="1600" spc="-10" dirty="0" err="1">
                <a:cs typeface="Source Sans Pro"/>
              </a:rPr>
              <a:t>los</a:t>
            </a:r>
            <a:r>
              <a:rPr lang="en-US" sz="1600" spc="-10" dirty="0">
                <a:cs typeface="Source Sans Pro"/>
              </a:rPr>
              <a:t> </a:t>
            </a:r>
            <a:r>
              <a:rPr lang="en-US" sz="1600" spc="-10" dirty="0" err="1">
                <a:cs typeface="Source Sans Pro"/>
              </a:rPr>
              <a:t>resultados</a:t>
            </a:r>
            <a:r>
              <a:rPr lang="en-US" sz="1600" spc="-10" dirty="0">
                <a:cs typeface="Source Sans Pro"/>
              </a:rPr>
              <a:t> </a:t>
            </a:r>
            <a:r>
              <a:rPr lang="en-US" sz="1600" spc="-10" dirty="0" err="1">
                <a:cs typeface="Source Sans Pro"/>
              </a:rPr>
              <a:t>deficientes</a:t>
            </a:r>
            <a:r>
              <a:rPr lang="en-US" sz="1600" spc="-10" dirty="0">
                <a:cs typeface="Source Sans Pro"/>
              </a:rPr>
              <a:t> del SGSI, </a:t>
            </a:r>
            <a:r>
              <a:rPr lang="en-US" sz="1600" spc="-10" dirty="0" err="1">
                <a:cs typeface="Source Sans Pro"/>
              </a:rPr>
              <a:t>por</a:t>
            </a:r>
            <a:r>
              <a:rPr lang="en-US" sz="1600" spc="-10" dirty="0">
                <a:cs typeface="Source Sans Pro"/>
              </a:rPr>
              <a:t> </a:t>
            </a:r>
            <a:r>
              <a:rPr lang="en-US" sz="1600" spc="-10" dirty="0" err="1">
                <a:cs typeface="Source Sans Pro"/>
              </a:rPr>
              <a:t>ejemplo</a:t>
            </a:r>
            <a:r>
              <a:rPr lang="en-US" sz="1600" spc="-10" dirty="0">
                <a:cs typeface="Source Sans Pro"/>
              </a:rPr>
              <a:t>, no </a:t>
            </a:r>
            <a:r>
              <a:rPr lang="en-US" sz="1600" spc="-10" dirty="0" err="1">
                <a:cs typeface="Source Sans Pro"/>
              </a:rPr>
              <a:t>conformidad</a:t>
            </a:r>
            <a:r>
              <a:rPr lang="en-US" sz="1600" spc="-10" dirty="0">
                <a:cs typeface="Source Sans Pro"/>
              </a:rPr>
              <a:t>, </a:t>
            </a:r>
            <a:r>
              <a:rPr lang="en-US" sz="1600" spc="-10" dirty="0" err="1">
                <a:cs typeface="Source Sans Pro"/>
              </a:rPr>
              <a:t>conatos</a:t>
            </a:r>
            <a:r>
              <a:rPr lang="en-US" sz="1600" spc="-10" dirty="0">
                <a:cs typeface="Source Sans Pro"/>
              </a:rPr>
              <a:t>, falsas </a:t>
            </a:r>
            <a:r>
              <a:rPr lang="en-US" sz="1600" spc="-10" dirty="0" err="1">
                <a:cs typeface="Source Sans Pro"/>
              </a:rPr>
              <a:t>alarmas</a:t>
            </a:r>
            <a:r>
              <a:rPr lang="en-US" sz="1600" spc="-10" dirty="0">
                <a:cs typeface="Source Sans Pro"/>
              </a:rPr>
              <a:t>, </a:t>
            </a:r>
            <a:r>
              <a:rPr lang="en-US" sz="1600" spc="-10" dirty="0" err="1">
                <a:cs typeface="Source Sans Pro"/>
              </a:rPr>
              <a:t>fracasos</a:t>
            </a:r>
            <a:r>
              <a:rPr lang="en-US" sz="1600" spc="-10" dirty="0">
                <a:cs typeface="Source Sans Pro"/>
              </a:rPr>
              <a:t>, </a:t>
            </a:r>
            <a:r>
              <a:rPr lang="en-US" sz="1600" spc="-10" dirty="0" err="1">
                <a:cs typeface="Source Sans Pro"/>
              </a:rPr>
              <a:t>incidentes</a:t>
            </a:r>
            <a:r>
              <a:rPr lang="en-US" sz="1600" spc="-10" dirty="0">
                <a:cs typeface="Source Sans Pro"/>
              </a:rPr>
              <a:t>.</a:t>
            </a:r>
          </a:p>
          <a:p>
            <a:pPr marL="184150" indent="-184150">
              <a:buSzPct val="100000"/>
              <a:buFont typeface="Arial" charset="0"/>
              <a:buChar char="•"/>
              <a:tabLst>
                <a:tab pos="85725" algn="l"/>
              </a:tabLst>
            </a:pPr>
            <a:endParaRPr lang="en-US" sz="1600" spc="-10" dirty="0">
              <a:cs typeface="Source Sans Pro"/>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pic>
        <p:nvPicPr>
          <p:cNvPr id="3" name="Imagen 2"/>
          <p:cNvPicPr>
            <a:picLocks noChangeAspect="1"/>
          </p:cNvPicPr>
          <p:nvPr/>
        </p:nvPicPr>
        <p:blipFill rotWithShape="1">
          <a:blip r:embed="rId3">
            <a:extLst>
              <a:ext uri="{28A0092B-C50C-407E-A947-70E740481C1C}">
                <a14:useLocalDpi xmlns:a14="http://schemas.microsoft.com/office/drawing/2010/main" val="0"/>
              </a:ext>
            </a:extLst>
          </a:blip>
          <a:srcRect r="36177"/>
          <a:stretch/>
        </p:blipFill>
        <p:spPr>
          <a:xfrm>
            <a:off x="4824413" y="949325"/>
            <a:ext cx="3851275" cy="4248150"/>
          </a:xfrm>
          <a:prstGeom prst="rect">
            <a:avLst/>
          </a:prstGeom>
        </p:spPr>
      </p:pic>
    </p:spTree>
    <p:extLst>
      <p:ext uri="{BB962C8B-B14F-4D97-AF65-F5344CB8AC3E}">
        <p14:creationId xmlns:p14="http://schemas.microsoft.com/office/powerpoint/2010/main" val="168773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3811890" cy="2954655"/>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¿QUÉ SE DEBE SUPERVISAR MÍNIMAMENTE?</a:t>
            </a:r>
          </a:p>
          <a:p>
            <a:pPr marL="184150" indent="-184150">
              <a:buSzPct val="100000"/>
              <a:buFont typeface="Arial" charset="0"/>
              <a:buChar char="•"/>
              <a:tabLst>
                <a:tab pos="85725" algn="l"/>
              </a:tabLst>
            </a:pPr>
            <a:r>
              <a:rPr lang="en-US" sz="1600" spc="-10" dirty="0">
                <a:cs typeface="Source Sans Pro"/>
              </a:rPr>
              <a:t>El </a:t>
            </a:r>
            <a:r>
              <a:rPr lang="en-US" sz="1600" spc="-10" dirty="0" err="1">
                <a:cs typeface="Source Sans Pro"/>
              </a:rPr>
              <a:t>cumplimiento</a:t>
            </a:r>
            <a:r>
              <a:rPr lang="en-US" sz="1600" spc="-10" dirty="0">
                <a:cs typeface="Source Sans Pro"/>
              </a:rPr>
              <a:t> de las </a:t>
            </a:r>
            <a:r>
              <a:rPr lang="en-US" sz="1600" spc="-10" dirty="0" err="1">
                <a:cs typeface="Source Sans Pro"/>
              </a:rPr>
              <a:t>exigencias</a:t>
            </a:r>
            <a:r>
              <a:rPr lang="en-US" sz="1600" spc="-10" dirty="0">
                <a:cs typeface="Source Sans Pro"/>
              </a:rPr>
              <a:t> </a:t>
            </a:r>
            <a:r>
              <a:rPr lang="en-US" sz="1600" spc="-10" dirty="0" err="1">
                <a:cs typeface="Source Sans Pro"/>
              </a:rPr>
              <a:t>legales</a:t>
            </a:r>
            <a:r>
              <a:rPr lang="en-US" sz="1600" spc="-10" dirty="0">
                <a:cs typeface="Source Sans Pro"/>
              </a:rPr>
              <a:t> y </a:t>
            </a:r>
            <a:r>
              <a:rPr lang="en-US" sz="1600" spc="-10" dirty="0" err="1">
                <a:cs typeface="Source Sans Pro"/>
              </a:rPr>
              <a:t>normativas</a:t>
            </a:r>
            <a:r>
              <a:rPr lang="en-US" sz="1600" spc="-10" dirty="0">
                <a:cs typeface="Source Sans Pro"/>
              </a:rPr>
              <a:t>, las </a:t>
            </a:r>
            <a:r>
              <a:rPr lang="en-US" sz="1600" spc="-10" dirty="0" err="1">
                <a:cs typeface="Source Sans Pro"/>
              </a:rPr>
              <a:t>mejores</a:t>
            </a:r>
            <a:r>
              <a:rPr lang="en-US" sz="1600" spc="-10" dirty="0">
                <a:cs typeface="Source Sans Pro"/>
              </a:rPr>
              <a:t> </a:t>
            </a:r>
            <a:r>
              <a:rPr lang="en-US" sz="1600" spc="-10" dirty="0" err="1">
                <a:cs typeface="Source Sans Pro"/>
              </a:rPr>
              <a:t>prácticas</a:t>
            </a:r>
            <a:r>
              <a:rPr lang="en-US" sz="1600" spc="-10" dirty="0">
                <a:cs typeface="Source Sans Pro"/>
              </a:rPr>
              <a:t> del sector y de la </a:t>
            </a:r>
            <a:r>
              <a:rPr lang="en-US" sz="1600" spc="-10" dirty="0" err="1">
                <a:cs typeface="Source Sans Pro"/>
              </a:rPr>
              <a:t>conformidad</a:t>
            </a:r>
            <a:r>
              <a:rPr lang="en-US" sz="1600" spc="-10" dirty="0">
                <a:cs typeface="Source Sans Pro"/>
              </a:rPr>
              <a:t> con </a:t>
            </a:r>
            <a:r>
              <a:rPr lang="en-US" sz="1600" spc="-10" dirty="0" err="1">
                <a:cs typeface="Source Sans Pro"/>
              </a:rPr>
              <a:t>su</a:t>
            </a:r>
            <a:r>
              <a:rPr lang="en-US" sz="1600" spc="-10" dirty="0">
                <a:cs typeface="Source Sans Pro"/>
              </a:rPr>
              <a:t> </a:t>
            </a:r>
            <a:r>
              <a:rPr lang="en-US" sz="1600" spc="-10" dirty="0" err="1">
                <a:cs typeface="Source Sans Pro"/>
              </a:rPr>
              <a:t>propia</a:t>
            </a:r>
            <a:r>
              <a:rPr lang="en-US" sz="1600" spc="-10" dirty="0">
                <a:cs typeface="Source Sans Pro"/>
              </a:rPr>
              <a:t> </a:t>
            </a:r>
            <a:r>
              <a:rPr lang="en-US" sz="1600" spc="-10" dirty="0" err="1">
                <a:cs typeface="Source Sans Pro"/>
              </a:rPr>
              <a:t>gestión</a:t>
            </a:r>
            <a:r>
              <a:rPr lang="en-US" sz="1600" spc="-10" dirty="0">
                <a:cs typeface="Source Sans Pro"/>
              </a:rPr>
              <a:t> de la </a:t>
            </a:r>
            <a:r>
              <a:rPr lang="en-US" sz="1600" spc="-10" dirty="0" err="1">
                <a:cs typeface="Source Sans Pro"/>
              </a:rPr>
              <a:t>política</a:t>
            </a:r>
            <a:r>
              <a:rPr lang="en-US" sz="1600" spc="-10" dirty="0">
                <a:cs typeface="Source Sans Pro"/>
              </a:rPr>
              <a:t> y </a:t>
            </a:r>
            <a:r>
              <a:rPr lang="en-US" sz="1600" spc="-10" dirty="0" err="1">
                <a:cs typeface="Source Sans Pro"/>
              </a:rPr>
              <a:t>objetivos</a:t>
            </a:r>
            <a:r>
              <a:rPr lang="en-US" sz="1600" spc="-10" dirty="0">
                <a:cs typeface="Source Sans Pro"/>
              </a:rPr>
              <a:t> de la </a:t>
            </a:r>
            <a:r>
              <a:rPr lang="en-US" sz="1600" spc="-10" dirty="0" err="1">
                <a:cs typeface="Source Sans Pro"/>
              </a:rPr>
              <a:t>seguridad</a:t>
            </a:r>
            <a:r>
              <a:rPr lang="en-US" sz="1600" spc="-10" dirty="0">
                <a:cs typeface="Source Sans Pro"/>
              </a:rPr>
              <a:t> de la </a:t>
            </a:r>
            <a:r>
              <a:rPr lang="en-US" sz="1600" spc="-10" dirty="0" err="1">
                <a:cs typeface="Source Sans Pro"/>
              </a:rPr>
              <a:t>información</a:t>
            </a:r>
            <a:r>
              <a:rPr lang="en-US" sz="1600" spc="-10" dirty="0" smtClean="0">
                <a:cs typeface="Source Sans Pro"/>
              </a:rPr>
              <a:t>.</a:t>
            </a:r>
          </a:p>
          <a:p>
            <a:pPr marL="184150" indent="-184150">
              <a:buSzPct val="100000"/>
              <a:buFont typeface="Arial" charset="0"/>
              <a:buChar char="•"/>
              <a:tabLst>
                <a:tab pos="85725" algn="l"/>
              </a:tabLst>
            </a:pPr>
            <a:endParaRPr lang="en-US" sz="1600" spc="-10" dirty="0" smtClean="0">
              <a:cs typeface="Source Sans Pro"/>
            </a:endParaRPr>
          </a:p>
          <a:p>
            <a:pPr marL="184150" indent="-184150">
              <a:buSzPct val="100000"/>
              <a:buFont typeface="Arial" charset="0"/>
              <a:buChar char="•"/>
              <a:tabLst>
                <a:tab pos="85725" algn="l"/>
              </a:tabLst>
            </a:pPr>
            <a:r>
              <a:rPr lang="en-US" sz="1600" spc="-10" dirty="0" smtClean="0">
                <a:cs typeface="Source Sans Pro"/>
              </a:rPr>
              <a:t>Los </a:t>
            </a:r>
            <a:r>
              <a:rPr lang="en-US" sz="1600" spc="-10" dirty="0" err="1">
                <a:cs typeface="Source Sans Pro"/>
              </a:rPr>
              <a:t>datos</a:t>
            </a:r>
            <a:r>
              <a:rPr lang="en-US" sz="1600" spc="-10" dirty="0">
                <a:cs typeface="Source Sans Pro"/>
              </a:rPr>
              <a:t> y </a:t>
            </a:r>
            <a:r>
              <a:rPr lang="en-US" sz="1600" spc="-10" dirty="0" err="1">
                <a:cs typeface="Source Sans Pro"/>
              </a:rPr>
              <a:t>los</a:t>
            </a:r>
            <a:r>
              <a:rPr lang="en-US" sz="1600" spc="-10" dirty="0">
                <a:cs typeface="Source Sans Pro"/>
              </a:rPr>
              <a:t> </a:t>
            </a:r>
            <a:r>
              <a:rPr lang="en-US" sz="1600" spc="-10" dirty="0" err="1">
                <a:cs typeface="Source Sans Pro"/>
              </a:rPr>
              <a:t>resultados</a:t>
            </a:r>
            <a:r>
              <a:rPr lang="en-US" sz="1600" spc="-10" dirty="0">
                <a:cs typeface="Source Sans Pro"/>
              </a:rPr>
              <a:t> de la </a:t>
            </a:r>
            <a:r>
              <a:rPr lang="en-US" sz="1600" spc="-10" dirty="0" err="1">
                <a:cs typeface="Source Sans Pro"/>
              </a:rPr>
              <a:t>supervisión</a:t>
            </a:r>
            <a:r>
              <a:rPr lang="en-US" sz="1600" spc="-10" dirty="0">
                <a:cs typeface="Source Sans Pro"/>
              </a:rPr>
              <a:t> y </a:t>
            </a:r>
            <a:r>
              <a:rPr lang="en-US" sz="1600" spc="-10" dirty="0" err="1">
                <a:cs typeface="Source Sans Pro"/>
              </a:rPr>
              <a:t>medición</a:t>
            </a:r>
            <a:r>
              <a:rPr lang="en-US" sz="1600" spc="-10" dirty="0">
                <a:cs typeface="Source Sans Pro"/>
              </a:rPr>
              <a:t> </a:t>
            </a:r>
            <a:r>
              <a:rPr lang="en-US" sz="1600" spc="-10" dirty="0" err="1">
                <a:cs typeface="Source Sans Pro"/>
              </a:rPr>
              <a:t>suficientes</a:t>
            </a:r>
            <a:r>
              <a:rPr lang="en-US" sz="1600" spc="-10" dirty="0">
                <a:cs typeface="Source Sans Pro"/>
              </a:rPr>
              <a:t> para </a:t>
            </a:r>
            <a:r>
              <a:rPr lang="en-US" sz="1600" spc="-10" dirty="0" err="1">
                <a:cs typeface="Source Sans Pro"/>
              </a:rPr>
              <a:t>facilitar</a:t>
            </a:r>
            <a:r>
              <a:rPr lang="en-US" sz="1600" spc="-10" dirty="0">
                <a:cs typeface="Source Sans Pro"/>
              </a:rPr>
              <a:t> el posterior </a:t>
            </a:r>
            <a:r>
              <a:rPr lang="en-US" sz="1600" spc="-10" dirty="0" err="1">
                <a:cs typeface="Source Sans Pro"/>
              </a:rPr>
              <a:t>análisis</a:t>
            </a:r>
            <a:r>
              <a:rPr lang="en-US" sz="1600" spc="-10" dirty="0">
                <a:cs typeface="Source Sans Pro"/>
              </a:rPr>
              <a:t> de las </a:t>
            </a:r>
            <a:r>
              <a:rPr lang="en-US" sz="1600" spc="-10" dirty="0" err="1">
                <a:cs typeface="Source Sans Pro"/>
              </a:rPr>
              <a:t>acciones</a:t>
            </a:r>
            <a:r>
              <a:rPr lang="en-US" sz="1600" spc="-10" dirty="0">
                <a:cs typeface="Source Sans Pro"/>
              </a:rPr>
              <a:t> </a:t>
            </a:r>
            <a:r>
              <a:rPr lang="en-US" sz="1600" spc="-10" dirty="0" err="1">
                <a:cs typeface="Source Sans Pro"/>
              </a:rPr>
              <a:t>correctivas</a:t>
            </a:r>
            <a:r>
              <a:rPr lang="en-US" sz="1600" spc="-10" dirty="0">
                <a:cs typeface="Source Sans Pro"/>
              </a:rPr>
              <a:t> y </a:t>
            </a:r>
            <a:r>
              <a:rPr lang="en-US" sz="1600" spc="-10" dirty="0" err="1">
                <a:cs typeface="Source Sans Pro"/>
              </a:rPr>
              <a:t>preventivas</a:t>
            </a:r>
            <a:r>
              <a:rPr lang="en-US" sz="1600" spc="-10" dirty="0">
                <a:cs typeface="Source Sans Pro"/>
              </a:rPr>
              <a:t>.</a:t>
            </a:r>
          </a:p>
          <a:p>
            <a:pPr marL="184150" indent="-184150">
              <a:buSzPct val="100000"/>
              <a:buFont typeface="Arial" charset="0"/>
              <a:buChar char="•"/>
              <a:tabLst>
                <a:tab pos="85725" algn="l"/>
              </a:tabLst>
            </a:pPr>
            <a:endParaRPr lang="en-US" sz="1600" spc="-10" dirty="0">
              <a:cs typeface="Source Sans Pro"/>
            </a:endParaRP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pic>
        <p:nvPicPr>
          <p:cNvPr id="6" name="Picture 2" descr="Resultado de imagen para acciones correctivas y preventivas"/>
          <p:cNvPicPr>
            <a:picLocks noChangeAspect="1" noChangeArrowheads="1"/>
          </p:cNvPicPr>
          <p:nvPr/>
        </p:nvPicPr>
        <p:blipFill rotWithShape="1">
          <a:blip r:embed="rId3">
            <a:extLst>
              <a:ext uri="{28A0092B-C50C-407E-A947-70E740481C1C}">
                <a14:useLocalDpi xmlns:a14="http://schemas.microsoft.com/office/drawing/2010/main" val="0"/>
              </a:ext>
            </a:extLst>
          </a:blip>
          <a:srcRect l="6868"/>
          <a:stretch/>
        </p:blipFill>
        <p:spPr bwMode="auto">
          <a:xfrm>
            <a:off x="4821098" y="1194486"/>
            <a:ext cx="3854589" cy="3017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93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738664"/>
          </a:xfrm>
          <a:prstGeom prst="rect">
            <a:avLst/>
          </a:prstGeom>
        </p:spPr>
        <p:txBody>
          <a:bodyPr vert="horz" wrap="square" lIns="0" tIns="0" rIns="0" bIns="0" rtlCol="0">
            <a:spAutoFit/>
          </a:bodyPr>
          <a:lstStyle/>
          <a:p>
            <a:pPr>
              <a:buSzPct val="100000"/>
              <a:tabLst>
                <a:tab pos="85725" algn="l"/>
              </a:tabLst>
            </a:pPr>
            <a:r>
              <a:rPr lang="en-US" sz="1600" b="1" spc="-10" dirty="0" smtClean="0">
                <a:cs typeface="Source Sans Pro"/>
              </a:rPr>
              <a:t>A.12.4.3 </a:t>
            </a:r>
            <a:r>
              <a:rPr lang="en-US" sz="1600" b="1" spc="-10" dirty="0" err="1">
                <a:cs typeface="Source Sans Pro"/>
              </a:rPr>
              <a:t>Registros</a:t>
            </a:r>
            <a:r>
              <a:rPr lang="en-US" sz="1600" b="1" spc="-10" dirty="0">
                <a:cs typeface="Source Sans Pro"/>
              </a:rPr>
              <a:t> del </a:t>
            </a:r>
            <a:r>
              <a:rPr lang="en-US" sz="1600" b="1" spc="-10" dirty="0" err="1">
                <a:cs typeface="Source Sans Pro"/>
              </a:rPr>
              <a:t>administrador</a:t>
            </a:r>
            <a:r>
              <a:rPr lang="en-US" sz="1600" b="1" spc="-10" dirty="0">
                <a:cs typeface="Source Sans Pro"/>
              </a:rPr>
              <a:t> y </a:t>
            </a:r>
            <a:r>
              <a:rPr lang="en-US" sz="1600" b="1" spc="-10" dirty="0" err="1">
                <a:cs typeface="Source Sans Pro"/>
              </a:rPr>
              <a:t>operador</a:t>
            </a:r>
            <a:endParaRPr lang="en-US" sz="1600" b="1" spc="-10" dirty="0">
              <a:cs typeface="Source Sans Pro"/>
            </a:endParaRPr>
          </a:p>
          <a:p>
            <a:pPr>
              <a:buSzPct val="100000"/>
              <a:tabLst>
                <a:tab pos="85725" algn="l"/>
              </a:tabLst>
            </a:pPr>
            <a:r>
              <a:rPr lang="en-US" sz="1600" spc="-10" dirty="0">
                <a:cs typeface="Source Sans Pro"/>
              </a:rPr>
              <a:t>Las </a:t>
            </a:r>
            <a:r>
              <a:rPr lang="en-US" sz="1600" spc="-10" dirty="0" err="1">
                <a:cs typeface="Source Sans Pro"/>
              </a:rPr>
              <a:t>actividades</a:t>
            </a:r>
            <a:r>
              <a:rPr lang="en-US" sz="1600" spc="-10" dirty="0">
                <a:cs typeface="Source Sans Pro"/>
              </a:rPr>
              <a:t> del </a:t>
            </a:r>
            <a:r>
              <a:rPr lang="en-US" sz="1600" spc="-10" dirty="0" err="1">
                <a:cs typeface="Source Sans Pro"/>
              </a:rPr>
              <a:t>administrador</a:t>
            </a:r>
            <a:r>
              <a:rPr lang="en-US" sz="1600" spc="-10" dirty="0">
                <a:cs typeface="Source Sans Pro"/>
              </a:rPr>
              <a:t> del </a:t>
            </a:r>
            <a:r>
              <a:rPr lang="en-US" sz="1600" spc="-10" dirty="0" err="1">
                <a:cs typeface="Source Sans Pro"/>
              </a:rPr>
              <a:t>sistema</a:t>
            </a:r>
            <a:r>
              <a:rPr lang="en-US" sz="1600" spc="-10" dirty="0">
                <a:cs typeface="Source Sans Pro"/>
              </a:rPr>
              <a:t> y del </a:t>
            </a:r>
            <a:r>
              <a:rPr lang="en-US" sz="1600" spc="-10" dirty="0" err="1">
                <a:cs typeface="Source Sans Pro"/>
              </a:rPr>
              <a:t>operador</a:t>
            </a:r>
            <a:r>
              <a:rPr lang="en-US" sz="1600" spc="-10" dirty="0">
                <a:cs typeface="Source Sans Pro"/>
              </a:rPr>
              <a:t> del </a:t>
            </a:r>
            <a:r>
              <a:rPr lang="en-US" sz="1600" spc="-10" dirty="0" err="1">
                <a:cs typeface="Source Sans Pro"/>
              </a:rPr>
              <a:t>sistema</a:t>
            </a:r>
            <a:r>
              <a:rPr lang="en-US" sz="1600" spc="-10" dirty="0">
                <a:cs typeface="Source Sans Pro"/>
              </a:rPr>
              <a:t> </a:t>
            </a:r>
            <a:r>
              <a:rPr lang="en-US" sz="1600" spc="-10" dirty="0" err="1">
                <a:cs typeface="Source Sans Pro"/>
              </a:rPr>
              <a:t>deberán</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registrados</a:t>
            </a:r>
            <a:r>
              <a:rPr lang="en-US" sz="1600" spc="-10" dirty="0">
                <a:cs typeface="Source Sans Pro"/>
              </a:rPr>
              <a:t> y </a:t>
            </a:r>
            <a:r>
              <a:rPr lang="en-US" sz="1600" spc="-10" dirty="0" err="1">
                <a:cs typeface="Source Sans Pro"/>
              </a:rPr>
              <a:t>los</a:t>
            </a:r>
            <a:r>
              <a:rPr lang="en-US" sz="1600" spc="-10" dirty="0">
                <a:cs typeface="Source Sans Pro"/>
              </a:rPr>
              <a:t> </a:t>
            </a:r>
            <a:r>
              <a:rPr lang="en-US" sz="1600" spc="-10" dirty="0" err="1">
                <a:cs typeface="Source Sans Pro"/>
              </a:rPr>
              <a:t>registros</a:t>
            </a:r>
            <a:r>
              <a:rPr lang="en-US" sz="1600" spc="-10" dirty="0">
                <a:cs typeface="Source Sans Pro"/>
              </a:rPr>
              <a:t> </a:t>
            </a:r>
            <a:r>
              <a:rPr lang="en-US" sz="1600" spc="-10" dirty="0" err="1">
                <a:cs typeface="Source Sans Pro"/>
              </a:rPr>
              <a:t>deberán</a:t>
            </a:r>
            <a:r>
              <a:rPr lang="en-US" sz="1600" spc="-10" dirty="0">
                <a:cs typeface="Source Sans Pro"/>
              </a:rPr>
              <a:t> </a:t>
            </a:r>
            <a:r>
              <a:rPr lang="en-US" sz="1600" spc="-10" dirty="0" err="1">
                <a:cs typeface="Source Sans Pro"/>
              </a:rPr>
              <a:t>ser</a:t>
            </a:r>
            <a:r>
              <a:rPr lang="en-US" sz="1600" spc="-10" dirty="0">
                <a:cs typeface="Source Sans Pro"/>
              </a:rPr>
              <a:t> </a:t>
            </a:r>
            <a:r>
              <a:rPr lang="en-US" sz="1600" spc="-10" dirty="0" err="1">
                <a:cs typeface="Source Sans Pro"/>
              </a:rPr>
              <a:t>protegidos</a:t>
            </a:r>
            <a:r>
              <a:rPr lang="en-US" sz="1600" spc="-10" dirty="0">
                <a:cs typeface="Source Sans Pro"/>
              </a:rPr>
              <a:t> y </a:t>
            </a:r>
            <a:r>
              <a:rPr lang="en-US" sz="1600" spc="-10" dirty="0" err="1">
                <a:cs typeface="Source Sans Pro"/>
              </a:rPr>
              <a:t>revisados</a:t>
            </a:r>
            <a:r>
              <a:rPr lang="en-US" sz="1600" spc="-10" dirty="0">
                <a:cs typeface="Source Sans Pro"/>
              </a:rPr>
              <a:t> </a:t>
            </a:r>
            <a:r>
              <a:rPr lang="en-US" sz="1600" spc="-10" dirty="0" err="1">
                <a:cs typeface="Source Sans Pro"/>
              </a:rPr>
              <a:t>periódicamente</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spTree>
    <p:extLst>
      <p:ext uri="{BB962C8B-B14F-4D97-AF65-F5344CB8AC3E}">
        <p14:creationId xmlns:p14="http://schemas.microsoft.com/office/powerpoint/2010/main" val="957033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7698" y="954483"/>
            <a:ext cx="8167990" cy="984885"/>
          </a:xfrm>
          <a:prstGeom prst="rect">
            <a:avLst/>
          </a:prstGeom>
        </p:spPr>
        <p:txBody>
          <a:bodyPr vert="horz" wrap="square" lIns="0" tIns="0" rIns="0" bIns="0" rtlCol="0">
            <a:spAutoFit/>
          </a:bodyPr>
          <a:lstStyle/>
          <a:p>
            <a:pPr>
              <a:buSzPct val="100000"/>
              <a:tabLst>
                <a:tab pos="85725" algn="l"/>
              </a:tabLst>
            </a:pPr>
            <a:r>
              <a:rPr lang="en-US" sz="1600" b="1" spc="-10" dirty="0">
                <a:cs typeface="Source Sans Pro"/>
              </a:rPr>
              <a:t>A.12.4.4 </a:t>
            </a:r>
            <a:r>
              <a:rPr lang="en-US" sz="1600" b="1" spc="-10" dirty="0" err="1">
                <a:cs typeface="Source Sans Pro"/>
              </a:rPr>
              <a:t>Sincronización</a:t>
            </a:r>
            <a:r>
              <a:rPr lang="en-US" sz="1600" b="1" spc="-10" dirty="0">
                <a:cs typeface="Source Sans Pro"/>
              </a:rPr>
              <a:t> del </a:t>
            </a:r>
            <a:r>
              <a:rPr lang="en-US" sz="1600" b="1" spc="-10" dirty="0" err="1">
                <a:cs typeface="Source Sans Pro"/>
              </a:rPr>
              <a:t>reloj</a:t>
            </a:r>
            <a:endParaRPr lang="en-US" sz="1600" b="1" spc="-10" dirty="0">
              <a:cs typeface="Source Sans Pro"/>
            </a:endParaRPr>
          </a:p>
          <a:p>
            <a:pPr>
              <a:buSzPct val="100000"/>
              <a:tabLst>
                <a:tab pos="85725" algn="l"/>
              </a:tabLst>
            </a:pPr>
            <a:r>
              <a:rPr lang="en-US" sz="1600" spc="-10" dirty="0">
                <a:cs typeface="Source Sans Pro"/>
              </a:rPr>
              <a:t>Los </a:t>
            </a:r>
            <a:r>
              <a:rPr lang="en-US" sz="1600" spc="-10" dirty="0" err="1">
                <a:cs typeface="Source Sans Pro"/>
              </a:rPr>
              <a:t>relojes</a:t>
            </a:r>
            <a:r>
              <a:rPr lang="en-US" sz="1600" spc="-10" dirty="0">
                <a:cs typeface="Source Sans Pro"/>
              </a:rPr>
              <a:t> de </a:t>
            </a:r>
            <a:r>
              <a:rPr lang="en-US" sz="1600" spc="-10" dirty="0" err="1">
                <a:cs typeface="Source Sans Pro"/>
              </a:rPr>
              <a:t>todos</a:t>
            </a:r>
            <a:r>
              <a:rPr lang="en-US" sz="1600" spc="-10" dirty="0">
                <a:cs typeface="Source Sans Pro"/>
              </a:rPr>
              <a:t> </a:t>
            </a:r>
            <a:r>
              <a:rPr lang="en-US" sz="1600" spc="-10" dirty="0" err="1">
                <a:cs typeface="Source Sans Pro"/>
              </a:rPr>
              <a:t>los</a:t>
            </a:r>
            <a:r>
              <a:rPr lang="en-US" sz="1600" spc="-10" dirty="0">
                <a:cs typeface="Source Sans Pro"/>
              </a:rPr>
              <a:t> </a:t>
            </a:r>
            <a:r>
              <a:rPr lang="en-US" sz="1600" spc="-10" dirty="0" err="1">
                <a:cs typeface="Source Sans Pro"/>
              </a:rPr>
              <a:t>sistemas</a:t>
            </a:r>
            <a:r>
              <a:rPr lang="en-US" sz="1600" spc="-10" dirty="0">
                <a:cs typeface="Source Sans Pro"/>
              </a:rPr>
              <a:t> de </a:t>
            </a:r>
            <a:r>
              <a:rPr lang="en-US" sz="1600" spc="-10" dirty="0" err="1">
                <a:cs typeface="Source Sans Pro"/>
              </a:rPr>
              <a:t>procesamiento</a:t>
            </a:r>
            <a:r>
              <a:rPr lang="en-US" sz="1600" spc="-10" dirty="0">
                <a:cs typeface="Source Sans Pro"/>
              </a:rPr>
              <a:t> de la </a:t>
            </a:r>
            <a:r>
              <a:rPr lang="en-US" sz="1600" spc="-10" dirty="0" err="1">
                <a:cs typeface="Source Sans Pro"/>
              </a:rPr>
              <a:t>información</a:t>
            </a:r>
            <a:r>
              <a:rPr lang="en-US" sz="1600" spc="-10" dirty="0">
                <a:cs typeface="Source Sans Pro"/>
              </a:rPr>
              <a:t> </a:t>
            </a:r>
            <a:r>
              <a:rPr lang="en-US" sz="1600" spc="-10" dirty="0" err="1">
                <a:cs typeface="Source Sans Pro"/>
              </a:rPr>
              <a:t>dentro</a:t>
            </a:r>
            <a:r>
              <a:rPr lang="en-US" sz="1600" spc="-10" dirty="0">
                <a:cs typeface="Source Sans Pro"/>
              </a:rPr>
              <a:t> de </a:t>
            </a:r>
            <a:r>
              <a:rPr lang="en-US" sz="1600" spc="-10" dirty="0" err="1">
                <a:cs typeface="Source Sans Pro"/>
              </a:rPr>
              <a:t>una</a:t>
            </a:r>
            <a:r>
              <a:rPr lang="en-US" sz="1600" spc="-10" dirty="0">
                <a:cs typeface="Source Sans Pro"/>
              </a:rPr>
              <a:t> </a:t>
            </a:r>
            <a:r>
              <a:rPr lang="en-US" sz="1600" spc="-10" dirty="0" err="1">
                <a:cs typeface="Source Sans Pro"/>
              </a:rPr>
              <a:t>organización</a:t>
            </a:r>
            <a:r>
              <a:rPr lang="en-US" sz="1600" spc="-10" dirty="0">
                <a:cs typeface="Source Sans Pro"/>
              </a:rPr>
              <a:t> o de un </a:t>
            </a:r>
            <a:r>
              <a:rPr lang="en-US" sz="1600" spc="-10" dirty="0" err="1">
                <a:cs typeface="Source Sans Pro"/>
              </a:rPr>
              <a:t>dominio</a:t>
            </a:r>
            <a:r>
              <a:rPr lang="en-US" sz="1600" spc="-10" dirty="0">
                <a:cs typeface="Source Sans Pro"/>
              </a:rPr>
              <a:t> de </a:t>
            </a:r>
            <a:r>
              <a:rPr lang="en-US" sz="1600" spc="-10" dirty="0" err="1">
                <a:cs typeface="Source Sans Pro"/>
              </a:rPr>
              <a:t>seguridad</a:t>
            </a:r>
            <a:r>
              <a:rPr lang="en-US" sz="1600" spc="-10" dirty="0">
                <a:cs typeface="Source Sans Pro"/>
              </a:rPr>
              <a:t>, </a:t>
            </a:r>
            <a:r>
              <a:rPr lang="en-US" sz="1600" spc="-10" dirty="0" err="1">
                <a:cs typeface="Source Sans Pro"/>
              </a:rPr>
              <a:t>deben</a:t>
            </a:r>
            <a:r>
              <a:rPr lang="en-US" sz="1600" spc="-10" dirty="0">
                <a:cs typeface="Source Sans Pro"/>
              </a:rPr>
              <a:t> </a:t>
            </a:r>
            <a:r>
              <a:rPr lang="en-US" sz="1600" spc="-10" dirty="0" err="1">
                <a:cs typeface="Source Sans Pro"/>
              </a:rPr>
              <a:t>estar</a:t>
            </a:r>
            <a:r>
              <a:rPr lang="en-US" sz="1600" spc="-10" dirty="0">
                <a:cs typeface="Source Sans Pro"/>
              </a:rPr>
              <a:t> </a:t>
            </a:r>
            <a:r>
              <a:rPr lang="en-US" sz="1600" spc="-10" dirty="0" err="1">
                <a:cs typeface="Source Sans Pro"/>
              </a:rPr>
              <a:t>sincronizados</a:t>
            </a:r>
            <a:r>
              <a:rPr lang="en-US" sz="1600" spc="-10" dirty="0">
                <a:cs typeface="Source Sans Pro"/>
              </a:rPr>
              <a:t> con </a:t>
            </a:r>
            <a:r>
              <a:rPr lang="en-US" sz="1600" spc="-10" dirty="0" err="1">
                <a:cs typeface="Source Sans Pro"/>
              </a:rPr>
              <a:t>una</a:t>
            </a:r>
            <a:r>
              <a:rPr lang="en-US" sz="1600" spc="-10" dirty="0">
                <a:cs typeface="Source Sans Pro"/>
              </a:rPr>
              <a:t> </a:t>
            </a:r>
            <a:r>
              <a:rPr lang="en-US" sz="1600" spc="-10" dirty="0" err="1">
                <a:cs typeface="Source Sans Pro"/>
              </a:rPr>
              <a:t>única</a:t>
            </a:r>
            <a:r>
              <a:rPr lang="en-US" sz="1600" spc="-10" dirty="0">
                <a:cs typeface="Source Sans Pro"/>
              </a:rPr>
              <a:t> </a:t>
            </a:r>
            <a:r>
              <a:rPr lang="en-US" sz="1600" spc="-10" dirty="0" err="1">
                <a:cs typeface="Source Sans Pro"/>
              </a:rPr>
              <a:t>fuente</a:t>
            </a:r>
            <a:r>
              <a:rPr lang="en-US" sz="1600" spc="-10" dirty="0">
                <a:cs typeface="Source Sans Pro"/>
              </a:rPr>
              <a:t> de </a:t>
            </a:r>
            <a:r>
              <a:rPr lang="en-US" sz="1600" spc="-10" dirty="0" err="1">
                <a:cs typeface="Source Sans Pro"/>
              </a:rPr>
              <a:t>tiempo</a:t>
            </a:r>
            <a:r>
              <a:rPr lang="en-US" sz="1600" spc="-10" dirty="0">
                <a:cs typeface="Source Sans Pro"/>
              </a:rPr>
              <a:t> de </a:t>
            </a:r>
            <a:r>
              <a:rPr lang="en-US" sz="1600" spc="-10" dirty="0" err="1">
                <a:cs typeface="Source Sans Pro"/>
              </a:rPr>
              <a:t>referencia</a:t>
            </a:r>
            <a:r>
              <a:rPr lang="en-US" sz="1600" spc="-10" dirty="0">
                <a:cs typeface="Source Sans Pro"/>
              </a:rPr>
              <a:t>.</a:t>
            </a:r>
          </a:p>
        </p:txBody>
      </p:sp>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5"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MONITOREO</a:t>
            </a:r>
          </a:p>
        </p:txBody>
      </p:sp>
    </p:spTree>
    <p:extLst>
      <p:ext uri="{BB962C8B-B14F-4D97-AF65-F5344CB8AC3E}">
        <p14:creationId xmlns:p14="http://schemas.microsoft.com/office/powerpoint/2010/main" val="4743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1077218"/>
          </a:xfrm>
          <a:prstGeom prst="rect">
            <a:avLst/>
          </a:prstGeom>
        </p:spPr>
        <p:txBody>
          <a:bodyPr wrap="square">
            <a:spAutoFit/>
          </a:bodyPr>
          <a:lstStyle/>
          <a:p>
            <a:pPr defTabSz="731342"/>
            <a:r>
              <a:rPr lang="es-PE" sz="1600" b="1" dirty="0">
                <a:solidFill>
                  <a:srgbClr val="5F9ADA"/>
                </a:solidFill>
              </a:rPr>
              <a:t>TAREA </a:t>
            </a:r>
            <a:r>
              <a:rPr lang="es-PE" sz="1600" b="1" dirty="0" smtClean="0">
                <a:solidFill>
                  <a:srgbClr val="5F9ADA"/>
                </a:solidFill>
              </a:rPr>
              <a:t>GRUPAL</a:t>
            </a:r>
          </a:p>
          <a:p>
            <a:pPr defTabSz="731342"/>
            <a:endParaRPr lang="es-PE" sz="1600" dirty="0">
              <a:solidFill>
                <a:srgbClr val="558ED5"/>
              </a:solidFill>
            </a:endParaRPr>
          </a:p>
          <a:p>
            <a:pPr defTabSz="731342"/>
            <a:r>
              <a:rPr lang="es-PE" sz="1600" b="1" dirty="0" smtClean="0">
                <a:solidFill>
                  <a:srgbClr val="000000"/>
                </a:solidFill>
              </a:rPr>
              <a:t>Objetivo</a:t>
            </a:r>
          </a:p>
          <a:p>
            <a:pPr marL="185738" indent="-185738" defTabSz="731342">
              <a:buFont typeface="Arial" charset="0"/>
              <a:buChar char="•"/>
            </a:pPr>
            <a:r>
              <a:rPr lang="es-PE" sz="1600" dirty="0">
                <a:solidFill>
                  <a:srgbClr val="000000"/>
                </a:solidFill>
              </a:rPr>
              <a:t>Analizar el registro de eventos del administrador y operador.</a:t>
            </a:r>
          </a:p>
        </p:txBody>
      </p:sp>
      <p:sp>
        <p:nvSpPr>
          <p:cNvPr id="6"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a:t>
            </a:r>
            <a:r>
              <a:rPr lang="en-US" sz="1300" dirty="0" smtClean="0">
                <a:solidFill>
                  <a:srgbClr val="438AD7"/>
                </a:solidFill>
              </a:rPr>
              <a:t>MONITOREO (TAREA</a:t>
            </a:r>
            <a:r>
              <a:rPr lang="en-US" sz="1300" dirty="0">
                <a:solidFill>
                  <a:srgbClr val="438AD7"/>
                </a:solidFill>
              </a:rPr>
              <a:t>)</a:t>
            </a:r>
          </a:p>
        </p:txBody>
      </p:sp>
    </p:spTree>
    <p:custDataLst>
      <p:tags r:id="rId1"/>
    </p:custDataLst>
    <p:extLst>
      <p:ext uri="{BB962C8B-B14F-4D97-AF65-F5344CB8AC3E}">
        <p14:creationId xmlns:p14="http://schemas.microsoft.com/office/powerpoint/2010/main" val="643335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1569660"/>
          </a:xfrm>
          <a:prstGeom prst="rect">
            <a:avLst/>
          </a:prstGeom>
        </p:spPr>
        <p:txBody>
          <a:bodyPr wrap="square">
            <a:spAutoFit/>
          </a:bodyPr>
          <a:lstStyle/>
          <a:p>
            <a:pPr defTabSz="731342"/>
            <a:r>
              <a:rPr lang="es-PE" sz="1600" b="1" dirty="0">
                <a:solidFill>
                  <a:srgbClr val="5F9ADA"/>
                </a:solidFill>
              </a:rPr>
              <a:t>TAREA </a:t>
            </a:r>
            <a:r>
              <a:rPr lang="es-PE" sz="1600" b="1" dirty="0" smtClean="0">
                <a:solidFill>
                  <a:srgbClr val="5F9ADA"/>
                </a:solidFill>
              </a:rPr>
              <a:t>GRUPAL</a:t>
            </a:r>
          </a:p>
          <a:p>
            <a:pPr defTabSz="731342"/>
            <a:endParaRPr lang="es-PE" sz="1600" dirty="0">
              <a:solidFill>
                <a:srgbClr val="558ED5"/>
              </a:solidFill>
            </a:endParaRPr>
          </a:p>
          <a:p>
            <a:pPr defTabSz="731342"/>
            <a:r>
              <a:rPr lang="es-PE" sz="1600" b="1" dirty="0">
                <a:solidFill>
                  <a:srgbClr val="000000"/>
                </a:solidFill>
              </a:rPr>
              <a:t>En grupos de 5 participantes trabajar lo siguiente:</a:t>
            </a:r>
          </a:p>
          <a:p>
            <a:pPr marL="185738" indent="-185738" defTabSz="731342">
              <a:buFont typeface="Arial" charset="0"/>
              <a:buChar char="•"/>
            </a:pPr>
            <a:r>
              <a:rPr lang="es-PE" sz="1600" dirty="0">
                <a:solidFill>
                  <a:srgbClr val="000000"/>
                </a:solidFill>
              </a:rPr>
              <a:t>Analizar el registro de eventos adjunto e identificar cuales son las anomalías presentes.</a:t>
            </a:r>
          </a:p>
          <a:p>
            <a:pPr marL="185738" indent="-185738" defTabSz="731342">
              <a:buFont typeface="Arial" charset="0"/>
              <a:buChar char="•"/>
            </a:pPr>
            <a:endParaRPr lang="es-PE" sz="1600" dirty="0">
              <a:solidFill>
                <a:srgbClr val="000000"/>
              </a:solidFill>
            </a:endParaRPr>
          </a:p>
        </p:txBody>
      </p:sp>
      <p:graphicFrame>
        <p:nvGraphicFramePr>
          <p:cNvPr id="10" name="Tabla 9"/>
          <p:cNvGraphicFramePr>
            <a:graphicFrameLocks noGrp="1"/>
          </p:cNvGraphicFramePr>
          <p:nvPr>
            <p:extLst>
              <p:ext uri="{D42A27DB-BD31-4B8C-83A1-F6EECF244321}">
                <p14:modId xmlns:p14="http://schemas.microsoft.com/office/powerpoint/2010/main" val="377341024"/>
              </p:ext>
            </p:extLst>
          </p:nvPr>
        </p:nvGraphicFramePr>
        <p:xfrm>
          <a:off x="2028911" y="2521891"/>
          <a:ext cx="6334253" cy="1697822"/>
        </p:xfrm>
        <a:graphic>
          <a:graphicData uri="http://schemas.openxmlformats.org/drawingml/2006/table">
            <a:tbl>
              <a:tblPr firstRow="1" bandRow="1">
                <a:tableStyleId>{FABFCF23-3B69-468F-B69F-88F6DE6A72F2}</a:tableStyleId>
              </a:tblPr>
              <a:tblGrid>
                <a:gridCol w="937903">
                  <a:extLst>
                    <a:ext uri="{9D8B030D-6E8A-4147-A177-3AD203B41FA5}">
                      <a16:colId xmlns:a16="http://schemas.microsoft.com/office/drawing/2014/main" val="20000"/>
                    </a:ext>
                  </a:extLst>
                </a:gridCol>
                <a:gridCol w="780935">
                  <a:extLst>
                    <a:ext uri="{9D8B030D-6E8A-4147-A177-3AD203B41FA5}">
                      <a16:colId xmlns:a16="http://schemas.microsoft.com/office/drawing/2014/main" val="20001"/>
                    </a:ext>
                  </a:extLst>
                </a:gridCol>
                <a:gridCol w="1009074">
                  <a:extLst>
                    <a:ext uri="{9D8B030D-6E8A-4147-A177-3AD203B41FA5}">
                      <a16:colId xmlns:a16="http://schemas.microsoft.com/office/drawing/2014/main" val="20002"/>
                    </a:ext>
                  </a:extLst>
                </a:gridCol>
                <a:gridCol w="1009073">
                  <a:extLst>
                    <a:ext uri="{9D8B030D-6E8A-4147-A177-3AD203B41FA5}">
                      <a16:colId xmlns:a16="http://schemas.microsoft.com/office/drawing/2014/main" val="20003"/>
                    </a:ext>
                  </a:extLst>
                </a:gridCol>
                <a:gridCol w="1044172">
                  <a:extLst>
                    <a:ext uri="{9D8B030D-6E8A-4147-A177-3AD203B41FA5}">
                      <a16:colId xmlns:a16="http://schemas.microsoft.com/office/drawing/2014/main" val="20004"/>
                    </a:ext>
                  </a:extLst>
                </a:gridCol>
                <a:gridCol w="1553096">
                  <a:extLst>
                    <a:ext uri="{9D8B030D-6E8A-4147-A177-3AD203B41FA5}">
                      <a16:colId xmlns:a16="http://schemas.microsoft.com/office/drawing/2014/main" val="20005"/>
                    </a:ext>
                  </a:extLst>
                </a:gridCol>
              </a:tblGrid>
              <a:tr h="241983">
                <a:tc>
                  <a:txBody>
                    <a:bodyPr/>
                    <a:lstStyle/>
                    <a:p>
                      <a:r>
                        <a:rPr lang="es-PE" sz="1200" dirty="0" smtClean="0"/>
                        <a:t>Fecha</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solidFill>
                      <a:srgbClr val="2EB1B5"/>
                    </a:solidFill>
                  </a:tcPr>
                </a:tc>
                <a:tc>
                  <a:txBody>
                    <a:bodyPr/>
                    <a:lstStyle/>
                    <a:p>
                      <a:r>
                        <a:rPr lang="es-PE" sz="1200" dirty="0" smtClean="0"/>
                        <a:t>Hora</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solidFill>
                      <a:srgbClr val="2EB1B5"/>
                    </a:solidFill>
                  </a:tcPr>
                </a:tc>
                <a:tc>
                  <a:txBody>
                    <a:bodyPr/>
                    <a:lstStyle/>
                    <a:p>
                      <a:r>
                        <a:rPr lang="es-PE" sz="1200" dirty="0" err="1" smtClean="0"/>
                        <a:t>Database</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solidFill>
                      <a:srgbClr val="2EB1B5"/>
                    </a:solidFill>
                  </a:tcPr>
                </a:tc>
                <a:tc>
                  <a:txBody>
                    <a:bodyPr/>
                    <a:lstStyle/>
                    <a:p>
                      <a:r>
                        <a:rPr lang="es-PE" sz="1200" dirty="0" smtClean="0"/>
                        <a:t>Usuario</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solidFill>
                      <a:srgbClr val="2EB1B5"/>
                    </a:solidFill>
                  </a:tcPr>
                </a:tc>
                <a:tc>
                  <a:txBody>
                    <a:bodyPr/>
                    <a:lstStyle/>
                    <a:p>
                      <a:r>
                        <a:rPr lang="es-PE" sz="1200" dirty="0" smtClean="0"/>
                        <a:t>Acción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solidFill>
                      <a:srgbClr val="2EB1B5"/>
                    </a:solidFill>
                  </a:tcPr>
                </a:tc>
                <a:tc>
                  <a:txBody>
                    <a:bodyPr/>
                    <a:lstStyle/>
                    <a:p>
                      <a:r>
                        <a:rPr lang="es-PE" sz="1200" dirty="0" smtClean="0"/>
                        <a:t>Destino</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solidFill>
                      <a:srgbClr val="2EB1B5"/>
                    </a:solidFill>
                  </a:tcPr>
                </a:tc>
                <a:extLst>
                  <a:ext uri="{0D108BD9-81ED-4DB2-BD59-A6C34878D82A}">
                    <a16:rowId xmlns:a16="http://schemas.microsoft.com/office/drawing/2014/main" val="10000"/>
                  </a:ext>
                </a:extLst>
              </a:tr>
              <a:tr h="241983">
                <a:tc>
                  <a:txBody>
                    <a:bodyPr/>
                    <a:lstStyle/>
                    <a:p>
                      <a:r>
                        <a:rPr lang="es-PE" sz="1200" dirty="0" smtClean="0"/>
                        <a:t>25/04/2017</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10:00</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Usuarios</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Insert</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Registro</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19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PE" sz="1200" dirty="0" smtClean="0"/>
                        <a:t>25/04/2017</a:t>
                      </a:r>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12:37</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Asistencia</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Delete</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Registro </a:t>
                      </a:r>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19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PE" sz="1200" dirty="0" smtClean="0"/>
                        <a:t>25/04/2017</a:t>
                      </a:r>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12:38</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Asistencia</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Update</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Registro </a:t>
                      </a:r>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1983">
                <a:tc>
                  <a:txBody>
                    <a:bodyPr/>
                    <a:lstStyle/>
                    <a:p>
                      <a:r>
                        <a:rPr lang="es-PE" sz="1200" dirty="0" smtClean="0"/>
                        <a:t>06/05/2017</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02:15</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Planillas</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PE" sz="1200" dirty="0" err="1" smtClean="0"/>
                        <a:t>Download</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Usuario/Sueldo</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1983">
                <a:tc>
                  <a:txBody>
                    <a:bodyPr/>
                    <a:lstStyle/>
                    <a:p>
                      <a:r>
                        <a:rPr lang="es-PE" sz="1200" dirty="0" smtClean="0"/>
                        <a:t>06/05/2017</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11:23</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Usuarios</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Delete</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Registro </a:t>
                      </a:r>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198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PE" sz="1200" dirty="0" smtClean="0"/>
                        <a:t>06/05/2017</a:t>
                      </a:r>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11:24</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Asistencia</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err="1" smtClean="0"/>
                        <a:t>Update</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tc>
                  <a:txBody>
                    <a:bodyPr/>
                    <a:lstStyle/>
                    <a:p>
                      <a:r>
                        <a:rPr lang="es-PE" sz="1200" dirty="0" smtClean="0"/>
                        <a:t>Registro </a:t>
                      </a:r>
                      <a:r>
                        <a:rPr lang="es-PE" sz="1200" dirty="0" err="1" smtClean="0"/>
                        <a:t>Admin</a:t>
                      </a:r>
                      <a:endParaRPr lang="es-PE" sz="1200" dirty="0"/>
                    </a:p>
                  </a:txBody>
                  <a:tcPr marL="59667" marR="59667" marT="29833" marB="29833">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1"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a:t>
            </a:r>
            <a:r>
              <a:rPr lang="en-US" sz="1300" dirty="0" smtClean="0">
                <a:solidFill>
                  <a:srgbClr val="438AD7"/>
                </a:solidFill>
              </a:rPr>
              <a:t>MONITOREO (TAREA</a:t>
            </a:r>
            <a:r>
              <a:rPr lang="en-US" sz="1300" dirty="0">
                <a:solidFill>
                  <a:srgbClr val="438AD7"/>
                </a:solidFill>
              </a:rPr>
              <a:t>)</a:t>
            </a:r>
          </a:p>
        </p:txBody>
      </p:sp>
    </p:spTree>
    <p:custDataLst>
      <p:tags r:id="rId1"/>
    </p:custDataLst>
    <p:extLst>
      <p:ext uri="{BB962C8B-B14F-4D97-AF65-F5344CB8AC3E}">
        <p14:creationId xmlns:p14="http://schemas.microsoft.com/office/powerpoint/2010/main" val="2022240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34671" y="949325"/>
            <a:ext cx="6941016" cy="4248149"/>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908269" y="1055146"/>
            <a:ext cx="6647217" cy="1569660"/>
          </a:xfrm>
          <a:prstGeom prst="rect">
            <a:avLst/>
          </a:prstGeom>
        </p:spPr>
        <p:txBody>
          <a:bodyPr wrap="square">
            <a:spAutoFit/>
          </a:bodyPr>
          <a:lstStyle/>
          <a:p>
            <a:pPr defTabSz="731342"/>
            <a:r>
              <a:rPr lang="es-PE" sz="1600" b="1" dirty="0">
                <a:solidFill>
                  <a:srgbClr val="5F9ADA"/>
                </a:solidFill>
              </a:rPr>
              <a:t>TAREA </a:t>
            </a:r>
            <a:r>
              <a:rPr lang="es-PE" sz="1600" b="1" dirty="0" smtClean="0">
                <a:solidFill>
                  <a:srgbClr val="5F9ADA"/>
                </a:solidFill>
              </a:rPr>
              <a:t>GRUPAL</a:t>
            </a:r>
          </a:p>
          <a:p>
            <a:pPr defTabSz="731342"/>
            <a:endParaRPr lang="es-PE" sz="1600" dirty="0">
              <a:solidFill>
                <a:srgbClr val="558ED5"/>
              </a:solidFill>
            </a:endParaRPr>
          </a:p>
          <a:p>
            <a:pPr defTabSz="731342"/>
            <a:r>
              <a:rPr lang="es-PE" sz="1600" b="1" dirty="0">
                <a:solidFill>
                  <a:srgbClr val="000000"/>
                </a:solidFill>
              </a:rPr>
              <a:t>Instrucciones para la entrega de la tarea.</a:t>
            </a:r>
          </a:p>
          <a:p>
            <a:pPr marL="185738" indent="-185738" defTabSz="731342">
              <a:buFont typeface="Arial" charset="0"/>
              <a:buChar char="•"/>
            </a:pPr>
            <a:r>
              <a:rPr lang="es-PE" sz="1600" dirty="0">
                <a:solidFill>
                  <a:srgbClr val="000000"/>
                </a:solidFill>
              </a:rPr>
              <a:t>La tarea deberá ser realizada  en clase, por todos los miembros del grupo.</a:t>
            </a:r>
          </a:p>
          <a:p>
            <a:pPr marL="185738" indent="-185738" defTabSz="731342">
              <a:buFont typeface="Arial" charset="0"/>
              <a:buChar char="•"/>
            </a:pPr>
            <a:endParaRPr lang="es-PE" sz="1600" dirty="0">
              <a:solidFill>
                <a:srgbClr val="000000"/>
              </a:solidFill>
            </a:endParaRPr>
          </a:p>
          <a:p>
            <a:pPr marL="185738" indent="-185738" defTabSz="731342">
              <a:buFont typeface="Arial" charset="0"/>
              <a:buChar char="•"/>
            </a:pPr>
            <a:endParaRPr lang="es-PE" sz="1600" dirty="0">
              <a:solidFill>
                <a:srgbClr val="000000"/>
              </a:solidFill>
            </a:endParaRPr>
          </a:p>
        </p:txBody>
      </p:sp>
      <p:sp>
        <p:nvSpPr>
          <p:cNvPr id="9" name="Rectangle 5"/>
          <p:cNvSpPr/>
          <p:nvPr/>
        </p:nvSpPr>
        <p:spPr>
          <a:xfrm>
            <a:off x="512024" y="331345"/>
            <a:ext cx="6032614"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REGISTRO Y </a:t>
            </a:r>
            <a:r>
              <a:rPr lang="en-US" sz="1300" dirty="0" smtClean="0">
                <a:solidFill>
                  <a:srgbClr val="438AD7"/>
                </a:solidFill>
              </a:rPr>
              <a:t>MONITOREO (TAREA</a:t>
            </a:r>
            <a:r>
              <a:rPr lang="en-US" sz="1300" dirty="0">
                <a:solidFill>
                  <a:srgbClr val="438AD7"/>
                </a:solidFill>
              </a:rPr>
              <a:t>)</a:t>
            </a:r>
          </a:p>
        </p:txBody>
      </p:sp>
    </p:spTree>
    <p:custDataLst>
      <p:tags r:id="rId1"/>
    </p:custDataLst>
    <p:extLst>
      <p:ext uri="{BB962C8B-B14F-4D97-AF65-F5344CB8AC3E}">
        <p14:creationId xmlns:p14="http://schemas.microsoft.com/office/powerpoint/2010/main" val="26037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0" y="0"/>
            <a:ext cx="9144000" cy="5715000"/>
          </a:xfrm>
          <a:prstGeom prst="rect">
            <a:avLst/>
          </a:prstGeom>
          <a:solidFill>
            <a:srgbClr val="1F85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7"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PE" sz="2800" b="1" dirty="0" smtClean="0">
                <a:solidFill>
                  <a:schemeClr val="bg1"/>
                </a:solidFill>
                <a:latin typeface="Calibri"/>
                <a:cs typeface="Calibri"/>
              </a:rPr>
              <a:t>/ </a:t>
            </a:r>
            <a:r>
              <a:rPr lang="es-PE" sz="2800" b="1" dirty="0" smtClean="0">
                <a:solidFill>
                  <a:schemeClr val="bg1"/>
                </a:solidFill>
                <a:cs typeface="Calibri"/>
              </a:rPr>
              <a:t>RESUMEN</a:t>
            </a:r>
            <a:endParaRPr lang="es-PE" sz="2800" b="1" dirty="0">
              <a:solidFill>
                <a:schemeClr val="bg1"/>
              </a:solidFill>
              <a:cs typeface="Calibri"/>
            </a:endParaRPr>
          </a:p>
        </p:txBody>
      </p:sp>
    </p:spTree>
    <p:custDataLst>
      <p:tags r:id="rId1"/>
    </p:custDataLst>
    <p:extLst>
      <p:ext uri="{BB962C8B-B14F-4D97-AF65-F5344CB8AC3E}">
        <p14:creationId xmlns:p14="http://schemas.microsoft.com/office/powerpoint/2010/main" val="42627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RESUMEN</a:t>
            </a:r>
          </a:p>
        </p:txBody>
      </p:sp>
      <p:sp>
        <p:nvSpPr>
          <p:cNvPr id="17" name="CuadroTexto 16"/>
          <p:cNvSpPr txBox="1"/>
          <p:nvPr/>
        </p:nvSpPr>
        <p:spPr>
          <a:xfrm>
            <a:off x="3480357" y="959599"/>
            <a:ext cx="2183287" cy="338554"/>
          </a:xfrm>
          <a:prstGeom prst="rect">
            <a:avLst/>
          </a:prstGeom>
          <a:solidFill>
            <a:schemeClr val="bg1">
              <a:lumMod val="85000"/>
            </a:schemeClr>
          </a:solidFill>
        </p:spPr>
        <p:txBody>
          <a:bodyPr wrap="square" rtlCol="0">
            <a:spAutoFit/>
          </a:bodyPr>
          <a:lstStyle/>
          <a:p>
            <a:pPr algn="ctr"/>
            <a:r>
              <a:rPr lang="es-PE" sz="1600" dirty="0" smtClean="0"/>
              <a:t>Registro</a:t>
            </a:r>
            <a:endParaRPr lang="es-PE" sz="1600" dirty="0"/>
          </a:p>
        </p:txBody>
      </p:sp>
      <p:pic>
        <p:nvPicPr>
          <p:cNvPr id="18" name="Imagen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9616" y="1592493"/>
            <a:ext cx="5404769" cy="3604981"/>
          </a:xfrm>
          <a:prstGeom prst="rect">
            <a:avLst/>
          </a:prstGeom>
        </p:spPr>
      </p:pic>
    </p:spTree>
    <p:extLst>
      <p:ext uri="{BB962C8B-B14F-4D97-AF65-F5344CB8AC3E}">
        <p14:creationId xmlns:p14="http://schemas.microsoft.com/office/powerpoint/2010/main" val="829551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5804034" y="-163629"/>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11" name="Rectangle 5"/>
          <p:cNvSpPr/>
          <p:nvPr/>
        </p:nvSpPr>
        <p:spPr>
          <a:xfrm>
            <a:off x="512024" y="331345"/>
            <a:ext cx="4213980" cy="200055"/>
          </a:xfrm>
          <a:prstGeom prst="rect">
            <a:avLst/>
          </a:prstGeom>
        </p:spPr>
        <p:txBody>
          <a:bodyPr wrap="square" lIns="0" tIns="0" rIns="0" bIns="0">
            <a:spAutoFit/>
          </a:bodyPr>
          <a:lstStyle/>
          <a:p>
            <a:r>
              <a:rPr lang="en-US" sz="1300" dirty="0" smtClean="0">
                <a:solidFill>
                  <a:srgbClr val="438AD7"/>
                </a:solidFill>
              </a:rPr>
              <a:t>/ </a:t>
            </a:r>
            <a:r>
              <a:rPr lang="en-US" sz="1300" dirty="0">
                <a:solidFill>
                  <a:srgbClr val="438AD7"/>
                </a:solidFill>
              </a:rPr>
              <a:t>RESUMEN</a:t>
            </a:r>
          </a:p>
        </p:txBody>
      </p:sp>
      <p:sp>
        <p:nvSpPr>
          <p:cNvPr id="2" name="CuadroTexto 1"/>
          <p:cNvSpPr txBox="1"/>
          <p:nvPr/>
        </p:nvSpPr>
        <p:spPr>
          <a:xfrm>
            <a:off x="5866544" y="3513762"/>
            <a:ext cx="914400" cy="914400"/>
          </a:xfrm>
          <a:prstGeom prst="rect">
            <a:avLst/>
          </a:prstGeom>
        </p:spPr>
        <p:txBody>
          <a:bodyPr wrap="none" lIns="91425" tIns="91425" rIns="91425" bIns="91425" rtlCol="0" anchor="t" anchorCtr="0">
            <a:noAutofit/>
          </a:bodyPr>
          <a:lstStyle/>
          <a:p>
            <a:pPr marL="174625" indent="-174625">
              <a:spcBef>
                <a:spcPts val="0"/>
              </a:spcBef>
              <a:buSzPct val="100000"/>
            </a:pPr>
            <a:endParaRPr lang="es-ES_tradnl" sz="1500" dirty="0" smtClean="0">
              <a:latin typeface="Calibri"/>
              <a:cs typeface="Calibri"/>
            </a:endParaRPr>
          </a:p>
        </p:txBody>
      </p:sp>
      <p:sp>
        <p:nvSpPr>
          <p:cNvPr id="31" name="CuadroTexto 30"/>
          <p:cNvSpPr txBox="1"/>
          <p:nvPr/>
        </p:nvSpPr>
        <p:spPr>
          <a:xfrm>
            <a:off x="3480357" y="959599"/>
            <a:ext cx="2183287" cy="338554"/>
          </a:xfrm>
          <a:prstGeom prst="rect">
            <a:avLst/>
          </a:prstGeom>
          <a:solidFill>
            <a:schemeClr val="bg1">
              <a:lumMod val="85000"/>
            </a:schemeClr>
          </a:solidFill>
        </p:spPr>
        <p:txBody>
          <a:bodyPr wrap="square" rtlCol="0">
            <a:spAutoFit/>
          </a:bodyPr>
          <a:lstStyle/>
          <a:p>
            <a:pPr algn="ctr"/>
            <a:r>
              <a:rPr lang="es-PE" sz="1600" dirty="0"/>
              <a:t>Monitoreo.</a:t>
            </a:r>
          </a:p>
        </p:txBody>
      </p:sp>
      <p:pic>
        <p:nvPicPr>
          <p:cNvPr id="32" name="Picture 2" descr="Resultado de imagen para evidenc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9744" y="1672342"/>
            <a:ext cx="5004513" cy="3463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43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lIns="91425" tIns="91425" rIns="91425" bIns="91425" anchor="t" anchorCtr="0">
        <a:noAutofit/>
      </a:bodyPr>
      <a:lstStyle>
        <a:defPPr marL="174625" indent="-174625">
          <a:spcBef>
            <a:spcPts val="0"/>
          </a:spcBef>
          <a:buSzPct val="100000"/>
          <a:defRPr sz="1500" dirty="0" smtClean="0">
            <a:latin typeface="Calibri"/>
            <a:cs typeface="Calibri"/>
          </a:defRPr>
        </a:defPPr>
      </a:lstStyle>
    </a:tx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6155</TotalTime>
  <Words>808</Words>
  <Application>Microsoft Office PowerPoint</Application>
  <PresentationFormat>Presentación en pantalla (16:10)</PresentationFormat>
  <Paragraphs>155</Paragraphs>
  <Slides>23</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Calibri</vt:lpstr>
      <vt:lpstr>Source Sans Pro</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keywords>SCG</cp:keywords>
  <cp:lastModifiedBy>Christian Santamaria Saldaña</cp:lastModifiedBy>
  <cp:revision>513</cp:revision>
  <cp:lastPrinted>2018-01-16T21:42:59Z</cp:lastPrinted>
  <dcterms:created xsi:type="dcterms:W3CDTF">2016-10-06T14:52:02Z</dcterms:created>
  <dcterms:modified xsi:type="dcterms:W3CDTF">2020-10-21T21:41:38Z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