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handoutMasterIdLst>
    <p:handoutMasterId r:id="rId27"/>
  </p:handoutMasterIdLst>
  <p:sldIdLst>
    <p:sldId id="372" r:id="rId2"/>
    <p:sldId id="306" r:id="rId3"/>
    <p:sldId id="432" r:id="rId4"/>
    <p:sldId id="434" r:id="rId5"/>
    <p:sldId id="435" r:id="rId6"/>
    <p:sldId id="315" r:id="rId7"/>
    <p:sldId id="400" r:id="rId8"/>
    <p:sldId id="436" r:id="rId9"/>
    <p:sldId id="437" r:id="rId10"/>
    <p:sldId id="438" r:id="rId11"/>
    <p:sldId id="439" r:id="rId12"/>
    <p:sldId id="440" r:id="rId13"/>
    <p:sldId id="441" r:id="rId14"/>
    <p:sldId id="443" r:id="rId15"/>
    <p:sldId id="444" r:id="rId16"/>
    <p:sldId id="446" r:id="rId17"/>
    <p:sldId id="447" r:id="rId18"/>
    <p:sldId id="448" r:id="rId19"/>
    <p:sldId id="449" r:id="rId20"/>
    <p:sldId id="450" r:id="rId21"/>
    <p:sldId id="451" r:id="rId22"/>
    <p:sldId id="452" r:id="rId23"/>
    <p:sldId id="453" r:id="rId24"/>
    <p:sldId id="454" r:id="rId25"/>
  </p:sldIdLst>
  <p:sldSz cx="9144000" cy="5715000" type="screen16x10"/>
  <p:notesSz cx="6858000" cy="9144000"/>
  <p:custDataLst>
    <p:tags r:id="rId2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5465" userDrawn="1">
          <p15:clr>
            <a:srgbClr val="A4A3A4"/>
          </p15:clr>
        </p15:guide>
        <p15:guide id="3" orient="horz" pos="3252" userDrawn="1">
          <p15:clr>
            <a:srgbClr val="A4A3A4"/>
          </p15:clr>
        </p15:guide>
        <p15:guide id="11" pos="295" userDrawn="1">
          <p15:clr>
            <a:srgbClr val="A4A3A4"/>
          </p15:clr>
        </p15:guide>
        <p15:guide id="12" orient="horz" pos="575" userDrawn="1">
          <p15:clr>
            <a:srgbClr val="A4A3A4"/>
          </p15:clr>
        </p15:guide>
        <p15:guide id="13" orient="horz" pos="280" userDrawn="1">
          <p15:clr>
            <a:srgbClr val="A4A3A4"/>
          </p15:clr>
        </p15:guide>
        <p15:guide id="14" pos="2880" userDrawn="1">
          <p15:clr>
            <a:srgbClr val="A4A3A4"/>
          </p15:clr>
        </p15:guide>
        <p15:guide id="15" pos="3039" userDrawn="1">
          <p15:clr>
            <a:srgbClr val="A4A3A4"/>
          </p15:clr>
        </p15:guide>
        <p15:guide id="17" pos="2721" userDrawn="1">
          <p15:clr>
            <a:srgbClr val="A4A3A4"/>
          </p15:clr>
        </p15:guide>
        <p15:guide id="18" pos="1429" userDrawn="1">
          <p15:clr>
            <a:srgbClr val="A4A3A4"/>
          </p15:clr>
        </p15:guide>
        <p15:guide id="20" pos="4309" userDrawn="1">
          <p15:clr>
            <a:srgbClr val="A4A3A4"/>
          </p15:clr>
        </p15:guide>
        <p15:guide id="22" orient="horz" pos="802" userDrawn="1">
          <p15:clr>
            <a:srgbClr val="A4A3A4"/>
          </p15:clr>
        </p15:guide>
        <p15:guide id="23" orient="horz" pos="26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B1B5"/>
    <a:srgbClr val="E5584B"/>
    <a:srgbClr val="99C652"/>
    <a:srgbClr val="0197A7"/>
    <a:srgbClr val="D2032C"/>
    <a:srgbClr val="F2D164"/>
    <a:srgbClr val="DFA635"/>
    <a:srgbClr val="5AB5A3"/>
    <a:srgbClr val="68529F"/>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632" autoAdjust="0"/>
    <p:restoredTop sz="74909" autoAdjust="0"/>
  </p:normalViewPr>
  <p:slideViewPr>
    <p:cSldViewPr snapToGrid="0" snapToObjects="1" showGuides="1">
      <p:cViewPr varScale="1">
        <p:scale>
          <a:sx n="81" d="100"/>
          <a:sy n="81" d="100"/>
        </p:scale>
        <p:origin x="1614" y="108"/>
      </p:cViewPr>
      <p:guideLst>
        <p:guide pos="5465"/>
        <p:guide orient="horz" pos="3252"/>
        <p:guide pos="295"/>
        <p:guide orient="horz" pos="575"/>
        <p:guide orient="horz" pos="280"/>
        <p:guide pos="2880"/>
        <p:guide pos="3039"/>
        <p:guide pos="2721"/>
        <p:guide pos="1429"/>
        <p:guide pos="4309"/>
        <p:guide orient="horz" pos="802"/>
        <p:guide orient="horz" pos="2616"/>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EC1C1F4-B068-49DD-8085-E83DE5FE91C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F8AC1D50-8DEC-42E2-996D-CF1010A8B2A4}">
      <dgm:prSet phldrT="[Texto]" custT="1"/>
      <dgm:spPr>
        <a:solidFill>
          <a:srgbClr val="2EB1B5"/>
        </a:solidFill>
      </dgm:spPr>
      <dgm:t>
        <a:bodyPr/>
        <a:lstStyle/>
        <a:p>
          <a:r>
            <a:rPr lang="es-PE" sz="1600" dirty="0" smtClean="0"/>
            <a:t>Concepto</a:t>
          </a:r>
          <a:endParaRPr lang="es-PE" sz="1600" dirty="0"/>
        </a:p>
      </dgm:t>
    </dgm:pt>
    <dgm:pt modelId="{786E19C0-B5FB-4042-A047-1BE4F50904A1}" type="parTrans" cxnId="{8F299412-9ED5-4DEE-A8CF-4E0F884EEADC}">
      <dgm:prSet/>
      <dgm:spPr/>
      <dgm:t>
        <a:bodyPr/>
        <a:lstStyle/>
        <a:p>
          <a:endParaRPr lang="es-PE" sz="1600"/>
        </a:p>
      </dgm:t>
    </dgm:pt>
    <dgm:pt modelId="{D92CC6DE-1600-4B15-AB03-51E3F49D26E4}" type="sibTrans" cxnId="{8F299412-9ED5-4DEE-A8CF-4E0F884EEADC}">
      <dgm:prSet/>
      <dgm:spPr/>
      <dgm:t>
        <a:bodyPr/>
        <a:lstStyle/>
        <a:p>
          <a:endParaRPr lang="es-PE" sz="1600"/>
        </a:p>
      </dgm:t>
    </dgm:pt>
    <dgm:pt modelId="{3C6350EC-E58E-4CDA-BABC-C5C0087339C9}">
      <dgm:prSet phldrT="[Texto]" custT="1"/>
      <dgm:spPr>
        <a:solidFill>
          <a:srgbClr val="2EB1B5"/>
        </a:solidFill>
      </dgm:spPr>
      <dgm:t>
        <a:bodyPr/>
        <a:lstStyle/>
        <a:p>
          <a:r>
            <a:rPr lang="es-PE" sz="1600" dirty="0" smtClean="0"/>
            <a:t>Objetivos</a:t>
          </a:r>
          <a:endParaRPr lang="es-PE" sz="1600" dirty="0"/>
        </a:p>
      </dgm:t>
    </dgm:pt>
    <dgm:pt modelId="{09F5242E-35FF-4E46-BF4E-8EF2BF1CF6D3}" type="parTrans" cxnId="{0301483D-A382-4364-B23F-5E9A8302B19B}">
      <dgm:prSet/>
      <dgm:spPr/>
      <dgm:t>
        <a:bodyPr/>
        <a:lstStyle/>
        <a:p>
          <a:endParaRPr lang="es-PE" sz="1600"/>
        </a:p>
      </dgm:t>
    </dgm:pt>
    <dgm:pt modelId="{C8AA39D3-EE3B-4AD7-93E9-8B5213BEE5D3}" type="sibTrans" cxnId="{0301483D-A382-4364-B23F-5E9A8302B19B}">
      <dgm:prSet/>
      <dgm:spPr/>
      <dgm:t>
        <a:bodyPr/>
        <a:lstStyle/>
        <a:p>
          <a:endParaRPr lang="es-PE" sz="1600"/>
        </a:p>
      </dgm:t>
    </dgm:pt>
    <dgm:pt modelId="{D5D817EB-7BD2-4656-8231-B48ABB95369F}">
      <dgm:prSet phldrT="[Texto]" custT="1"/>
      <dgm:spPr>
        <a:solidFill>
          <a:srgbClr val="2EB1B5"/>
        </a:solidFill>
      </dgm:spPr>
      <dgm:t>
        <a:bodyPr/>
        <a:lstStyle/>
        <a:p>
          <a:r>
            <a:rPr lang="es-PE" sz="1600" dirty="0" smtClean="0"/>
            <a:t>Contenido</a:t>
          </a:r>
          <a:endParaRPr lang="es-PE" sz="1600" dirty="0"/>
        </a:p>
      </dgm:t>
    </dgm:pt>
    <dgm:pt modelId="{08B08B69-EC93-4F1B-80E3-1F967211A660}" type="parTrans" cxnId="{068517CD-13CF-4133-885A-E27E66D1930D}">
      <dgm:prSet/>
      <dgm:spPr/>
      <dgm:t>
        <a:bodyPr/>
        <a:lstStyle/>
        <a:p>
          <a:endParaRPr lang="es-PE" sz="1600"/>
        </a:p>
      </dgm:t>
    </dgm:pt>
    <dgm:pt modelId="{EEA2C508-0247-4949-B928-9FED1A32ECB8}" type="sibTrans" cxnId="{068517CD-13CF-4133-885A-E27E66D1930D}">
      <dgm:prSet/>
      <dgm:spPr/>
      <dgm:t>
        <a:bodyPr/>
        <a:lstStyle/>
        <a:p>
          <a:endParaRPr lang="es-PE" sz="1600"/>
        </a:p>
      </dgm:t>
    </dgm:pt>
    <dgm:pt modelId="{61114F5C-D826-41FC-80C1-57C837878FA3}">
      <dgm:prSet phldrT="[Texto]" custT="1"/>
      <dgm:spPr>
        <a:solidFill>
          <a:srgbClr val="2EB1B5"/>
        </a:solidFill>
      </dgm:spPr>
      <dgm:t>
        <a:bodyPr/>
        <a:lstStyle/>
        <a:p>
          <a:r>
            <a:rPr lang="es-PE" sz="1600" dirty="0" smtClean="0"/>
            <a:t>Revisión</a:t>
          </a:r>
          <a:endParaRPr lang="es-PE" sz="1600" dirty="0"/>
        </a:p>
      </dgm:t>
    </dgm:pt>
    <dgm:pt modelId="{D0943916-346F-4D93-ACCD-F1086FC4CAAA}" type="parTrans" cxnId="{94BF5B24-F686-4D02-8AFC-CB5FC8BAC55C}">
      <dgm:prSet/>
      <dgm:spPr/>
      <dgm:t>
        <a:bodyPr/>
        <a:lstStyle/>
        <a:p>
          <a:endParaRPr lang="es-PE" sz="1600"/>
        </a:p>
      </dgm:t>
    </dgm:pt>
    <dgm:pt modelId="{30956DD4-68CA-4157-B228-5E467A91F718}" type="sibTrans" cxnId="{94BF5B24-F686-4D02-8AFC-CB5FC8BAC55C}">
      <dgm:prSet/>
      <dgm:spPr/>
      <dgm:t>
        <a:bodyPr/>
        <a:lstStyle/>
        <a:p>
          <a:endParaRPr lang="es-PE" sz="1600"/>
        </a:p>
      </dgm:t>
    </dgm:pt>
    <dgm:pt modelId="{1C1067FD-E418-4B60-B9E3-ACF1A4CBDC81}" type="pres">
      <dgm:prSet presAssocID="{6EC1C1F4-B068-49DD-8085-E83DE5FE91C0}" presName="linear" presStyleCnt="0">
        <dgm:presLayoutVars>
          <dgm:animLvl val="lvl"/>
          <dgm:resizeHandles val="exact"/>
        </dgm:presLayoutVars>
      </dgm:prSet>
      <dgm:spPr/>
      <dgm:t>
        <a:bodyPr/>
        <a:lstStyle/>
        <a:p>
          <a:endParaRPr lang="es-PE"/>
        </a:p>
      </dgm:t>
    </dgm:pt>
    <dgm:pt modelId="{3777373B-7A8D-4433-8A8C-4992208C3102}" type="pres">
      <dgm:prSet presAssocID="{F8AC1D50-8DEC-42E2-996D-CF1010A8B2A4}" presName="parentText" presStyleLbl="node1" presStyleIdx="0" presStyleCnt="4">
        <dgm:presLayoutVars>
          <dgm:chMax val="0"/>
          <dgm:bulletEnabled val="1"/>
        </dgm:presLayoutVars>
      </dgm:prSet>
      <dgm:spPr/>
      <dgm:t>
        <a:bodyPr/>
        <a:lstStyle/>
        <a:p>
          <a:endParaRPr lang="es-PE"/>
        </a:p>
      </dgm:t>
    </dgm:pt>
    <dgm:pt modelId="{77C821BE-E8B1-43B2-BC83-DA1F290CCBAD}" type="pres">
      <dgm:prSet presAssocID="{D92CC6DE-1600-4B15-AB03-51E3F49D26E4}" presName="spacer" presStyleCnt="0"/>
      <dgm:spPr/>
    </dgm:pt>
    <dgm:pt modelId="{E9FD3C4D-2B62-4B3F-B5D3-FA33ACEAFC1E}" type="pres">
      <dgm:prSet presAssocID="{3C6350EC-E58E-4CDA-BABC-C5C0087339C9}" presName="parentText" presStyleLbl="node1" presStyleIdx="1" presStyleCnt="4">
        <dgm:presLayoutVars>
          <dgm:chMax val="0"/>
          <dgm:bulletEnabled val="1"/>
        </dgm:presLayoutVars>
      </dgm:prSet>
      <dgm:spPr/>
      <dgm:t>
        <a:bodyPr/>
        <a:lstStyle/>
        <a:p>
          <a:endParaRPr lang="es-PE"/>
        </a:p>
      </dgm:t>
    </dgm:pt>
    <dgm:pt modelId="{8D883B06-7A0A-4C76-9449-276CD1D441FB}" type="pres">
      <dgm:prSet presAssocID="{C8AA39D3-EE3B-4AD7-93E9-8B5213BEE5D3}" presName="spacer" presStyleCnt="0"/>
      <dgm:spPr/>
    </dgm:pt>
    <dgm:pt modelId="{A130FF06-0DE0-4252-8860-E4B2D5042E5E}" type="pres">
      <dgm:prSet presAssocID="{D5D817EB-7BD2-4656-8231-B48ABB95369F}" presName="parentText" presStyleLbl="node1" presStyleIdx="2" presStyleCnt="4">
        <dgm:presLayoutVars>
          <dgm:chMax val="0"/>
          <dgm:bulletEnabled val="1"/>
        </dgm:presLayoutVars>
      </dgm:prSet>
      <dgm:spPr/>
      <dgm:t>
        <a:bodyPr/>
        <a:lstStyle/>
        <a:p>
          <a:endParaRPr lang="es-PE"/>
        </a:p>
      </dgm:t>
    </dgm:pt>
    <dgm:pt modelId="{F922CD76-7796-426F-A4BF-713647327095}" type="pres">
      <dgm:prSet presAssocID="{EEA2C508-0247-4949-B928-9FED1A32ECB8}" presName="spacer" presStyleCnt="0"/>
      <dgm:spPr/>
    </dgm:pt>
    <dgm:pt modelId="{C69756CF-65DE-420C-B84D-0EF360E8AD99}" type="pres">
      <dgm:prSet presAssocID="{61114F5C-D826-41FC-80C1-57C837878FA3}" presName="parentText" presStyleLbl="node1" presStyleIdx="3" presStyleCnt="4">
        <dgm:presLayoutVars>
          <dgm:chMax val="0"/>
          <dgm:bulletEnabled val="1"/>
        </dgm:presLayoutVars>
      </dgm:prSet>
      <dgm:spPr/>
      <dgm:t>
        <a:bodyPr/>
        <a:lstStyle/>
        <a:p>
          <a:endParaRPr lang="es-PE"/>
        </a:p>
      </dgm:t>
    </dgm:pt>
  </dgm:ptLst>
  <dgm:cxnLst>
    <dgm:cxn modelId="{C478E384-C4F5-7C4B-B0F3-DF7D8813ACD9}" type="presOf" srcId="{D5D817EB-7BD2-4656-8231-B48ABB95369F}" destId="{A130FF06-0DE0-4252-8860-E4B2D5042E5E}" srcOrd="0" destOrd="0" presId="urn:microsoft.com/office/officeart/2005/8/layout/vList2"/>
    <dgm:cxn modelId="{40F5B1C5-62B1-6146-A1F0-C1180ECD01C8}" type="presOf" srcId="{F8AC1D50-8DEC-42E2-996D-CF1010A8B2A4}" destId="{3777373B-7A8D-4433-8A8C-4992208C3102}" srcOrd="0" destOrd="0" presId="urn:microsoft.com/office/officeart/2005/8/layout/vList2"/>
    <dgm:cxn modelId="{348D6275-5A05-6C46-B587-2C74F9905EC0}" type="presOf" srcId="{61114F5C-D826-41FC-80C1-57C837878FA3}" destId="{C69756CF-65DE-420C-B84D-0EF360E8AD99}" srcOrd="0" destOrd="0" presId="urn:microsoft.com/office/officeart/2005/8/layout/vList2"/>
    <dgm:cxn modelId="{0301483D-A382-4364-B23F-5E9A8302B19B}" srcId="{6EC1C1F4-B068-49DD-8085-E83DE5FE91C0}" destId="{3C6350EC-E58E-4CDA-BABC-C5C0087339C9}" srcOrd="1" destOrd="0" parTransId="{09F5242E-35FF-4E46-BF4E-8EF2BF1CF6D3}" sibTransId="{C8AA39D3-EE3B-4AD7-93E9-8B5213BEE5D3}"/>
    <dgm:cxn modelId="{58351E3F-A441-BB46-A9EE-E1BE434B50F2}" type="presOf" srcId="{6EC1C1F4-B068-49DD-8085-E83DE5FE91C0}" destId="{1C1067FD-E418-4B60-B9E3-ACF1A4CBDC81}" srcOrd="0" destOrd="0" presId="urn:microsoft.com/office/officeart/2005/8/layout/vList2"/>
    <dgm:cxn modelId="{8F299412-9ED5-4DEE-A8CF-4E0F884EEADC}" srcId="{6EC1C1F4-B068-49DD-8085-E83DE5FE91C0}" destId="{F8AC1D50-8DEC-42E2-996D-CF1010A8B2A4}" srcOrd="0" destOrd="0" parTransId="{786E19C0-B5FB-4042-A047-1BE4F50904A1}" sibTransId="{D92CC6DE-1600-4B15-AB03-51E3F49D26E4}"/>
    <dgm:cxn modelId="{94BF5B24-F686-4D02-8AFC-CB5FC8BAC55C}" srcId="{6EC1C1F4-B068-49DD-8085-E83DE5FE91C0}" destId="{61114F5C-D826-41FC-80C1-57C837878FA3}" srcOrd="3" destOrd="0" parTransId="{D0943916-346F-4D93-ACCD-F1086FC4CAAA}" sibTransId="{30956DD4-68CA-4157-B228-5E467A91F718}"/>
    <dgm:cxn modelId="{F6D98850-D122-FC47-999B-7ED4B86E77C4}" type="presOf" srcId="{3C6350EC-E58E-4CDA-BABC-C5C0087339C9}" destId="{E9FD3C4D-2B62-4B3F-B5D3-FA33ACEAFC1E}" srcOrd="0" destOrd="0" presId="urn:microsoft.com/office/officeart/2005/8/layout/vList2"/>
    <dgm:cxn modelId="{068517CD-13CF-4133-885A-E27E66D1930D}" srcId="{6EC1C1F4-B068-49DD-8085-E83DE5FE91C0}" destId="{D5D817EB-7BD2-4656-8231-B48ABB95369F}" srcOrd="2" destOrd="0" parTransId="{08B08B69-EC93-4F1B-80E3-1F967211A660}" sibTransId="{EEA2C508-0247-4949-B928-9FED1A32ECB8}"/>
    <dgm:cxn modelId="{3595A292-1078-F14E-AEB4-1D9DF3A52647}" type="presParOf" srcId="{1C1067FD-E418-4B60-B9E3-ACF1A4CBDC81}" destId="{3777373B-7A8D-4433-8A8C-4992208C3102}" srcOrd="0" destOrd="0" presId="urn:microsoft.com/office/officeart/2005/8/layout/vList2"/>
    <dgm:cxn modelId="{81DA7A5D-440B-AE43-B793-961713979F60}" type="presParOf" srcId="{1C1067FD-E418-4B60-B9E3-ACF1A4CBDC81}" destId="{77C821BE-E8B1-43B2-BC83-DA1F290CCBAD}" srcOrd="1" destOrd="0" presId="urn:microsoft.com/office/officeart/2005/8/layout/vList2"/>
    <dgm:cxn modelId="{EA089F44-B079-0C4B-944B-3818A80B8338}" type="presParOf" srcId="{1C1067FD-E418-4B60-B9E3-ACF1A4CBDC81}" destId="{E9FD3C4D-2B62-4B3F-B5D3-FA33ACEAFC1E}" srcOrd="2" destOrd="0" presId="urn:microsoft.com/office/officeart/2005/8/layout/vList2"/>
    <dgm:cxn modelId="{AADECB22-3696-C348-8341-0222AFDC6E1E}" type="presParOf" srcId="{1C1067FD-E418-4B60-B9E3-ACF1A4CBDC81}" destId="{8D883B06-7A0A-4C76-9449-276CD1D441FB}" srcOrd="3" destOrd="0" presId="urn:microsoft.com/office/officeart/2005/8/layout/vList2"/>
    <dgm:cxn modelId="{6F898491-8BDC-9B4C-B0A4-EC205007FAB2}" type="presParOf" srcId="{1C1067FD-E418-4B60-B9E3-ACF1A4CBDC81}" destId="{A130FF06-0DE0-4252-8860-E4B2D5042E5E}" srcOrd="4" destOrd="0" presId="urn:microsoft.com/office/officeart/2005/8/layout/vList2"/>
    <dgm:cxn modelId="{C625A872-9919-674A-921B-712097D91D40}" type="presParOf" srcId="{1C1067FD-E418-4B60-B9E3-ACF1A4CBDC81}" destId="{F922CD76-7796-426F-A4BF-713647327095}" srcOrd="5" destOrd="0" presId="urn:microsoft.com/office/officeart/2005/8/layout/vList2"/>
    <dgm:cxn modelId="{47065F72-D03C-1348-A45A-65D96FDB28F1}" type="presParOf" srcId="{1C1067FD-E418-4B60-B9E3-ACF1A4CBDC81}" destId="{C69756CF-65DE-420C-B84D-0EF360E8AD99}"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9A06D10-98FE-43B6-9F36-753290347BF8}" type="doc">
      <dgm:prSet loTypeId="urn:microsoft.com/office/officeart/2005/8/layout/lProcess3" loCatId="process" qsTypeId="urn:microsoft.com/office/officeart/2005/8/quickstyle/simple1" qsCatId="simple" csTypeId="urn:microsoft.com/office/officeart/2005/8/colors/colorful5" csCatId="colorful" phldr="1"/>
      <dgm:spPr/>
      <dgm:t>
        <a:bodyPr/>
        <a:lstStyle/>
        <a:p>
          <a:endParaRPr lang="es-PE"/>
        </a:p>
      </dgm:t>
    </dgm:pt>
    <dgm:pt modelId="{E8884CB1-59B3-42EB-80A8-3070314277FE}">
      <dgm:prSet phldrT="[Texto]" custT="1"/>
      <dgm:spPr>
        <a:solidFill>
          <a:srgbClr val="0197A7"/>
        </a:solidFill>
        <a:ln>
          <a:noFill/>
        </a:ln>
      </dgm:spPr>
      <dgm:t>
        <a:bodyPr/>
        <a:lstStyle/>
        <a:p>
          <a:r>
            <a:rPr lang="es-PE" sz="1800" dirty="0" smtClean="0"/>
            <a:t>Gerencia</a:t>
          </a:r>
          <a:endParaRPr lang="es-PE" sz="1800" dirty="0"/>
        </a:p>
      </dgm:t>
    </dgm:pt>
    <dgm:pt modelId="{FD0FEE4B-0F45-49E5-A0D0-38ECBD736624}" type="parTrans" cxnId="{2FDC5FE7-EA95-4D46-9B50-7D3AA472EF26}">
      <dgm:prSet/>
      <dgm:spPr/>
      <dgm:t>
        <a:bodyPr/>
        <a:lstStyle/>
        <a:p>
          <a:endParaRPr lang="es-PE" sz="1800"/>
        </a:p>
      </dgm:t>
    </dgm:pt>
    <dgm:pt modelId="{F2367C34-1973-4B58-82F6-85AA7C598AC1}" type="sibTrans" cxnId="{2FDC5FE7-EA95-4D46-9B50-7D3AA472EF26}">
      <dgm:prSet/>
      <dgm:spPr/>
      <dgm:t>
        <a:bodyPr/>
        <a:lstStyle/>
        <a:p>
          <a:endParaRPr lang="es-PE" sz="1800"/>
        </a:p>
      </dgm:t>
    </dgm:pt>
    <dgm:pt modelId="{F2CEF7C2-2090-4EFF-8651-63C0558AF48F}">
      <dgm:prSet phldrT="[Texto]" custT="1"/>
      <dgm:spPr>
        <a:solidFill>
          <a:srgbClr val="2EB1B5">
            <a:alpha val="90000"/>
          </a:srgbClr>
        </a:solidFill>
        <a:ln>
          <a:noFill/>
        </a:ln>
      </dgm:spPr>
      <dgm:t>
        <a:bodyPr/>
        <a:lstStyle/>
        <a:p>
          <a:r>
            <a:rPr lang="es-PE" sz="1800" dirty="0" smtClean="0"/>
            <a:t>Definir</a:t>
          </a:r>
          <a:endParaRPr lang="es-PE" sz="1800" dirty="0"/>
        </a:p>
      </dgm:t>
    </dgm:pt>
    <dgm:pt modelId="{1F49E539-DA74-444E-97BA-781F282439DE}" type="parTrans" cxnId="{7637444B-6E40-43C0-8A37-779BBC1F352B}">
      <dgm:prSet/>
      <dgm:spPr/>
      <dgm:t>
        <a:bodyPr/>
        <a:lstStyle/>
        <a:p>
          <a:endParaRPr lang="es-PE" sz="1800"/>
        </a:p>
      </dgm:t>
    </dgm:pt>
    <dgm:pt modelId="{03AF8F3A-1B1D-4C26-99FD-68139AD8FAC2}" type="sibTrans" cxnId="{7637444B-6E40-43C0-8A37-779BBC1F352B}">
      <dgm:prSet/>
      <dgm:spPr/>
      <dgm:t>
        <a:bodyPr/>
        <a:lstStyle/>
        <a:p>
          <a:endParaRPr lang="es-PE" sz="1800"/>
        </a:p>
      </dgm:t>
    </dgm:pt>
    <dgm:pt modelId="{1F7F8D33-8811-45F1-8E6E-BF1E7F39DB20}">
      <dgm:prSet phldrT="[Texto]" custT="1"/>
      <dgm:spPr>
        <a:solidFill>
          <a:srgbClr val="99C652">
            <a:alpha val="90000"/>
          </a:srgbClr>
        </a:solidFill>
        <a:ln>
          <a:noFill/>
        </a:ln>
      </dgm:spPr>
      <dgm:t>
        <a:bodyPr/>
        <a:lstStyle/>
        <a:p>
          <a:r>
            <a:rPr lang="es-PE" sz="1800" dirty="0" smtClean="0"/>
            <a:t>Aprobar</a:t>
          </a:r>
          <a:endParaRPr lang="es-PE" sz="1800" dirty="0"/>
        </a:p>
      </dgm:t>
    </dgm:pt>
    <dgm:pt modelId="{0C4AC94A-08D7-4B01-9CA1-41B6912267B3}" type="parTrans" cxnId="{A3643EB0-0198-439D-83F3-4D901066CAFA}">
      <dgm:prSet/>
      <dgm:spPr/>
      <dgm:t>
        <a:bodyPr/>
        <a:lstStyle/>
        <a:p>
          <a:endParaRPr lang="es-PE" sz="1800"/>
        </a:p>
      </dgm:t>
    </dgm:pt>
    <dgm:pt modelId="{DD2ED897-FD65-48CB-93CE-197418004D03}" type="sibTrans" cxnId="{A3643EB0-0198-439D-83F3-4D901066CAFA}">
      <dgm:prSet/>
      <dgm:spPr/>
      <dgm:t>
        <a:bodyPr/>
        <a:lstStyle/>
        <a:p>
          <a:endParaRPr lang="es-PE" sz="1800"/>
        </a:p>
      </dgm:t>
    </dgm:pt>
    <dgm:pt modelId="{31387931-F9EA-40BA-B18F-15194952F09F}">
      <dgm:prSet phldrT="[Texto]" custT="1"/>
      <dgm:spPr>
        <a:solidFill>
          <a:srgbClr val="E5584B"/>
        </a:solidFill>
        <a:ln>
          <a:noFill/>
        </a:ln>
      </dgm:spPr>
      <dgm:t>
        <a:bodyPr/>
        <a:lstStyle/>
        <a:p>
          <a:r>
            <a:rPr lang="es-PE" sz="1800" dirty="0" smtClean="0"/>
            <a:t>OSI</a:t>
          </a:r>
          <a:endParaRPr lang="es-PE" sz="1800" dirty="0"/>
        </a:p>
      </dgm:t>
    </dgm:pt>
    <dgm:pt modelId="{0B988D1A-614E-4B00-98F9-01271810C5A2}" type="parTrans" cxnId="{A62BE60E-E2CB-4C63-90F7-B00B2D004124}">
      <dgm:prSet/>
      <dgm:spPr/>
      <dgm:t>
        <a:bodyPr/>
        <a:lstStyle/>
        <a:p>
          <a:endParaRPr lang="es-PE" sz="1800"/>
        </a:p>
      </dgm:t>
    </dgm:pt>
    <dgm:pt modelId="{6B865FF4-9CD7-4C27-8884-45AAF43D9FFD}" type="sibTrans" cxnId="{A62BE60E-E2CB-4C63-90F7-B00B2D004124}">
      <dgm:prSet/>
      <dgm:spPr/>
      <dgm:t>
        <a:bodyPr/>
        <a:lstStyle/>
        <a:p>
          <a:endParaRPr lang="es-PE" sz="1800"/>
        </a:p>
      </dgm:t>
    </dgm:pt>
    <dgm:pt modelId="{DDA3480D-5DBD-4AFF-AE98-FE3C164722D6}">
      <dgm:prSet phldrT="[Texto]" custT="1"/>
      <dgm:spPr>
        <a:solidFill>
          <a:srgbClr val="DFA635">
            <a:alpha val="90000"/>
          </a:srgbClr>
        </a:solidFill>
        <a:ln>
          <a:noFill/>
        </a:ln>
      </dgm:spPr>
      <dgm:t>
        <a:bodyPr/>
        <a:lstStyle/>
        <a:p>
          <a:r>
            <a:rPr lang="es-PE" sz="1800" dirty="0" smtClean="0"/>
            <a:t>Publicar</a:t>
          </a:r>
          <a:endParaRPr lang="es-PE" sz="1800" dirty="0"/>
        </a:p>
      </dgm:t>
    </dgm:pt>
    <dgm:pt modelId="{51A2E042-1CBE-4C6E-B9AF-2C989D219362}" type="parTrans" cxnId="{2F07DD0B-959D-4032-B205-0F1691FCEDD7}">
      <dgm:prSet/>
      <dgm:spPr/>
      <dgm:t>
        <a:bodyPr/>
        <a:lstStyle/>
        <a:p>
          <a:endParaRPr lang="es-PE" sz="1800"/>
        </a:p>
      </dgm:t>
    </dgm:pt>
    <dgm:pt modelId="{33612813-4B7D-4BEE-B349-010F1B4FA992}" type="sibTrans" cxnId="{2F07DD0B-959D-4032-B205-0F1691FCEDD7}">
      <dgm:prSet/>
      <dgm:spPr/>
      <dgm:t>
        <a:bodyPr/>
        <a:lstStyle/>
        <a:p>
          <a:endParaRPr lang="es-PE" sz="1800"/>
        </a:p>
      </dgm:t>
    </dgm:pt>
    <dgm:pt modelId="{A5EB54B9-53D1-449B-995B-804BEEFDFE63}">
      <dgm:prSet phldrT="[Texto]" custT="1"/>
      <dgm:spPr>
        <a:solidFill>
          <a:srgbClr val="F2D164">
            <a:alpha val="90000"/>
          </a:srgbClr>
        </a:solidFill>
        <a:ln>
          <a:noFill/>
        </a:ln>
      </dgm:spPr>
      <dgm:t>
        <a:bodyPr/>
        <a:lstStyle/>
        <a:p>
          <a:r>
            <a:rPr lang="es-PE" sz="1800" dirty="0" smtClean="0"/>
            <a:t>Comunicar</a:t>
          </a:r>
          <a:endParaRPr lang="es-PE" sz="1800" dirty="0"/>
        </a:p>
      </dgm:t>
    </dgm:pt>
    <dgm:pt modelId="{8D703860-DBC6-4C86-B19E-53B3B0CB1B7C}" type="parTrans" cxnId="{874A4B5C-AF7E-4DC3-9906-AA0FB15166A2}">
      <dgm:prSet/>
      <dgm:spPr/>
      <dgm:t>
        <a:bodyPr/>
        <a:lstStyle/>
        <a:p>
          <a:endParaRPr lang="es-PE" sz="1800"/>
        </a:p>
      </dgm:t>
    </dgm:pt>
    <dgm:pt modelId="{59123FBA-08D3-43F4-882A-06843294A0EA}" type="sibTrans" cxnId="{874A4B5C-AF7E-4DC3-9906-AA0FB15166A2}">
      <dgm:prSet/>
      <dgm:spPr/>
      <dgm:t>
        <a:bodyPr/>
        <a:lstStyle/>
        <a:p>
          <a:endParaRPr lang="es-PE" sz="1800"/>
        </a:p>
      </dgm:t>
    </dgm:pt>
    <dgm:pt modelId="{1CFBD1B4-356B-4BC4-8DF0-020215C30639}" type="pres">
      <dgm:prSet presAssocID="{B9A06D10-98FE-43B6-9F36-753290347BF8}" presName="Name0" presStyleCnt="0">
        <dgm:presLayoutVars>
          <dgm:chPref val="3"/>
          <dgm:dir/>
          <dgm:animLvl val="lvl"/>
          <dgm:resizeHandles/>
        </dgm:presLayoutVars>
      </dgm:prSet>
      <dgm:spPr/>
      <dgm:t>
        <a:bodyPr/>
        <a:lstStyle/>
        <a:p>
          <a:endParaRPr lang="es-PE"/>
        </a:p>
      </dgm:t>
    </dgm:pt>
    <dgm:pt modelId="{0788261D-6DF0-4CD1-8093-A8CB71D4BF64}" type="pres">
      <dgm:prSet presAssocID="{E8884CB1-59B3-42EB-80A8-3070314277FE}" presName="horFlow" presStyleCnt="0"/>
      <dgm:spPr/>
    </dgm:pt>
    <dgm:pt modelId="{90ABB361-2147-4D01-B0B2-DD6326D9790C}" type="pres">
      <dgm:prSet presAssocID="{E8884CB1-59B3-42EB-80A8-3070314277FE}" presName="bigChev" presStyleLbl="node1" presStyleIdx="0" presStyleCnt="2"/>
      <dgm:spPr/>
      <dgm:t>
        <a:bodyPr/>
        <a:lstStyle/>
        <a:p>
          <a:endParaRPr lang="es-PE"/>
        </a:p>
      </dgm:t>
    </dgm:pt>
    <dgm:pt modelId="{8FA740EF-DB6E-4DB4-A3FA-F596A4082402}" type="pres">
      <dgm:prSet presAssocID="{1F49E539-DA74-444E-97BA-781F282439DE}" presName="parTrans" presStyleCnt="0"/>
      <dgm:spPr/>
    </dgm:pt>
    <dgm:pt modelId="{C1BE8A01-F5D7-4DF2-A124-B5C5E5FE52E5}" type="pres">
      <dgm:prSet presAssocID="{F2CEF7C2-2090-4EFF-8651-63C0558AF48F}" presName="node" presStyleLbl="alignAccFollowNode1" presStyleIdx="0" presStyleCnt="4">
        <dgm:presLayoutVars>
          <dgm:bulletEnabled val="1"/>
        </dgm:presLayoutVars>
      </dgm:prSet>
      <dgm:spPr/>
      <dgm:t>
        <a:bodyPr/>
        <a:lstStyle/>
        <a:p>
          <a:endParaRPr lang="es-PE"/>
        </a:p>
      </dgm:t>
    </dgm:pt>
    <dgm:pt modelId="{C481EF50-FD82-4181-A6AA-53F9E34A8E13}" type="pres">
      <dgm:prSet presAssocID="{03AF8F3A-1B1D-4C26-99FD-68139AD8FAC2}" presName="sibTrans" presStyleCnt="0"/>
      <dgm:spPr/>
    </dgm:pt>
    <dgm:pt modelId="{81BA755F-F438-4288-84C5-8755AAE2441A}" type="pres">
      <dgm:prSet presAssocID="{1F7F8D33-8811-45F1-8E6E-BF1E7F39DB20}" presName="node" presStyleLbl="alignAccFollowNode1" presStyleIdx="1" presStyleCnt="4">
        <dgm:presLayoutVars>
          <dgm:bulletEnabled val="1"/>
        </dgm:presLayoutVars>
      </dgm:prSet>
      <dgm:spPr/>
      <dgm:t>
        <a:bodyPr/>
        <a:lstStyle/>
        <a:p>
          <a:endParaRPr lang="es-PE"/>
        </a:p>
      </dgm:t>
    </dgm:pt>
    <dgm:pt modelId="{D74E4C48-19E0-4E1E-B857-DDFF6C5DF9E2}" type="pres">
      <dgm:prSet presAssocID="{E8884CB1-59B3-42EB-80A8-3070314277FE}" presName="vSp" presStyleCnt="0"/>
      <dgm:spPr/>
    </dgm:pt>
    <dgm:pt modelId="{BCE97F6A-6350-4DFE-892D-1BAC4EC16CF6}" type="pres">
      <dgm:prSet presAssocID="{31387931-F9EA-40BA-B18F-15194952F09F}" presName="horFlow" presStyleCnt="0"/>
      <dgm:spPr/>
    </dgm:pt>
    <dgm:pt modelId="{94A2BFF2-2B4A-4F95-8272-EDAF87061406}" type="pres">
      <dgm:prSet presAssocID="{31387931-F9EA-40BA-B18F-15194952F09F}" presName="bigChev" presStyleLbl="node1" presStyleIdx="1" presStyleCnt="2"/>
      <dgm:spPr/>
      <dgm:t>
        <a:bodyPr/>
        <a:lstStyle/>
        <a:p>
          <a:endParaRPr lang="es-PE"/>
        </a:p>
      </dgm:t>
    </dgm:pt>
    <dgm:pt modelId="{6C08E5F6-FFE6-432F-98CD-3BA131329624}" type="pres">
      <dgm:prSet presAssocID="{51A2E042-1CBE-4C6E-B9AF-2C989D219362}" presName="parTrans" presStyleCnt="0"/>
      <dgm:spPr/>
    </dgm:pt>
    <dgm:pt modelId="{F09595AB-B313-4C52-80A1-73BCF059F392}" type="pres">
      <dgm:prSet presAssocID="{DDA3480D-5DBD-4AFF-AE98-FE3C164722D6}" presName="node" presStyleLbl="alignAccFollowNode1" presStyleIdx="2" presStyleCnt="4">
        <dgm:presLayoutVars>
          <dgm:bulletEnabled val="1"/>
        </dgm:presLayoutVars>
      </dgm:prSet>
      <dgm:spPr/>
      <dgm:t>
        <a:bodyPr/>
        <a:lstStyle/>
        <a:p>
          <a:endParaRPr lang="es-PE"/>
        </a:p>
      </dgm:t>
    </dgm:pt>
    <dgm:pt modelId="{2CA0D875-B1D7-4E90-BB8F-DB4783FA823C}" type="pres">
      <dgm:prSet presAssocID="{33612813-4B7D-4BEE-B349-010F1B4FA992}" presName="sibTrans" presStyleCnt="0"/>
      <dgm:spPr/>
    </dgm:pt>
    <dgm:pt modelId="{D57D8BFE-1697-4229-A976-8F69AA0626BE}" type="pres">
      <dgm:prSet presAssocID="{A5EB54B9-53D1-449B-995B-804BEEFDFE63}" presName="node" presStyleLbl="alignAccFollowNode1" presStyleIdx="3" presStyleCnt="4">
        <dgm:presLayoutVars>
          <dgm:bulletEnabled val="1"/>
        </dgm:presLayoutVars>
      </dgm:prSet>
      <dgm:spPr/>
      <dgm:t>
        <a:bodyPr/>
        <a:lstStyle/>
        <a:p>
          <a:endParaRPr lang="es-PE"/>
        </a:p>
      </dgm:t>
    </dgm:pt>
  </dgm:ptLst>
  <dgm:cxnLst>
    <dgm:cxn modelId="{874A4B5C-AF7E-4DC3-9906-AA0FB15166A2}" srcId="{31387931-F9EA-40BA-B18F-15194952F09F}" destId="{A5EB54B9-53D1-449B-995B-804BEEFDFE63}" srcOrd="1" destOrd="0" parTransId="{8D703860-DBC6-4C86-B19E-53B3B0CB1B7C}" sibTransId="{59123FBA-08D3-43F4-882A-06843294A0EA}"/>
    <dgm:cxn modelId="{3E9013A7-0028-F540-A990-BA5ACB8383F8}" type="presOf" srcId="{DDA3480D-5DBD-4AFF-AE98-FE3C164722D6}" destId="{F09595AB-B313-4C52-80A1-73BCF059F392}" srcOrd="0" destOrd="0" presId="urn:microsoft.com/office/officeart/2005/8/layout/lProcess3"/>
    <dgm:cxn modelId="{5B3F3915-1866-E84C-B969-29D553579562}" type="presOf" srcId="{B9A06D10-98FE-43B6-9F36-753290347BF8}" destId="{1CFBD1B4-356B-4BC4-8DF0-020215C30639}" srcOrd="0" destOrd="0" presId="urn:microsoft.com/office/officeart/2005/8/layout/lProcess3"/>
    <dgm:cxn modelId="{8127FD6E-A5B4-5541-8AE7-2281B1FB342B}" type="presOf" srcId="{E8884CB1-59B3-42EB-80A8-3070314277FE}" destId="{90ABB361-2147-4D01-B0B2-DD6326D9790C}" srcOrd="0" destOrd="0" presId="urn:microsoft.com/office/officeart/2005/8/layout/lProcess3"/>
    <dgm:cxn modelId="{DFF9F708-46EC-0B45-BFE8-F1091C7A8D22}" type="presOf" srcId="{1F7F8D33-8811-45F1-8E6E-BF1E7F39DB20}" destId="{81BA755F-F438-4288-84C5-8755AAE2441A}" srcOrd="0" destOrd="0" presId="urn:microsoft.com/office/officeart/2005/8/layout/lProcess3"/>
    <dgm:cxn modelId="{A3643EB0-0198-439D-83F3-4D901066CAFA}" srcId="{E8884CB1-59B3-42EB-80A8-3070314277FE}" destId="{1F7F8D33-8811-45F1-8E6E-BF1E7F39DB20}" srcOrd="1" destOrd="0" parTransId="{0C4AC94A-08D7-4B01-9CA1-41B6912267B3}" sibTransId="{DD2ED897-FD65-48CB-93CE-197418004D03}"/>
    <dgm:cxn modelId="{E36F689D-6D92-4442-97D2-AE7A38EDC90F}" type="presOf" srcId="{F2CEF7C2-2090-4EFF-8651-63C0558AF48F}" destId="{C1BE8A01-F5D7-4DF2-A124-B5C5E5FE52E5}" srcOrd="0" destOrd="0" presId="urn:microsoft.com/office/officeart/2005/8/layout/lProcess3"/>
    <dgm:cxn modelId="{A62BE60E-E2CB-4C63-90F7-B00B2D004124}" srcId="{B9A06D10-98FE-43B6-9F36-753290347BF8}" destId="{31387931-F9EA-40BA-B18F-15194952F09F}" srcOrd="1" destOrd="0" parTransId="{0B988D1A-614E-4B00-98F9-01271810C5A2}" sibTransId="{6B865FF4-9CD7-4C27-8884-45AAF43D9FFD}"/>
    <dgm:cxn modelId="{00C54121-1858-1F4F-A075-07319277B682}" type="presOf" srcId="{A5EB54B9-53D1-449B-995B-804BEEFDFE63}" destId="{D57D8BFE-1697-4229-A976-8F69AA0626BE}" srcOrd="0" destOrd="0" presId="urn:microsoft.com/office/officeart/2005/8/layout/lProcess3"/>
    <dgm:cxn modelId="{F98CD77B-88B7-A746-AEB4-7C135E6049D6}" type="presOf" srcId="{31387931-F9EA-40BA-B18F-15194952F09F}" destId="{94A2BFF2-2B4A-4F95-8272-EDAF87061406}" srcOrd="0" destOrd="0" presId="urn:microsoft.com/office/officeart/2005/8/layout/lProcess3"/>
    <dgm:cxn modelId="{7637444B-6E40-43C0-8A37-779BBC1F352B}" srcId="{E8884CB1-59B3-42EB-80A8-3070314277FE}" destId="{F2CEF7C2-2090-4EFF-8651-63C0558AF48F}" srcOrd="0" destOrd="0" parTransId="{1F49E539-DA74-444E-97BA-781F282439DE}" sibTransId="{03AF8F3A-1B1D-4C26-99FD-68139AD8FAC2}"/>
    <dgm:cxn modelId="{2F07DD0B-959D-4032-B205-0F1691FCEDD7}" srcId="{31387931-F9EA-40BA-B18F-15194952F09F}" destId="{DDA3480D-5DBD-4AFF-AE98-FE3C164722D6}" srcOrd="0" destOrd="0" parTransId="{51A2E042-1CBE-4C6E-B9AF-2C989D219362}" sibTransId="{33612813-4B7D-4BEE-B349-010F1B4FA992}"/>
    <dgm:cxn modelId="{2FDC5FE7-EA95-4D46-9B50-7D3AA472EF26}" srcId="{B9A06D10-98FE-43B6-9F36-753290347BF8}" destId="{E8884CB1-59B3-42EB-80A8-3070314277FE}" srcOrd="0" destOrd="0" parTransId="{FD0FEE4B-0F45-49E5-A0D0-38ECBD736624}" sibTransId="{F2367C34-1973-4B58-82F6-85AA7C598AC1}"/>
    <dgm:cxn modelId="{E60841DD-BA74-484D-800C-9E68780C01ED}" type="presParOf" srcId="{1CFBD1B4-356B-4BC4-8DF0-020215C30639}" destId="{0788261D-6DF0-4CD1-8093-A8CB71D4BF64}" srcOrd="0" destOrd="0" presId="urn:microsoft.com/office/officeart/2005/8/layout/lProcess3"/>
    <dgm:cxn modelId="{72783C49-E15F-8948-8BB9-DA60C0179729}" type="presParOf" srcId="{0788261D-6DF0-4CD1-8093-A8CB71D4BF64}" destId="{90ABB361-2147-4D01-B0B2-DD6326D9790C}" srcOrd="0" destOrd="0" presId="urn:microsoft.com/office/officeart/2005/8/layout/lProcess3"/>
    <dgm:cxn modelId="{FF79FA20-7D70-684F-A577-8DD106E5822B}" type="presParOf" srcId="{0788261D-6DF0-4CD1-8093-A8CB71D4BF64}" destId="{8FA740EF-DB6E-4DB4-A3FA-F596A4082402}" srcOrd="1" destOrd="0" presId="urn:microsoft.com/office/officeart/2005/8/layout/lProcess3"/>
    <dgm:cxn modelId="{76CEAC6B-009B-AC45-B46A-C1BE865C63F9}" type="presParOf" srcId="{0788261D-6DF0-4CD1-8093-A8CB71D4BF64}" destId="{C1BE8A01-F5D7-4DF2-A124-B5C5E5FE52E5}" srcOrd="2" destOrd="0" presId="urn:microsoft.com/office/officeart/2005/8/layout/lProcess3"/>
    <dgm:cxn modelId="{B55CE45A-B529-4540-92ED-EA7CC678286B}" type="presParOf" srcId="{0788261D-6DF0-4CD1-8093-A8CB71D4BF64}" destId="{C481EF50-FD82-4181-A6AA-53F9E34A8E13}" srcOrd="3" destOrd="0" presId="urn:microsoft.com/office/officeart/2005/8/layout/lProcess3"/>
    <dgm:cxn modelId="{B4959D11-3E7A-4446-95CB-6AFCC8A22419}" type="presParOf" srcId="{0788261D-6DF0-4CD1-8093-A8CB71D4BF64}" destId="{81BA755F-F438-4288-84C5-8755AAE2441A}" srcOrd="4" destOrd="0" presId="urn:microsoft.com/office/officeart/2005/8/layout/lProcess3"/>
    <dgm:cxn modelId="{387632FA-B0D3-8D49-8FF9-15A67DA46D18}" type="presParOf" srcId="{1CFBD1B4-356B-4BC4-8DF0-020215C30639}" destId="{D74E4C48-19E0-4E1E-B857-DDFF6C5DF9E2}" srcOrd="1" destOrd="0" presId="urn:microsoft.com/office/officeart/2005/8/layout/lProcess3"/>
    <dgm:cxn modelId="{A8A49034-D060-9B44-BCC8-F189B57E2D37}" type="presParOf" srcId="{1CFBD1B4-356B-4BC4-8DF0-020215C30639}" destId="{BCE97F6A-6350-4DFE-892D-1BAC4EC16CF6}" srcOrd="2" destOrd="0" presId="urn:microsoft.com/office/officeart/2005/8/layout/lProcess3"/>
    <dgm:cxn modelId="{C090CA93-926A-804B-A480-5F854163CF33}" type="presParOf" srcId="{BCE97F6A-6350-4DFE-892D-1BAC4EC16CF6}" destId="{94A2BFF2-2B4A-4F95-8272-EDAF87061406}" srcOrd="0" destOrd="0" presId="urn:microsoft.com/office/officeart/2005/8/layout/lProcess3"/>
    <dgm:cxn modelId="{FB1D0145-E7B7-8841-8E33-C81410715E50}" type="presParOf" srcId="{BCE97F6A-6350-4DFE-892D-1BAC4EC16CF6}" destId="{6C08E5F6-FFE6-432F-98CD-3BA131329624}" srcOrd="1" destOrd="0" presId="urn:microsoft.com/office/officeart/2005/8/layout/lProcess3"/>
    <dgm:cxn modelId="{C60A5CA8-6919-084F-B63C-0E475C952912}" type="presParOf" srcId="{BCE97F6A-6350-4DFE-892D-1BAC4EC16CF6}" destId="{F09595AB-B313-4C52-80A1-73BCF059F392}" srcOrd="2" destOrd="0" presId="urn:microsoft.com/office/officeart/2005/8/layout/lProcess3"/>
    <dgm:cxn modelId="{2122B39C-1633-1F4A-99FA-57638B74CD23}" type="presParOf" srcId="{BCE97F6A-6350-4DFE-892D-1BAC4EC16CF6}" destId="{2CA0D875-B1D7-4E90-BB8F-DB4783FA823C}" srcOrd="3" destOrd="0" presId="urn:microsoft.com/office/officeart/2005/8/layout/lProcess3"/>
    <dgm:cxn modelId="{75B3EB4A-02DF-EB41-8029-41514FC63DAF}" type="presParOf" srcId="{BCE97F6A-6350-4DFE-892D-1BAC4EC16CF6}" destId="{D57D8BFE-1697-4229-A976-8F69AA0626BE}" srcOrd="4" destOrd="0" presId="urn:microsoft.com/office/officeart/2005/8/layout/l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392BA0D-5A0C-4894-9635-C574CF509F0E}" type="doc">
      <dgm:prSet loTypeId="urn:microsoft.com/office/officeart/2005/8/layout/cycle8" loCatId="cycle" qsTypeId="urn:microsoft.com/office/officeart/2005/8/quickstyle/3d2" qsCatId="3D" csTypeId="urn:microsoft.com/office/officeart/2005/8/colors/colorful5" csCatId="colorful" phldr="1"/>
      <dgm:spPr/>
    </dgm:pt>
    <dgm:pt modelId="{DBB5F6C6-02F8-4D77-B12D-3DE13FFD159A}">
      <dgm:prSet phldrT="[Texto]">
        <dgm:style>
          <a:lnRef idx="2">
            <a:schemeClr val="accent5"/>
          </a:lnRef>
          <a:fillRef idx="1">
            <a:schemeClr val="lt1"/>
          </a:fillRef>
          <a:effectRef idx="0">
            <a:schemeClr val="accent5"/>
          </a:effectRef>
          <a:fontRef idx="minor">
            <a:schemeClr val="dk1"/>
          </a:fontRef>
        </dgm:style>
      </dgm:prSet>
      <dgm:spPr>
        <a:solidFill>
          <a:schemeClr val="accent3">
            <a:lumMod val="60000"/>
            <a:lumOff val="40000"/>
          </a:schemeClr>
        </a:solidFill>
        <a:ln>
          <a:noFill/>
        </a:ln>
      </dgm:spPr>
      <dgm:t>
        <a:bodyPr/>
        <a:lstStyle/>
        <a:p>
          <a:pPr>
            <a:lnSpc>
              <a:spcPct val="100000"/>
            </a:lnSpc>
            <a:spcAft>
              <a:spcPts val="0"/>
            </a:spcAft>
          </a:pPr>
          <a:r>
            <a:rPr lang="es-PE" dirty="0" smtClean="0"/>
            <a:t>Control</a:t>
          </a:r>
          <a:endParaRPr lang="es-PE" dirty="0"/>
        </a:p>
      </dgm:t>
    </dgm:pt>
    <dgm:pt modelId="{89135A59-ADC3-4662-947A-7438BCFC14AE}" type="parTrans" cxnId="{4C33A259-8BA7-4858-B548-96F1EC5DE114}">
      <dgm:prSet/>
      <dgm:spPr/>
      <dgm:t>
        <a:bodyPr/>
        <a:lstStyle/>
        <a:p>
          <a:endParaRPr lang="es-PE"/>
        </a:p>
      </dgm:t>
    </dgm:pt>
    <dgm:pt modelId="{E48AF0F5-C06B-4806-BC1D-850955BD7BB2}" type="sibTrans" cxnId="{4C33A259-8BA7-4858-B548-96F1EC5DE114}">
      <dgm:prSet/>
      <dgm:spPr/>
      <dgm:t>
        <a:bodyPr/>
        <a:lstStyle/>
        <a:p>
          <a:endParaRPr lang="es-PE"/>
        </a:p>
      </dgm:t>
    </dgm:pt>
    <dgm:pt modelId="{777B408A-446C-47FD-A7C9-417CE76EB5AD}">
      <dgm:prSet phldrT="[Texto]">
        <dgm:style>
          <a:lnRef idx="2">
            <a:schemeClr val="accent5"/>
          </a:lnRef>
          <a:fillRef idx="1">
            <a:schemeClr val="lt1"/>
          </a:fillRef>
          <a:effectRef idx="0">
            <a:schemeClr val="accent5"/>
          </a:effectRef>
          <a:fontRef idx="minor">
            <a:schemeClr val="dk1"/>
          </a:fontRef>
        </dgm:style>
      </dgm:prSet>
      <dgm:spPr>
        <a:solidFill>
          <a:schemeClr val="accent5">
            <a:lumMod val="60000"/>
            <a:lumOff val="40000"/>
          </a:schemeClr>
        </a:solidFill>
        <a:ln>
          <a:noFill/>
        </a:ln>
      </dgm:spPr>
      <dgm:t>
        <a:bodyPr/>
        <a:lstStyle/>
        <a:p>
          <a:pPr>
            <a:lnSpc>
              <a:spcPct val="100000"/>
            </a:lnSpc>
            <a:spcAft>
              <a:spcPts val="0"/>
            </a:spcAft>
          </a:pPr>
          <a:r>
            <a:rPr lang="es-PE" dirty="0" smtClean="0"/>
            <a:t>Evaluación</a:t>
          </a:r>
          <a:endParaRPr lang="es-PE" dirty="0"/>
        </a:p>
      </dgm:t>
    </dgm:pt>
    <dgm:pt modelId="{023B60BA-10F1-4710-B7EC-419D349C11F5}" type="parTrans" cxnId="{75793291-AEB2-4B63-895C-51A133FA7B00}">
      <dgm:prSet/>
      <dgm:spPr/>
      <dgm:t>
        <a:bodyPr/>
        <a:lstStyle/>
        <a:p>
          <a:endParaRPr lang="es-PE"/>
        </a:p>
      </dgm:t>
    </dgm:pt>
    <dgm:pt modelId="{D7B4E93C-C2DF-4574-A280-A6EE046EB57D}" type="sibTrans" cxnId="{75793291-AEB2-4B63-895C-51A133FA7B00}">
      <dgm:prSet/>
      <dgm:spPr/>
      <dgm:t>
        <a:bodyPr/>
        <a:lstStyle/>
        <a:p>
          <a:endParaRPr lang="es-PE"/>
        </a:p>
      </dgm:t>
    </dgm:pt>
    <dgm:pt modelId="{3855A9C2-62FD-44B2-B4F3-FA176560F87F}">
      <dgm:prSet phldrT="[Texto]">
        <dgm:style>
          <a:lnRef idx="2">
            <a:schemeClr val="accent5"/>
          </a:lnRef>
          <a:fillRef idx="1">
            <a:schemeClr val="lt1"/>
          </a:fillRef>
          <a:effectRef idx="0">
            <a:schemeClr val="accent5"/>
          </a:effectRef>
          <a:fontRef idx="minor">
            <a:schemeClr val="dk1"/>
          </a:fontRef>
        </dgm:style>
      </dgm:prSet>
      <dgm:spPr>
        <a:solidFill>
          <a:schemeClr val="accent2">
            <a:lumMod val="60000"/>
            <a:lumOff val="40000"/>
          </a:schemeClr>
        </a:solidFill>
        <a:ln>
          <a:noFill/>
        </a:ln>
      </dgm:spPr>
      <dgm:t>
        <a:bodyPr/>
        <a:lstStyle/>
        <a:p>
          <a:pPr>
            <a:lnSpc>
              <a:spcPct val="100000"/>
            </a:lnSpc>
            <a:spcAft>
              <a:spcPts val="0"/>
            </a:spcAft>
          </a:pPr>
          <a:r>
            <a:rPr lang="es-PE" dirty="0" smtClean="0"/>
            <a:t>Revisión</a:t>
          </a:r>
          <a:endParaRPr lang="es-PE" dirty="0"/>
        </a:p>
      </dgm:t>
    </dgm:pt>
    <dgm:pt modelId="{76539C41-CBD5-431E-9A43-103F615E21D4}" type="parTrans" cxnId="{B1B3A867-C7EE-46A1-8919-33A76B5A3F78}">
      <dgm:prSet/>
      <dgm:spPr/>
      <dgm:t>
        <a:bodyPr/>
        <a:lstStyle/>
        <a:p>
          <a:endParaRPr lang="es-PE"/>
        </a:p>
      </dgm:t>
    </dgm:pt>
    <dgm:pt modelId="{F910CC2E-6802-44D2-90FB-A0A44929E913}" type="sibTrans" cxnId="{B1B3A867-C7EE-46A1-8919-33A76B5A3F78}">
      <dgm:prSet/>
      <dgm:spPr/>
      <dgm:t>
        <a:bodyPr/>
        <a:lstStyle/>
        <a:p>
          <a:endParaRPr lang="es-PE"/>
        </a:p>
      </dgm:t>
    </dgm:pt>
    <dgm:pt modelId="{28C4935D-FF51-4999-8634-16F0F9D29410}">
      <dgm:prSet phldrT="[Texto]">
        <dgm:style>
          <a:lnRef idx="2">
            <a:schemeClr val="accent5"/>
          </a:lnRef>
          <a:fillRef idx="1">
            <a:schemeClr val="lt1"/>
          </a:fillRef>
          <a:effectRef idx="0">
            <a:schemeClr val="accent5"/>
          </a:effectRef>
          <a:fontRef idx="minor">
            <a:schemeClr val="dk1"/>
          </a:fontRef>
        </dgm:style>
      </dgm:prSet>
      <dgm:spPr>
        <a:solidFill>
          <a:schemeClr val="accent5">
            <a:lumMod val="60000"/>
            <a:lumOff val="40000"/>
          </a:schemeClr>
        </a:solidFill>
        <a:ln>
          <a:noFill/>
        </a:ln>
      </dgm:spPr>
      <dgm:t>
        <a:bodyPr/>
        <a:lstStyle/>
        <a:p>
          <a:pPr>
            <a:lnSpc>
              <a:spcPct val="100000"/>
            </a:lnSpc>
            <a:spcAft>
              <a:spcPts val="0"/>
            </a:spcAft>
          </a:pPr>
          <a:r>
            <a:rPr lang="es-PE" dirty="0" smtClean="0"/>
            <a:t>Medir el grado de conformidad</a:t>
          </a:r>
          <a:endParaRPr lang="es-PE" dirty="0"/>
        </a:p>
      </dgm:t>
    </dgm:pt>
    <dgm:pt modelId="{D7AFD251-955B-44C2-B672-C76BC37214C8}" type="parTrans" cxnId="{B424D505-C305-47B9-83B7-1E84499C3732}">
      <dgm:prSet/>
      <dgm:spPr/>
      <dgm:t>
        <a:bodyPr/>
        <a:lstStyle/>
        <a:p>
          <a:endParaRPr lang="es-PE"/>
        </a:p>
      </dgm:t>
    </dgm:pt>
    <dgm:pt modelId="{06293A6D-8FB7-49FB-AD12-2C379EC4A9CD}" type="sibTrans" cxnId="{B424D505-C305-47B9-83B7-1E84499C3732}">
      <dgm:prSet/>
      <dgm:spPr/>
      <dgm:t>
        <a:bodyPr/>
        <a:lstStyle/>
        <a:p>
          <a:endParaRPr lang="es-PE"/>
        </a:p>
      </dgm:t>
    </dgm:pt>
    <dgm:pt modelId="{E130FBCD-3A7B-4D35-A605-5586BA7F4168}">
      <dgm:prSet phldrT="[Texto]">
        <dgm:style>
          <a:lnRef idx="2">
            <a:schemeClr val="accent5"/>
          </a:lnRef>
          <a:fillRef idx="1">
            <a:schemeClr val="lt1"/>
          </a:fillRef>
          <a:effectRef idx="0">
            <a:schemeClr val="accent5"/>
          </a:effectRef>
          <a:fontRef idx="minor">
            <a:schemeClr val="dk1"/>
          </a:fontRef>
        </dgm:style>
      </dgm:prSet>
      <dgm:spPr>
        <a:solidFill>
          <a:schemeClr val="accent2">
            <a:lumMod val="60000"/>
            <a:lumOff val="40000"/>
          </a:schemeClr>
        </a:solidFill>
        <a:ln>
          <a:noFill/>
        </a:ln>
      </dgm:spPr>
      <dgm:t>
        <a:bodyPr/>
        <a:lstStyle/>
        <a:p>
          <a:pPr>
            <a:lnSpc>
              <a:spcPct val="100000"/>
            </a:lnSpc>
            <a:spcAft>
              <a:spcPts val="0"/>
            </a:spcAft>
          </a:pPr>
          <a:r>
            <a:rPr lang="es-PE" dirty="0" smtClean="0"/>
            <a:t>Mantener</a:t>
          </a:r>
          <a:endParaRPr lang="es-PE" dirty="0"/>
        </a:p>
      </dgm:t>
    </dgm:pt>
    <dgm:pt modelId="{3CE87934-B841-4461-BCC5-7CE291FD1F28}" type="parTrans" cxnId="{5574C228-7B92-41BB-B909-16F7314C541D}">
      <dgm:prSet/>
      <dgm:spPr/>
      <dgm:t>
        <a:bodyPr/>
        <a:lstStyle/>
        <a:p>
          <a:endParaRPr lang="es-PE"/>
        </a:p>
      </dgm:t>
    </dgm:pt>
    <dgm:pt modelId="{B284DACD-D3D6-458D-95B3-A82BDB115EFA}" type="sibTrans" cxnId="{5574C228-7B92-41BB-B909-16F7314C541D}">
      <dgm:prSet/>
      <dgm:spPr/>
      <dgm:t>
        <a:bodyPr/>
        <a:lstStyle/>
        <a:p>
          <a:endParaRPr lang="es-PE"/>
        </a:p>
      </dgm:t>
    </dgm:pt>
    <dgm:pt modelId="{D4CE2832-60D0-4CA1-83BA-F5CE385350A9}">
      <dgm:prSet phldrT="[Texto]">
        <dgm:style>
          <a:lnRef idx="2">
            <a:schemeClr val="accent5"/>
          </a:lnRef>
          <a:fillRef idx="1">
            <a:schemeClr val="lt1"/>
          </a:fillRef>
          <a:effectRef idx="0">
            <a:schemeClr val="accent5"/>
          </a:effectRef>
          <a:fontRef idx="minor">
            <a:schemeClr val="dk1"/>
          </a:fontRef>
        </dgm:style>
      </dgm:prSet>
      <dgm:spPr>
        <a:solidFill>
          <a:schemeClr val="accent3">
            <a:lumMod val="60000"/>
            <a:lumOff val="40000"/>
          </a:schemeClr>
        </a:solidFill>
        <a:ln>
          <a:noFill/>
        </a:ln>
      </dgm:spPr>
      <dgm:t>
        <a:bodyPr/>
        <a:lstStyle/>
        <a:p>
          <a:pPr>
            <a:lnSpc>
              <a:spcPct val="100000"/>
            </a:lnSpc>
            <a:spcAft>
              <a:spcPts val="0"/>
            </a:spcAft>
          </a:pPr>
          <a:r>
            <a:rPr lang="es-PE" dirty="0" smtClean="0"/>
            <a:t>Asegurar conformidad</a:t>
          </a:r>
          <a:endParaRPr lang="es-PE" dirty="0"/>
        </a:p>
      </dgm:t>
    </dgm:pt>
    <dgm:pt modelId="{DDC0708B-46F0-4B15-9F05-E34727FA6A66}" type="sibTrans" cxnId="{16C4484C-FA39-4F76-B719-F8D219684F35}">
      <dgm:prSet/>
      <dgm:spPr/>
      <dgm:t>
        <a:bodyPr/>
        <a:lstStyle/>
        <a:p>
          <a:endParaRPr lang="es-PE"/>
        </a:p>
      </dgm:t>
    </dgm:pt>
    <dgm:pt modelId="{7BED2FD8-B684-42A8-BF55-088BFFBAEED0}" type="parTrans" cxnId="{16C4484C-FA39-4F76-B719-F8D219684F35}">
      <dgm:prSet/>
      <dgm:spPr/>
      <dgm:t>
        <a:bodyPr/>
        <a:lstStyle/>
        <a:p>
          <a:endParaRPr lang="es-PE"/>
        </a:p>
      </dgm:t>
    </dgm:pt>
    <dgm:pt modelId="{142E6C40-13FF-4DC6-B6E6-621A0C687AA3}" type="pres">
      <dgm:prSet presAssocID="{3392BA0D-5A0C-4894-9635-C574CF509F0E}" presName="compositeShape" presStyleCnt="0">
        <dgm:presLayoutVars>
          <dgm:chMax val="7"/>
          <dgm:dir/>
          <dgm:resizeHandles val="exact"/>
        </dgm:presLayoutVars>
      </dgm:prSet>
      <dgm:spPr/>
    </dgm:pt>
    <dgm:pt modelId="{1E5D30D5-4546-4C03-9095-813DCD4C7C8B}" type="pres">
      <dgm:prSet presAssocID="{3392BA0D-5A0C-4894-9635-C574CF509F0E}" presName="wedge1" presStyleLbl="node1" presStyleIdx="0" presStyleCnt="3"/>
      <dgm:spPr/>
      <dgm:t>
        <a:bodyPr/>
        <a:lstStyle/>
        <a:p>
          <a:endParaRPr lang="es-PE"/>
        </a:p>
      </dgm:t>
    </dgm:pt>
    <dgm:pt modelId="{68D2D4CA-0D66-43F8-868A-912BB5A457FC}" type="pres">
      <dgm:prSet presAssocID="{3392BA0D-5A0C-4894-9635-C574CF509F0E}" presName="dummy1a" presStyleCnt="0"/>
      <dgm:spPr/>
    </dgm:pt>
    <dgm:pt modelId="{A62D1DE0-91BD-4E48-8870-09B20CBDD901}" type="pres">
      <dgm:prSet presAssocID="{3392BA0D-5A0C-4894-9635-C574CF509F0E}" presName="dummy1b" presStyleCnt="0"/>
      <dgm:spPr/>
    </dgm:pt>
    <dgm:pt modelId="{7758891B-5EDA-476F-87D2-2DAA1E4036EF}" type="pres">
      <dgm:prSet presAssocID="{3392BA0D-5A0C-4894-9635-C574CF509F0E}" presName="wedge1Tx" presStyleLbl="node1" presStyleIdx="0" presStyleCnt="3">
        <dgm:presLayoutVars>
          <dgm:chMax val="0"/>
          <dgm:chPref val="0"/>
          <dgm:bulletEnabled val="1"/>
        </dgm:presLayoutVars>
      </dgm:prSet>
      <dgm:spPr/>
      <dgm:t>
        <a:bodyPr/>
        <a:lstStyle/>
        <a:p>
          <a:endParaRPr lang="es-PE"/>
        </a:p>
      </dgm:t>
    </dgm:pt>
    <dgm:pt modelId="{DF826F75-DF5B-44E4-95AB-EC7850C0371B}" type="pres">
      <dgm:prSet presAssocID="{3392BA0D-5A0C-4894-9635-C574CF509F0E}" presName="wedge2" presStyleLbl="node1" presStyleIdx="1" presStyleCnt="3"/>
      <dgm:spPr/>
      <dgm:t>
        <a:bodyPr/>
        <a:lstStyle/>
        <a:p>
          <a:endParaRPr lang="es-PE"/>
        </a:p>
      </dgm:t>
    </dgm:pt>
    <dgm:pt modelId="{1A5B4DD5-1548-4CA2-BE94-D77739DEC58E}" type="pres">
      <dgm:prSet presAssocID="{3392BA0D-5A0C-4894-9635-C574CF509F0E}" presName="dummy2a" presStyleCnt="0"/>
      <dgm:spPr/>
    </dgm:pt>
    <dgm:pt modelId="{DB4D09B2-4A63-432C-9FF0-D1009B09BD63}" type="pres">
      <dgm:prSet presAssocID="{3392BA0D-5A0C-4894-9635-C574CF509F0E}" presName="dummy2b" presStyleCnt="0"/>
      <dgm:spPr/>
    </dgm:pt>
    <dgm:pt modelId="{AFC4D64F-A718-479A-9729-45B4DF1113D9}" type="pres">
      <dgm:prSet presAssocID="{3392BA0D-5A0C-4894-9635-C574CF509F0E}" presName="wedge2Tx" presStyleLbl="node1" presStyleIdx="1" presStyleCnt="3">
        <dgm:presLayoutVars>
          <dgm:chMax val="0"/>
          <dgm:chPref val="0"/>
          <dgm:bulletEnabled val="1"/>
        </dgm:presLayoutVars>
      </dgm:prSet>
      <dgm:spPr/>
      <dgm:t>
        <a:bodyPr/>
        <a:lstStyle/>
        <a:p>
          <a:endParaRPr lang="es-PE"/>
        </a:p>
      </dgm:t>
    </dgm:pt>
    <dgm:pt modelId="{F08F591F-F5BC-48A0-8C21-78C68AAFFF26}" type="pres">
      <dgm:prSet presAssocID="{3392BA0D-5A0C-4894-9635-C574CF509F0E}" presName="wedge3" presStyleLbl="node1" presStyleIdx="2" presStyleCnt="3"/>
      <dgm:spPr/>
      <dgm:t>
        <a:bodyPr/>
        <a:lstStyle/>
        <a:p>
          <a:endParaRPr lang="es-PE"/>
        </a:p>
      </dgm:t>
    </dgm:pt>
    <dgm:pt modelId="{00DD498B-37C4-49F6-A3BC-F7A3B344D991}" type="pres">
      <dgm:prSet presAssocID="{3392BA0D-5A0C-4894-9635-C574CF509F0E}" presName="dummy3a" presStyleCnt="0"/>
      <dgm:spPr/>
    </dgm:pt>
    <dgm:pt modelId="{89CC19FC-EFBA-4920-AEC8-04613E849F21}" type="pres">
      <dgm:prSet presAssocID="{3392BA0D-5A0C-4894-9635-C574CF509F0E}" presName="dummy3b" presStyleCnt="0"/>
      <dgm:spPr/>
    </dgm:pt>
    <dgm:pt modelId="{46ABF845-6830-4E35-AE95-09ECED26DE8E}" type="pres">
      <dgm:prSet presAssocID="{3392BA0D-5A0C-4894-9635-C574CF509F0E}" presName="wedge3Tx" presStyleLbl="node1" presStyleIdx="2" presStyleCnt="3">
        <dgm:presLayoutVars>
          <dgm:chMax val="0"/>
          <dgm:chPref val="0"/>
          <dgm:bulletEnabled val="1"/>
        </dgm:presLayoutVars>
      </dgm:prSet>
      <dgm:spPr/>
      <dgm:t>
        <a:bodyPr/>
        <a:lstStyle/>
        <a:p>
          <a:endParaRPr lang="es-PE"/>
        </a:p>
      </dgm:t>
    </dgm:pt>
    <dgm:pt modelId="{E6AEDFB5-6C5C-4B6D-BB7D-8FD739F4EC00}" type="pres">
      <dgm:prSet presAssocID="{E48AF0F5-C06B-4806-BC1D-850955BD7BB2}" presName="arrowWedge1" presStyleLbl="fgSibTrans2D1" presStyleIdx="0" presStyleCnt="3">
        <dgm:style>
          <a:lnRef idx="2">
            <a:schemeClr val="accent5"/>
          </a:lnRef>
          <a:fillRef idx="1">
            <a:schemeClr val="lt1"/>
          </a:fillRef>
          <a:effectRef idx="0">
            <a:schemeClr val="accent5"/>
          </a:effectRef>
          <a:fontRef idx="minor">
            <a:schemeClr val="dk1"/>
          </a:fontRef>
        </dgm:style>
      </dgm:prSet>
      <dgm:spPr>
        <a:solidFill>
          <a:srgbClr val="99C652"/>
        </a:solidFill>
        <a:ln>
          <a:noFill/>
        </a:ln>
      </dgm:spPr>
    </dgm:pt>
    <dgm:pt modelId="{5E5D0CE7-33AD-40B1-8CE7-7521C99AD980}" type="pres">
      <dgm:prSet presAssocID="{D7B4E93C-C2DF-4574-A280-A6EE046EB57D}" presName="arrowWedge2" presStyleLbl="fgSibTrans2D1" presStyleIdx="1" presStyleCnt="3">
        <dgm:style>
          <a:lnRef idx="2">
            <a:schemeClr val="accent5"/>
          </a:lnRef>
          <a:fillRef idx="1">
            <a:schemeClr val="lt1"/>
          </a:fillRef>
          <a:effectRef idx="0">
            <a:schemeClr val="accent5"/>
          </a:effectRef>
          <a:fontRef idx="minor">
            <a:schemeClr val="dk1"/>
          </a:fontRef>
        </dgm:style>
      </dgm:prSet>
      <dgm:spPr>
        <a:solidFill>
          <a:srgbClr val="0197A7"/>
        </a:solidFill>
        <a:ln>
          <a:noFill/>
        </a:ln>
      </dgm:spPr>
    </dgm:pt>
    <dgm:pt modelId="{FAC1AB49-D7C7-4D26-B6D9-45BB3C39F6B9}" type="pres">
      <dgm:prSet presAssocID="{F910CC2E-6802-44D2-90FB-A0A44929E913}" presName="arrowWedge3" presStyleLbl="fgSibTrans2D1" presStyleIdx="2" presStyleCnt="3">
        <dgm:style>
          <a:lnRef idx="2">
            <a:schemeClr val="accent5"/>
          </a:lnRef>
          <a:fillRef idx="1">
            <a:schemeClr val="lt1"/>
          </a:fillRef>
          <a:effectRef idx="0">
            <a:schemeClr val="accent5"/>
          </a:effectRef>
          <a:fontRef idx="minor">
            <a:schemeClr val="dk1"/>
          </a:fontRef>
        </dgm:style>
      </dgm:prSet>
      <dgm:spPr>
        <a:solidFill>
          <a:srgbClr val="E5584B"/>
        </a:solidFill>
        <a:ln>
          <a:noFill/>
        </a:ln>
      </dgm:spPr>
    </dgm:pt>
  </dgm:ptLst>
  <dgm:cxnLst>
    <dgm:cxn modelId="{50DB7E66-CE22-AB4C-A49E-F5FEB6C4327F}" type="presOf" srcId="{777B408A-446C-47FD-A7C9-417CE76EB5AD}" destId="{DF826F75-DF5B-44E4-95AB-EC7850C0371B}" srcOrd="0" destOrd="0" presId="urn:microsoft.com/office/officeart/2005/8/layout/cycle8"/>
    <dgm:cxn modelId="{B424D505-C305-47B9-83B7-1E84499C3732}" srcId="{777B408A-446C-47FD-A7C9-417CE76EB5AD}" destId="{28C4935D-FF51-4999-8634-16F0F9D29410}" srcOrd="0" destOrd="0" parTransId="{D7AFD251-955B-44C2-B672-C76BC37214C8}" sibTransId="{06293A6D-8FB7-49FB-AD12-2C379EC4A9CD}"/>
    <dgm:cxn modelId="{3000937B-091A-9943-8225-974CF2BBCBA4}" type="presOf" srcId="{3855A9C2-62FD-44B2-B4F3-FA176560F87F}" destId="{F08F591F-F5BC-48A0-8C21-78C68AAFFF26}" srcOrd="0" destOrd="0" presId="urn:microsoft.com/office/officeart/2005/8/layout/cycle8"/>
    <dgm:cxn modelId="{4C33A259-8BA7-4858-B548-96F1EC5DE114}" srcId="{3392BA0D-5A0C-4894-9635-C574CF509F0E}" destId="{DBB5F6C6-02F8-4D77-B12D-3DE13FFD159A}" srcOrd="0" destOrd="0" parTransId="{89135A59-ADC3-4662-947A-7438BCFC14AE}" sibTransId="{E48AF0F5-C06B-4806-BC1D-850955BD7BB2}"/>
    <dgm:cxn modelId="{0D33BE1D-9802-4D45-B650-5FAC49F7DE89}" type="presOf" srcId="{D4CE2832-60D0-4CA1-83BA-F5CE385350A9}" destId="{1E5D30D5-4546-4C03-9095-813DCD4C7C8B}" srcOrd="0" destOrd="1" presId="urn:microsoft.com/office/officeart/2005/8/layout/cycle8"/>
    <dgm:cxn modelId="{E09665C6-4217-F14B-8E33-4C45C1F00766}" type="presOf" srcId="{DBB5F6C6-02F8-4D77-B12D-3DE13FFD159A}" destId="{7758891B-5EDA-476F-87D2-2DAA1E4036EF}" srcOrd="1" destOrd="0" presId="urn:microsoft.com/office/officeart/2005/8/layout/cycle8"/>
    <dgm:cxn modelId="{B1B3A867-C7EE-46A1-8919-33A76B5A3F78}" srcId="{3392BA0D-5A0C-4894-9635-C574CF509F0E}" destId="{3855A9C2-62FD-44B2-B4F3-FA176560F87F}" srcOrd="2" destOrd="0" parTransId="{76539C41-CBD5-431E-9A43-103F615E21D4}" sibTransId="{F910CC2E-6802-44D2-90FB-A0A44929E913}"/>
    <dgm:cxn modelId="{1763ED3D-B9CC-2049-901B-B8186A974AD0}" type="presOf" srcId="{E130FBCD-3A7B-4D35-A605-5586BA7F4168}" destId="{46ABF845-6830-4E35-AE95-09ECED26DE8E}" srcOrd="1" destOrd="1" presId="urn:microsoft.com/office/officeart/2005/8/layout/cycle8"/>
    <dgm:cxn modelId="{02805E8A-0526-944E-B947-A9CC2EBF939B}" type="presOf" srcId="{3855A9C2-62FD-44B2-B4F3-FA176560F87F}" destId="{46ABF845-6830-4E35-AE95-09ECED26DE8E}" srcOrd="1" destOrd="0" presId="urn:microsoft.com/office/officeart/2005/8/layout/cycle8"/>
    <dgm:cxn modelId="{2B666A23-7625-0844-A7D1-A6EEEFB81273}" type="presOf" srcId="{777B408A-446C-47FD-A7C9-417CE76EB5AD}" destId="{AFC4D64F-A718-479A-9729-45B4DF1113D9}" srcOrd="1" destOrd="0" presId="urn:microsoft.com/office/officeart/2005/8/layout/cycle8"/>
    <dgm:cxn modelId="{AB75FBAB-DD59-0F4A-92D0-B1C58B03CF2E}" type="presOf" srcId="{3392BA0D-5A0C-4894-9635-C574CF509F0E}" destId="{142E6C40-13FF-4DC6-B6E6-621A0C687AA3}" srcOrd="0" destOrd="0" presId="urn:microsoft.com/office/officeart/2005/8/layout/cycle8"/>
    <dgm:cxn modelId="{0E7EE277-3539-384F-A953-E2A0714D4815}" type="presOf" srcId="{DBB5F6C6-02F8-4D77-B12D-3DE13FFD159A}" destId="{1E5D30D5-4546-4C03-9095-813DCD4C7C8B}" srcOrd="0" destOrd="0" presId="urn:microsoft.com/office/officeart/2005/8/layout/cycle8"/>
    <dgm:cxn modelId="{F3F16B63-493E-2946-B854-0BE0C87AA3CB}" type="presOf" srcId="{E130FBCD-3A7B-4D35-A605-5586BA7F4168}" destId="{F08F591F-F5BC-48A0-8C21-78C68AAFFF26}" srcOrd="0" destOrd="1" presId="urn:microsoft.com/office/officeart/2005/8/layout/cycle8"/>
    <dgm:cxn modelId="{75793291-AEB2-4B63-895C-51A133FA7B00}" srcId="{3392BA0D-5A0C-4894-9635-C574CF509F0E}" destId="{777B408A-446C-47FD-A7C9-417CE76EB5AD}" srcOrd="1" destOrd="0" parTransId="{023B60BA-10F1-4710-B7EC-419D349C11F5}" sibTransId="{D7B4E93C-C2DF-4574-A280-A6EE046EB57D}"/>
    <dgm:cxn modelId="{16C4484C-FA39-4F76-B719-F8D219684F35}" srcId="{DBB5F6C6-02F8-4D77-B12D-3DE13FFD159A}" destId="{D4CE2832-60D0-4CA1-83BA-F5CE385350A9}" srcOrd="0" destOrd="0" parTransId="{7BED2FD8-B684-42A8-BF55-088BFFBAEED0}" sibTransId="{DDC0708B-46F0-4B15-9F05-E34727FA6A66}"/>
    <dgm:cxn modelId="{E7D0637C-C366-2F49-B157-549C29D251E3}" type="presOf" srcId="{28C4935D-FF51-4999-8634-16F0F9D29410}" destId="{DF826F75-DF5B-44E4-95AB-EC7850C0371B}" srcOrd="0" destOrd="1" presId="urn:microsoft.com/office/officeart/2005/8/layout/cycle8"/>
    <dgm:cxn modelId="{F09E5F2E-4258-2344-900F-77B4AEC96951}" type="presOf" srcId="{D4CE2832-60D0-4CA1-83BA-F5CE385350A9}" destId="{7758891B-5EDA-476F-87D2-2DAA1E4036EF}" srcOrd="1" destOrd="1" presId="urn:microsoft.com/office/officeart/2005/8/layout/cycle8"/>
    <dgm:cxn modelId="{5574C228-7B92-41BB-B909-16F7314C541D}" srcId="{3855A9C2-62FD-44B2-B4F3-FA176560F87F}" destId="{E130FBCD-3A7B-4D35-A605-5586BA7F4168}" srcOrd="0" destOrd="0" parTransId="{3CE87934-B841-4461-BCC5-7CE291FD1F28}" sibTransId="{B284DACD-D3D6-458D-95B3-A82BDB115EFA}"/>
    <dgm:cxn modelId="{5C6F75DF-C248-EC41-AF45-CD9E3722DAAF}" type="presOf" srcId="{28C4935D-FF51-4999-8634-16F0F9D29410}" destId="{AFC4D64F-A718-479A-9729-45B4DF1113D9}" srcOrd="1" destOrd="1" presId="urn:microsoft.com/office/officeart/2005/8/layout/cycle8"/>
    <dgm:cxn modelId="{98D0A2DC-38D8-0A4E-8B03-AE08BC7607E4}" type="presParOf" srcId="{142E6C40-13FF-4DC6-B6E6-621A0C687AA3}" destId="{1E5D30D5-4546-4C03-9095-813DCD4C7C8B}" srcOrd="0" destOrd="0" presId="urn:microsoft.com/office/officeart/2005/8/layout/cycle8"/>
    <dgm:cxn modelId="{4C7523CA-8216-AA47-8BD1-4175BB759F44}" type="presParOf" srcId="{142E6C40-13FF-4DC6-B6E6-621A0C687AA3}" destId="{68D2D4CA-0D66-43F8-868A-912BB5A457FC}" srcOrd="1" destOrd="0" presId="urn:microsoft.com/office/officeart/2005/8/layout/cycle8"/>
    <dgm:cxn modelId="{0E4F372F-60B9-BD47-A0FA-B3583426DFE5}" type="presParOf" srcId="{142E6C40-13FF-4DC6-B6E6-621A0C687AA3}" destId="{A62D1DE0-91BD-4E48-8870-09B20CBDD901}" srcOrd="2" destOrd="0" presId="urn:microsoft.com/office/officeart/2005/8/layout/cycle8"/>
    <dgm:cxn modelId="{21953987-5A1A-8346-BD81-E405B9F263D2}" type="presParOf" srcId="{142E6C40-13FF-4DC6-B6E6-621A0C687AA3}" destId="{7758891B-5EDA-476F-87D2-2DAA1E4036EF}" srcOrd="3" destOrd="0" presId="urn:microsoft.com/office/officeart/2005/8/layout/cycle8"/>
    <dgm:cxn modelId="{58D00C80-9A0F-1844-A84B-6A768E1CC948}" type="presParOf" srcId="{142E6C40-13FF-4DC6-B6E6-621A0C687AA3}" destId="{DF826F75-DF5B-44E4-95AB-EC7850C0371B}" srcOrd="4" destOrd="0" presId="urn:microsoft.com/office/officeart/2005/8/layout/cycle8"/>
    <dgm:cxn modelId="{2CBAA0B0-EC49-A946-9BC1-6B946ACE5DB9}" type="presParOf" srcId="{142E6C40-13FF-4DC6-B6E6-621A0C687AA3}" destId="{1A5B4DD5-1548-4CA2-BE94-D77739DEC58E}" srcOrd="5" destOrd="0" presId="urn:microsoft.com/office/officeart/2005/8/layout/cycle8"/>
    <dgm:cxn modelId="{F85C6DCC-4BF5-9642-B629-0EF0C8D85A38}" type="presParOf" srcId="{142E6C40-13FF-4DC6-B6E6-621A0C687AA3}" destId="{DB4D09B2-4A63-432C-9FF0-D1009B09BD63}" srcOrd="6" destOrd="0" presId="urn:microsoft.com/office/officeart/2005/8/layout/cycle8"/>
    <dgm:cxn modelId="{22ED0DB2-76BD-2C4E-826D-450BF5B564E8}" type="presParOf" srcId="{142E6C40-13FF-4DC6-B6E6-621A0C687AA3}" destId="{AFC4D64F-A718-479A-9729-45B4DF1113D9}" srcOrd="7" destOrd="0" presId="urn:microsoft.com/office/officeart/2005/8/layout/cycle8"/>
    <dgm:cxn modelId="{7060C919-7556-5C40-9A5C-0D21EEA4B658}" type="presParOf" srcId="{142E6C40-13FF-4DC6-B6E6-621A0C687AA3}" destId="{F08F591F-F5BC-48A0-8C21-78C68AAFFF26}" srcOrd="8" destOrd="0" presId="urn:microsoft.com/office/officeart/2005/8/layout/cycle8"/>
    <dgm:cxn modelId="{C3C7DDD5-D5B1-6A45-B507-B47A25121D66}" type="presParOf" srcId="{142E6C40-13FF-4DC6-B6E6-621A0C687AA3}" destId="{00DD498B-37C4-49F6-A3BC-F7A3B344D991}" srcOrd="9" destOrd="0" presId="urn:microsoft.com/office/officeart/2005/8/layout/cycle8"/>
    <dgm:cxn modelId="{831B09E1-4DB7-3F46-9C3A-5CF4196E7702}" type="presParOf" srcId="{142E6C40-13FF-4DC6-B6E6-621A0C687AA3}" destId="{89CC19FC-EFBA-4920-AEC8-04613E849F21}" srcOrd="10" destOrd="0" presId="urn:microsoft.com/office/officeart/2005/8/layout/cycle8"/>
    <dgm:cxn modelId="{63B7E06A-83D0-9346-B32E-7025BC55D6F8}" type="presParOf" srcId="{142E6C40-13FF-4DC6-B6E6-621A0C687AA3}" destId="{46ABF845-6830-4E35-AE95-09ECED26DE8E}" srcOrd="11" destOrd="0" presId="urn:microsoft.com/office/officeart/2005/8/layout/cycle8"/>
    <dgm:cxn modelId="{716AC351-5277-6B4A-9E81-6A566B86C64D}" type="presParOf" srcId="{142E6C40-13FF-4DC6-B6E6-621A0C687AA3}" destId="{E6AEDFB5-6C5C-4B6D-BB7D-8FD739F4EC00}" srcOrd="12" destOrd="0" presId="urn:microsoft.com/office/officeart/2005/8/layout/cycle8"/>
    <dgm:cxn modelId="{F8423966-F145-D442-8278-992193DD4F71}" type="presParOf" srcId="{142E6C40-13FF-4DC6-B6E6-621A0C687AA3}" destId="{5E5D0CE7-33AD-40B1-8CE7-7521C99AD980}" srcOrd="13" destOrd="0" presId="urn:microsoft.com/office/officeart/2005/8/layout/cycle8"/>
    <dgm:cxn modelId="{D41CBF83-F922-7948-A1B2-81C14C187782}" type="presParOf" srcId="{142E6C40-13FF-4DC6-B6E6-621A0C687AA3}" destId="{FAC1AB49-D7C7-4D26-B6D9-45BB3C39F6B9}" srcOrd="1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9A06D10-98FE-43B6-9F36-753290347BF8}" type="doc">
      <dgm:prSet loTypeId="urn:microsoft.com/office/officeart/2005/8/layout/lProcess3" loCatId="process" qsTypeId="urn:microsoft.com/office/officeart/2005/8/quickstyle/simple1" qsCatId="simple" csTypeId="urn:microsoft.com/office/officeart/2005/8/colors/colorful5" csCatId="colorful" phldr="1"/>
      <dgm:spPr/>
      <dgm:t>
        <a:bodyPr/>
        <a:lstStyle/>
        <a:p>
          <a:endParaRPr lang="es-PE"/>
        </a:p>
      </dgm:t>
    </dgm:pt>
    <dgm:pt modelId="{E8884CB1-59B3-42EB-80A8-3070314277FE}">
      <dgm:prSet phldrT="[Texto]" custT="1"/>
      <dgm:spPr>
        <a:solidFill>
          <a:srgbClr val="0197A7"/>
        </a:solidFill>
        <a:ln>
          <a:noFill/>
        </a:ln>
      </dgm:spPr>
      <dgm:t>
        <a:bodyPr/>
        <a:lstStyle/>
        <a:p>
          <a:r>
            <a:rPr lang="es-PE" sz="1800" dirty="0" smtClean="0"/>
            <a:t>Gerencia</a:t>
          </a:r>
          <a:endParaRPr lang="es-PE" sz="1800" dirty="0"/>
        </a:p>
      </dgm:t>
    </dgm:pt>
    <dgm:pt modelId="{FD0FEE4B-0F45-49E5-A0D0-38ECBD736624}" type="parTrans" cxnId="{2FDC5FE7-EA95-4D46-9B50-7D3AA472EF26}">
      <dgm:prSet/>
      <dgm:spPr/>
      <dgm:t>
        <a:bodyPr/>
        <a:lstStyle/>
        <a:p>
          <a:endParaRPr lang="es-PE" sz="1800"/>
        </a:p>
      </dgm:t>
    </dgm:pt>
    <dgm:pt modelId="{F2367C34-1973-4B58-82F6-85AA7C598AC1}" type="sibTrans" cxnId="{2FDC5FE7-EA95-4D46-9B50-7D3AA472EF26}">
      <dgm:prSet/>
      <dgm:spPr/>
      <dgm:t>
        <a:bodyPr/>
        <a:lstStyle/>
        <a:p>
          <a:endParaRPr lang="es-PE" sz="1800"/>
        </a:p>
      </dgm:t>
    </dgm:pt>
    <dgm:pt modelId="{F2CEF7C2-2090-4EFF-8651-63C0558AF48F}">
      <dgm:prSet phldrT="[Texto]" custT="1"/>
      <dgm:spPr>
        <a:solidFill>
          <a:srgbClr val="2EB1B5">
            <a:alpha val="90000"/>
          </a:srgbClr>
        </a:solidFill>
        <a:ln>
          <a:noFill/>
        </a:ln>
      </dgm:spPr>
      <dgm:t>
        <a:bodyPr/>
        <a:lstStyle/>
        <a:p>
          <a:r>
            <a:rPr lang="es-PE" sz="1800" dirty="0" smtClean="0"/>
            <a:t>Definir</a:t>
          </a:r>
          <a:endParaRPr lang="es-PE" sz="1800" dirty="0"/>
        </a:p>
      </dgm:t>
    </dgm:pt>
    <dgm:pt modelId="{1F49E539-DA74-444E-97BA-781F282439DE}" type="parTrans" cxnId="{7637444B-6E40-43C0-8A37-779BBC1F352B}">
      <dgm:prSet/>
      <dgm:spPr/>
      <dgm:t>
        <a:bodyPr/>
        <a:lstStyle/>
        <a:p>
          <a:endParaRPr lang="es-PE" sz="1800"/>
        </a:p>
      </dgm:t>
    </dgm:pt>
    <dgm:pt modelId="{03AF8F3A-1B1D-4C26-99FD-68139AD8FAC2}" type="sibTrans" cxnId="{7637444B-6E40-43C0-8A37-779BBC1F352B}">
      <dgm:prSet/>
      <dgm:spPr/>
      <dgm:t>
        <a:bodyPr/>
        <a:lstStyle/>
        <a:p>
          <a:endParaRPr lang="es-PE" sz="1800"/>
        </a:p>
      </dgm:t>
    </dgm:pt>
    <dgm:pt modelId="{1F7F8D33-8811-45F1-8E6E-BF1E7F39DB20}">
      <dgm:prSet phldrT="[Texto]" custT="1"/>
      <dgm:spPr>
        <a:solidFill>
          <a:srgbClr val="99C652">
            <a:alpha val="90000"/>
          </a:srgbClr>
        </a:solidFill>
        <a:ln>
          <a:noFill/>
        </a:ln>
      </dgm:spPr>
      <dgm:t>
        <a:bodyPr/>
        <a:lstStyle/>
        <a:p>
          <a:r>
            <a:rPr lang="es-PE" sz="1800" dirty="0" smtClean="0"/>
            <a:t>Aprobar</a:t>
          </a:r>
          <a:endParaRPr lang="es-PE" sz="1800" dirty="0"/>
        </a:p>
      </dgm:t>
    </dgm:pt>
    <dgm:pt modelId="{0C4AC94A-08D7-4B01-9CA1-41B6912267B3}" type="parTrans" cxnId="{A3643EB0-0198-439D-83F3-4D901066CAFA}">
      <dgm:prSet/>
      <dgm:spPr/>
      <dgm:t>
        <a:bodyPr/>
        <a:lstStyle/>
        <a:p>
          <a:endParaRPr lang="es-PE" sz="1800"/>
        </a:p>
      </dgm:t>
    </dgm:pt>
    <dgm:pt modelId="{DD2ED897-FD65-48CB-93CE-197418004D03}" type="sibTrans" cxnId="{A3643EB0-0198-439D-83F3-4D901066CAFA}">
      <dgm:prSet/>
      <dgm:spPr/>
      <dgm:t>
        <a:bodyPr/>
        <a:lstStyle/>
        <a:p>
          <a:endParaRPr lang="es-PE" sz="1800"/>
        </a:p>
      </dgm:t>
    </dgm:pt>
    <dgm:pt modelId="{31387931-F9EA-40BA-B18F-15194952F09F}">
      <dgm:prSet phldrT="[Texto]" custT="1"/>
      <dgm:spPr>
        <a:solidFill>
          <a:srgbClr val="E5584B"/>
        </a:solidFill>
        <a:ln>
          <a:noFill/>
        </a:ln>
      </dgm:spPr>
      <dgm:t>
        <a:bodyPr/>
        <a:lstStyle/>
        <a:p>
          <a:r>
            <a:rPr lang="es-PE" sz="1800" dirty="0" smtClean="0"/>
            <a:t>OSI</a:t>
          </a:r>
          <a:endParaRPr lang="es-PE" sz="1800" dirty="0"/>
        </a:p>
      </dgm:t>
    </dgm:pt>
    <dgm:pt modelId="{0B988D1A-614E-4B00-98F9-01271810C5A2}" type="parTrans" cxnId="{A62BE60E-E2CB-4C63-90F7-B00B2D004124}">
      <dgm:prSet/>
      <dgm:spPr/>
      <dgm:t>
        <a:bodyPr/>
        <a:lstStyle/>
        <a:p>
          <a:endParaRPr lang="es-PE" sz="1800"/>
        </a:p>
      </dgm:t>
    </dgm:pt>
    <dgm:pt modelId="{6B865FF4-9CD7-4C27-8884-45AAF43D9FFD}" type="sibTrans" cxnId="{A62BE60E-E2CB-4C63-90F7-B00B2D004124}">
      <dgm:prSet/>
      <dgm:spPr/>
      <dgm:t>
        <a:bodyPr/>
        <a:lstStyle/>
        <a:p>
          <a:endParaRPr lang="es-PE" sz="1800"/>
        </a:p>
      </dgm:t>
    </dgm:pt>
    <dgm:pt modelId="{DDA3480D-5DBD-4AFF-AE98-FE3C164722D6}">
      <dgm:prSet phldrT="[Texto]" custT="1"/>
      <dgm:spPr>
        <a:solidFill>
          <a:srgbClr val="DFA635">
            <a:alpha val="90000"/>
          </a:srgbClr>
        </a:solidFill>
        <a:ln>
          <a:noFill/>
        </a:ln>
      </dgm:spPr>
      <dgm:t>
        <a:bodyPr/>
        <a:lstStyle/>
        <a:p>
          <a:r>
            <a:rPr lang="es-PE" sz="1800" dirty="0" smtClean="0"/>
            <a:t>Publicar</a:t>
          </a:r>
          <a:endParaRPr lang="es-PE" sz="1800" dirty="0"/>
        </a:p>
      </dgm:t>
    </dgm:pt>
    <dgm:pt modelId="{51A2E042-1CBE-4C6E-B9AF-2C989D219362}" type="parTrans" cxnId="{2F07DD0B-959D-4032-B205-0F1691FCEDD7}">
      <dgm:prSet/>
      <dgm:spPr/>
      <dgm:t>
        <a:bodyPr/>
        <a:lstStyle/>
        <a:p>
          <a:endParaRPr lang="es-PE" sz="1800"/>
        </a:p>
      </dgm:t>
    </dgm:pt>
    <dgm:pt modelId="{33612813-4B7D-4BEE-B349-010F1B4FA992}" type="sibTrans" cxnId="{2F07DD0B-959D-4032-B205-0F1691FCEDD7}">
      <dgm:prSet/>
      <dgm:spPr/>
      <dgm:t>
        <a:bodyPr/>
        <a:lstStyle/>
        <a:p>
          <a:endParaRPr lang="es-PE" sz="1800"/>
        </a:p>
      </dgm:t>
    </dgm:pt>
    <dgm:pt modelId="{A5EB54B9-53D1-449B-995B-804BEEFDFE63}">
      <dgm:prSet phldrT="[Texto]" custT="1"/>
      <dgm:spPr>
        <a:solidFill>
          <a:srgbClr val="F2D164">
            <a:alpha val="90000"/>
          </a:srgbClr>
        </a:solidFill>
        <a:ln>
          <a:noFill/>
        </a:ln>
      </dgm:spPr>
      <dgm:t>
        <a:bodyPr/>
        <a:lstStyle/>
        <a:p>
          <a:r>
            <a:rPr lang="es-PE" sz="1800" dirty="0" smtClean="0"/>
            <a:t>Comunicar</a:t>
          </a:r>
          <a:endParaRPr lang="es-PE" sz="1800" dirty="0"/>
        </a:p>
      </dgm:t>
    </dgm:pt>
    <dgm:pt modelId="{8D703860-DBC6-4C86-B19E-53B3B0CB1B7C}" type="parTrans" cxnId="{874A4B5C-AF7E-4DC3-9906-AA0FB15166A2}">
      <dgm:prSet/>
      <dgm:spPr/>
      <dgm:t>
        <a:bodyPr/>
        <a:lstStyle/>
        <a:p>
          <a:endParaRPr lang="es-PE" sz="1800"/>
        </a:p>
      </dgm:t>
    </dgm:pt>
    <dgm:pt modelId="{59123FBA-08D3-43F4-882A-06843294A0EA}" type="sibTrans" cxnId="{874A4B5C-AF7E-4DC3-9906-AA0FB15166A2}">
      <dgm:prSet/>
      <dgm:spPr/>
      <dgm:t>
        <a:bodyPr/>
        <a:lstStyle/>
        <a:p>
          <a:endParaRPr lang="es-PE" sz="1800"/>
        </a:p>
      </dgm:t>
    </dgm:pt>
    <dgm:pt modelId="{1CFBD1B4-356B-4BC4-8DF0-020215C30639}" type="pres">
      <dgm:prSet presAssocID="{B9A06D10-98FE-43B6-9F36-753290347BF8}" presName="Name0" presStyleCnt="0">
        <dgm:presLayoutVars>
          <dgm:chPref val="3"/>
          <dgm:dir/>
          <dgm:animLvl val="lvl"/>
          <dgm:resizeHandles/>
        </dgm:presLayoutVars>
      </dgm:prSet>
      <dgm:spPr/>
      <dgm:t>
        <a:bodyPr/>
        <a:lstStyle/>
        <a:p>
          <a:endParaRPr lang="es-PE"/>
        </a:p>
      </dgm:t>
    </dgm:pt>
    <dgm:pt modelId="{0788261D-6DF0-4CD1-8093-A8CB71D4BF64}" type="pres">
      <dgm:prSet presAssocID="{E8884CB1-59B3-42EB-80A8-3070314277FE}" presName="horFlow" presStyleCnt="0"/>
      <dgm:spPr/>
    </dgm:pt>
    <dgm:pt modelId="{90ABB361-2147-4D01-B0B2-DD6326D9790C}" type="pres">
      <dgm:prSet presAssocID="{E8884CB1-59B3-42EB-80A8-3070314277FE}" presName="bigChev" presStyleLbl="node1" presStyleIdx="0" presStyleCnt="2"/>
      <dgm:spPr/>
      <dgm:t>
        <a:bodyPr/>
        <a:lstStyle/>
        <a:p>
          <a:endParaRPr lang="es-PE"/>
        </a:p>
      </dgm:t>
    </dgm:pt>
    <dgm:pt modelId="{8FA740EF-DB6E-4DB4-A3FA-F596A4082402}" type="pres">
      <dgm:prSet presAssocID="{1F49E539-DA74-444E-97BA-781F282439DE}" presName="parTrans" presStyleCnt="0"/>
      <dgm:spPr/>
    </dgm:pt>
    <dgm:pt modelId="{C1BE8A01-F5D7-4DF2-A124-B5C5E5FE52E5}" type="pres">
      <dgm:prSet presAssocID="{F2CEF7C2-2090-4EFF-8651-63C0558AF48F}" presName="node" presStyleLbl="alignAccFollowNode1" presStyleIdx="0" presStyleCnt="4">
        <dgm:presLayoutVars>
          <dgm:bulletEnabled val="1"/>
        </dgm:presLayoutVars>
      </dgm:prSet>
      <dgm:spPr/>
      <dgm:t>
        <a:bodyPr/>
        <a:lstStyle/>
        <a:p>
          <a:endParaRPr lang="es-PE"/>
        </a:p>
      </dgm:t>
    </dgm:pt>
    <dgm:pt modelId="{C481EF50-FD82-4181-A6AA-53F9E34A8E13}" type="pres">
      <dgm:prSet presAssocID="{03AF8F3A-1B1D-4C26-99FD-68139AD8FAC2}" presName="sibTrans" presStyleCnt="0"/>
      <dgm:spPr/>
    </dgm:pt>
    <dgm:pt modelId="{81BA755F-F438-4288-84C5-8755AAE2441A}" type="pres">
      <dgm:prSet presAssocID="{1F7F8D33-8811-45F1-8E6E-BF1E7F39DB20}" presName="node" presStyleLbl="alignAccFollowNode1" presStyleIdx="1" presStyleCnt="4">
        <dgm:presLayoutVars>
          <dgm:bulletEnabled val="1"/>
        </dgm:presLayoutVars>
      </dgm:prSet>
      <dgm:spPr/>
      <dgm:t>
        <a:bodyPr/>
        <a:lstStyle/>
        <a:p>
          <a:endParaRPr lang="es-PE"/>
        </a:p>
      </dgm:t>
    </dgm:pt>
    <dgm:pt modelId="{D74E4C48-19E0-4E1E-B857-DDFF6C5DF9E2}" type="pres">
      <dgm:prSet presAssocID="{E8884CB1-59B3-42EB-80A8-3070314277FE}" presName="vSp" presStyleCnt="0"/>
      <dgm:spPr/>
    </dgm:pt>
    <dgm:pt modelId="{BCE97F6A-6350-4DFE-892D-1BAC4EC16CF6}" type="pres">
      <dgm:prSet presAssocID="{31387931-F9EA-40BA-B18F-15194952F09F}" presName="horFlow" presStyleCnt="0"/>
      <dgm:spPr/>
    </dgm:pt>
    <dgm:pt modelId="{94A2BFF2-2B4A-4F95-8272-EDAF87061406}" type="pres">
      <dgm:prSet presAssocID="{31387931-F9EA-40BA-B18F-15194952F09F}" presName="bigChev" presStyleLbl="node1" presStyleIdx="1" presStyleCnt="2"/>
      <dgm:spPr/>
      <dgm:t>
        <a:bodyPr/>
        <a:lstStyle/>
        <a:p>
          <a:endParaRPr lang="es-PE"/>
        </a:p>
      </dgm:t>
    </dgm:pt>
    <dgm:pt modelId="{6C08E5F6-FFE6-432F-98CD-3BA131329624}" type="pres">
      <dgm:prSet presAssocID="{51A2E042-1CBE-4C6E-B9AF-2C989D219362}" presName="parTrans" presStyleCnt="0"/>
      <dgm:spPr/>
    </dgm:pt>
    <dgm:pt modelId="{F09595AB-B313-4C52-80A1-73BCF059F392}" type="pres">
      <dgm:prSet presAssocID="{DDA3480D-5DBD-4AFF-AE98-FE3C164722D6}" presName="node" presStyleLbl="alignAccFollowNode1" presStyleIdx="2" presStyleCnt="4">
        <dgm:presLayoutVars>
          <dgm:bulletEnabled val="1"/>
        </dgm:presLayoutVars>
      </dgm:prSet>
      <dgm:spPr/>
      <dgm:t>
        <a:bodyPr/>
        <a:lstStyle/>
        <a:p>
          <a:endParaRPr lang="es-PE"/>
        </a:p>
      </dgm:t>
    </dgm:pt>
    <dgm:pt modelId="{2CA0D875-B1D7-4E90-BB8F-DB4783FA823C}" type="pres">
      <dgm:prSet presAssocID="{33612813-4B7D-4BEE-B349-010F1B4FA992}" presName="sibTrans" presStyleCnt="0"/>
      <dgm:spPr/>
    </dgm:pt>
    <dgm:pt modelId="{D57D8BFE-1697-4229-A976-8F69AA0626BE}" type="pres">
      <dgm:prSet presAssocID="{A5EB54B9-53D1-449B-995B-804BEEFDFE63}" presName="node" presStyleLbl="alignAccFollowNode1" presStyleIdx="3" presStyleCnt="4">
        <dgm:presLayoutVars>
          <dgm:bulletEnabled val="1"/>
        </dgm:presLayoutVars>
      </dgm:prSet>
      <dgm:spPr/>
      <dgm:t>
        <a:bodyPr/>
        <a:lstStyle/>
        <a:p>
          <a:endParaRPr lang="es-PE"/>
        </a:p>
      </dgm:t>
    </dgm:pt>
  </dgm:ptLst>
  <dgm:cxnLst>
    <dgm:cxn modelId="{D40EC360-5B0B-7444-AF2A-D4D1DB6680AA}" type="presOf" srcId="{A5EB54B9-53D1-449B-995B-804BEEFDFE63}" destId="{D57D8BFE-1697-4229-A976-8F69AA0626BE}" srcOrd="0" destOrd="0" presId="urn:microsoft.com/office/officeart/2005/8/layout/lProcess3"/>
    <dgm:cxn modelId="{65F3FD56-C636-C946-A322-43B0B45AD3DD}" type="presOf" srcId="{B9A06D10-98FE-43B6-9F36-753290347BF8}" destId="{1CFBD1B4-356B-4BC4-8DF0-020215C30639}" srcOrd="0" destOrd="0" presId="urn:microsoft.com/office/officeart/2005/8/layout/lProcess3"/>
    <dgm:cxn modelId="{A3643EB0-0198-439D-83F3-4D901066CAFA}" srcId="{E8884CB1-59B3-42EB-80A8-3070314277FE}" destId="{1F7F8D33-8811-45F1-8E6E-BF1E7F39DB20}" srcOrd="1" destOrd="0" parTransId="{0C4AC94A-08D7-4B01-9CA1-41B6912267B3}" sibTransId="{DD2ED897-FD65-48CB-93CE-197418004D03}"/>
    <dgm:cxn modelId="{EC4B8692-F64A-AC40-8C12-61ED3248B345}" type="presOf" srcId="{31387931-F9EA-40BA-B18F-15194952F09F}" destId="{94A2BFF2-2B4A-4F95-8272-EDAF87061406}" srcOrd="0" destOrd="0" presId="urn:microsoft.com/office/officeart/2005/8/layout/lProcess3"/>
    <dgm:cxn modelId="{874A4B5C-AF7E-4DC3-9906-AA0FB15166A2}" srcId="{31387931-F9EA-40BA-B18F-15194952F09F}" destId="{A5EB54B9-53D1-449B-995B-804BEEFDFE63}" srcOrd="1" destOrd="0" parTransId="{8D703860-DBC6-4C86-B19E-53B3B0CB1B7C}" sibTransId="{59123FBA-08D3-43F4-882A-06843294A0EA}"/>
    <dgm:cxn modelId="{2FDC5FE7-EA95-4D46-9B50-7D3AA472EF26}" srcId="{B9A06D10-98FE-43B6-9F36-753290347BF8}" destId="{E8884CB1-59B3-42EB-80A8-3070314277FE}" srcOrd="0" destOrd="0" parTransId="{FD0FEE4B-0F45-49E5-A0D0-38ECBD736624}" sibTransId="{F2367C34-1973-4B58-82F6-85AA7C598AC1}"/>
    <dgm:cxn modelId="{A62BE60E-E2CB-4C63-90F7-B00B2D004124}" srcId="{B9A06D10-98FE-43B6-9F36-753290347BF8}" destId="{31387931-F9EA-40BA-B18F-15194952F09F}" srcOrd="1" destOrd="0" parTransId="{0B988D1A-614E-4B00-98F9-01271810C5A2}" sibTransId="{6B865FF4-9CD7-4C27-8884-45AAF43D9FFD}"/>
    <dgm:cxn modelId="{7637444B-6E40-43C0-8A37-779BBC1F352B}" srcId="{E8884CB1-59B3-42EB-80A8-3070314277FE}" destId="{F2CEF7C2-2090-4EFF-8651-63C0558AF48F}" srcOrd="0" destOrd="0" parTransId="{1F49E539-DA74-444E-97BA-781F282439DE}" sibTransId="{03AF8F3A-1B1D-4C26-99FD-68139AD8FAC2}"/>
    <dgm:cxn modelId="{AA2FD352-F5B6-2D42-A2E7-7261C087721B}" type="presOf" srcId="{F2CEF7C2-2090-4EFF-8651-63C0558AF48F}" destId="{C1BE8A01-F5D7-4DF2-A124-B5C5E5FE52E5}" srcOrd="0" destOrd="0" presId="urn:microsoft.com/office/officeart/2005/8/layout/lProcess3"/>
    <dgm:cxn modelId="{2F07DD0B-959D-4032-B205-0F1691FCEDD7}" srcId="{31387931-F9EA-40BA-B18F-15194952F09F}" destId="{DDA3480D-5DBD-4AFF-AE98-FE3C164722D6}" srcOrd="0" destOrd="0" parTransId="{51A2E042-1CBE-4C6E-B9AF-2C989D219362}" sibTransId="{33612813-4B7D-4BEE-B349-010F1B4FA992}"/>
    <dgm:cxn modelId="{440AC956-EBE1-2D43-9D36-98B5FC0FD4D2}" type="presOf" srcId="{DDA3480D-5DBD-4AFF-AE98-FE3C164722D6}" destId="{F09595AB-B313-4C52-80A1-73BCF059F392}" srcOrd="0" destOrd="0" presId="urn:microsoft.com/office/officeart/2005/8/layout/lProcess3"/>
    <dgm:cxn modelId="{9597DAF8-775C-6F40-8076-0D35F514CB04}" type="presOf" srcId="{E8884CB1-59B3-42EB-80A8-3070314277FE}" destId="{90ABB361-2147-4D01-B0B2-DD6326D9790C}" srcOrd="0" destOrd="0" presId="urn:microsoft.com/office/officeart/2005/8/layout/lProcess3"/>
    <dgm:cxn modelId="{FAAEF16C-95E3-644B-AB44-CCCC922FB0FA}" type="presOf" srcId="{1F7F8D33-8811-45F1-8E6E-BF1E7F39DB20}" destId="{81BA755F-F438-4288-84C5-8755AAE2441A}" srcOrd="0" destOrd="0" presId="urn:microsoft.com/office/officeart/2005/8/layout/lProcess3"/>
    <dgm:cxn modelId="{EB093326-FDEA-BB46-960F-D5569A18BE23}" type="presParOf" srcId="{1CFBD1B4-356B-4BC4-8DF0-020215C30639}" destId="{0788261D-6DF0-4CD1-8093-A8CB71D4BF64}" srcOrd="0" destOrd="0" presId="urn:microsoft.com/office/officeart/2005/8/layout/lProcess3"/>
    <dgm:cxn modelId="{57561AD8-D7D7-8943-9EE4-8C60AD9AA48A}" type="presParOf" srcId="{0788261D-6DF0-4CD1-8093-A8CB71D4BF64}" destId="{90ABB361-2147-4D01-B0B2-DD6326D9790C}" srcOrd="0" destOrd="0" presId="urn:microsoft.com/office/officeart/2005/8/layout/lProcess3"/>
    <dgm:cxn modelId="{A2D5EC56-1526-9242-A862-36DAACE56CB8}" type="presParOf" srcId="{0788261D-6DF0-4CD1-8093-A8CB71D4BF64}" destId="{8FA740EF-DB6E-4DB4-A3FA-F596A4082402}" srcOrd="1" destOrd="0" presId="urn:microsoft.com/office/officeart/2005/8/layout/lProcess3"/>
    <dgm:cxn modelId="{69854070-9C00-7641-A4B7-34DA0DDD80EA}" type="presParOf" srcId="{0788261D-6DF0-4CD1-8093-A8CB71D4BF64}" destId="{C1BE8A01-F5D7-4DF2-A124-B5C5E5FE52E5}" srcOrd="2" destOrd="0" presId="urn:microsoft.com/office/officeart/2005/8/layout/lProcess3"/>
    <dgm:cxn modelId="{0C46E946-B0E2-224A-A109-9C701DA8C083}" type="presParOf" srcId="{0788261D-6DF0-4CD1-8093-A8CB71D4BF64}" destId="{C481EF50-FD82-4181-A6AA-53F9E34A8E13}" srcOrd="3" destOrd="0" presId="urn:microsoft.com/office/officeart/2005/8/layout/lProcess3"/>
    <dgm:cxn modelId="{412C8B1E-B56A-B945-9918-8D0A67A7D87B}" type="presParOf" srcId="{0788261D-6DF0-4CD1-8093-A8CB71D4BF64}" destId="{81BA755F-F438-4288-84C5-8755AAE2441A}" srcOrd="4" destOrd="0" presId="urn:microsoft.com/office/officeart/2005/8/layout/lProcess3"/>
    <dgm:cxn modelId="{1E02C7E2-50DB-1742-A710-14247E069621}" type="presParOf" srcId="{1CFBD1B4-356B-4BC4-8DF0-020215C30639}" destId="{D74E4C48-19E0-4E1E-B857-DDFF6C5DF9E2}" srcOrd="1" destOrd="0" presId="urn:microsoft.com/office/officeart/2005/8/layout/lProcess3"/>
    <dgm:cxn modelId="{C818ED8F-FB1C-2B49-BC1A-EF56CF145F93}" type="presParOf" srcId="{1CFBD1B4-356B-4BC4-8DF0-020215C30639}" destId="{BCE97F6A-6350-4DFE-892D-1BAC4EC16CF6}" srcOrd="2" destOrd="0" presId="urn:microsoft.com/office/officeart/2005/8/layout/lProcess3"/>
    <dgm:cxn modelId="{43EB8054-2962-5649-9990-768385A0926B}" type="presParOf" srcId="{BCE97F6A-6350-4DFE-892D-1BAC4EC16CF6}" destId="{94A2BFF2-2B4A-4F95-8272-EDAF87061406}" srcOrd="0" destOrd="0" presId="urn:microsoft.com/office/officeart/2005/8/layout/lProcess3"/>
    <dgm:cxn modelId="{C3E531C8-5616-7C46-98EE-8FB9B7583272}" type="presParOf" srcId="{BCE97F6A-6350-4DFE-892D-1BAC4EC16CF6}" destId="{6C08E5F6-FFE6-432F-98CD-3BA131329624}" srcOrd="1" destOrd="0" presId="urn:microsoft.com/office/officeart/2005/8/layout/lProcess3"/>
    <dgm:cxn modelId="{6A51D579-1076-7D44-BD06-AACD80CA9BF7}" type="presParOf" srcId="{BCE97F6A-6350-4DFE-892D-1BAC4EC16CF6}" destId="{F09595AB-B313-4C52-80A1-73BCF059F392}" srcOrd="2" destOrd="0" presId="urn:microsoft.com/office/officeart/2005/8/layout/lProcess3"/>
    <dgm:cxn modelId="{CF38D5B3-C9DC-1B43-8973-8CACC8D082FB}" type="presParOf" srcId="{BCE97F6A-6350-4DFE-892D-1BAC4EC16CF6}" destId="{2CA0D875-B1D7-4E90-BB8F-DB4783FA823C}" srcOrd="3" destOrd="0" presId="urn:microsoft.com/office/officeart/2005/8/layout/lProcess3"/>
    <dgm:cxn modelId="{ADE37940-DC84-A843-B6AF-5BC4E37ECC81}" type="presParOf" srcId="{BCE97F6A-6350-4DFE-892D-1BAC4EC16CF6}" destId="{D57D8BFE-1697-4229-A976-8F69AA0626BE}" srcOrd="4" destOrd="0" presId="urn:microsoft.com/office/officeart/2005/8/layout/l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392BA0D-5A0C-4894-9635-C574CF509F0E}" type="doc">
      <dgm:prSet loTypeId="urn:microsoft.com/office/officeart/2005/8/layout/cycle8" loCatId="cycle" qsTypeId="urn:microsoft.com/office/officeart/2005/8/quickstyle/3d2" qsCatId="3D" csTypeId="urn:microsoft.com/office/officeart/2005/8/colors/colorful5" csCatId="colorful" phldr="1"/>
      <dgm:spPr/>
    </dgm:pt>
    <dgm:pt modelId="{DBB5F6C6-02F8-4D77-B12D-3DE13FFD159A}">
      <dgm:prSet phldrT="[Texto]">
        <dgm:style>
          <a:lnRef idx="2">
            <a:schemeClr val="accent5"/>
          </a:lnRef>
          <a:fillRef idx="1">
            <a:schemeClr val="lt1"/>
          </a:fillRef>
          <a:effectRef idx="0">
            <a:schemeClr val="accent5"/>
          </a:effectRef>
          <a:fontRef idx="minor">
            <a:schemeClr val="dk1"/>
          </a:fontRef>
        </dgm:style>
      </dgm:prSet>
      <dgm:spPr>
        <a:solidFill>
          <a:schemeClr val="accent3">
            <a:lumMod val="60000"/>
            <a:lumOff val="40000"/>
          </a:schemeClr>
        </a:solidFill>
        <a:ln>
          <a:noFill/>
        </a:ln>
      </dgm:spPr>
      <dgm:t>
        <a:bodyPr/>
        <a:lstStyle/>
        <a:p>
          <a:pPr>
            <a:lnSpc>
              <a:spcPct val="100000"/>
            </a:lnSpc>
            <a:spcAft>
              <a:spcPts val="0"/>
            </a:spcAft>
          </a:pPr>
          <a:r>
            <a:rPr lang="es-PE" dirty="0" smtClean="0"/>
            <a:t>Control</a:t>
          </a:r>
          <a:endParaRPr lang="es-PE" dirty="0"/>
        </a:p>
      </dgm:t>
    </dgm:pt>
    <dgm:pt modelId="{89135A59-ADC3-4662-947A-7438BCFC14AE}" type="parTrans" cxnId="{4C33A259-8BA7-4858-B548-96F1EC5DE114}">
      <dgm:prSet/>
      <dgm:spPr/>
      <dgm:t>
        <a:bodyPr/>
        <a:lstStyle/>
        <a:p>
          <a:endParaRPr lang="es-PE"/>
        </a:p>
      </dgm:t>
    </dgm:pt>
    <dgm:pt modelId="{E48AF0F5-C06B-4806-BC1D-850955BD7BB2}" type="sibTrans" cxnId="{4C33A259-8BA7-4858-B548-96F1EC5DE114}">
      <dgm:prSet/>
      <dgm:spPr/>
      <dgm:t>
        <a:bodyPr/>
        <a:lstStyle/>
        <a:p>
          <a:endParaRPr lang="es-PE"/>
        </a:p>
      </dgm:t>
    </dgm:pt>
    <dgm:pt modelId="{777B408A-446C-47FD-A7C9-417CE76EB5AD}">
      <dgm:prSet phldrT="[Texto]">
        <dgm:style>
          <a:lnRef idx="2">
            <a:schemeClr val="accent5"/>
          </a:lnRef>
          <a:fillRef idx="1">
            <a:schemeClr val="lt1"/>
          </a:fillRef>
          <a:effectRef idx="0">
            <a:schemeClr val="accent5"/>
          </a:effectRef>
          <a:fontRef idx="minor">
            <a:schemeClr val="dk1"/>
          </a:fontRef>
        </dgm:style>
      </dgm:prSet>
      <dgm:spPr>
        <a:solidFill>
          <a:schemeClr val="accent5">
            <a:lumMod val="60000"/>
            <a:lumOff val="40000"/>
          </a:schemeClr>
        </a:solidFill>
        <a:ln>
          <a:noFill/>
        </a:ln>
      </dgm:spPr>
      <dgm:t>
        <a:bodyPr/>
        <a:lstStyle/>
        <a:p>
          <a:pPr>
            <a:lnSpc>
              <a:spcPct val="100000"/>
            </a:lnSpc>
            <a:spcAft>
              <a:spcPts val="0"/>
            </a:spcAft>
          </a:pPr>
          <a:r>
            <a:rPr lang="es-PE" dirty="0" smtClean="0"/>
            <a:t>Evaluación</a:t>
          </a:r>
          <a:endParaRPr lang="es-PE" dirty="0"/>
        </a:p>
      </dgm:t>
    </dgm:pt>
    <dgm:pt modelId="{023B60BA-10F1-4710-B7EC-419D349C11F5}" type="parTrans" cxnId="{75793291-AEB2-4B63-895C-51A133FA7B00}">
      <dgm:prSet/>
      <dgm:spPr/>
      <dgm:t>
        <a:bodyPr/>
        <a:lstStyle/>
        <a:p>
          <a:endParaRPr lang="es-PE"/>
        </a:p>
      </dgm:t>
    </dgm:pt>
    <dgm:pt modelId="{D7B4E93C-C2DF-4574-A280-A6EE046EB57D}" type="sibTrans" cxnId="{75793291-AEB2-4B63-895C-51A133FA7B00}">
      <dgm:prSet/>
      <dgm:spPr/>
      <dgm:t>
        <a:bodyPr/>
        <a:lstStyle/>
        <a:p>
          <a:endParaRPr lang="es-PE"/>
        </a:p>
      </dgm:t>
    </dgm:pt>
    <dgm:pt modelId="{3855A9C2-62FD-44B2-B4F3-FA176560F87F}">
      <dgm:prSet phldrT="[Texto]">
        <dgm:style>
          <a:lnRef idx="2">
            <a:schemeClr val="accent5"/>
          </a:lnRef>
          <a:fillRef idx="1">
            <a:schemeClr val="lt1"/>
          </a:fillRef>
          <a:effectRef idx="0">
            <a:schemeClr val="accent5"/>
          </a:effectRef>
          <a:fontRef idx="minor">
            <a:schemeClr val="dk1"/>
          </a:fontRef>
        </dgm:style>
      </dgm:prSet>
      <dgm:spPr>
        <a:solidFill>
          <a:schemeClr val="accent2">
            <a:lumMod val="60000"/>
            <a:lumOff val="40000"/>
          </a:schemeClr>
        </a:solidFill>
        <a:ln>
          <a:noFill/>
        </a:ln>
      </dgm:spPr>
      <dgm:t>
        <a:bodyPr/>
        <a:lstStyle/>
        <a:p>
          <a:pPr>
            <a:lnSpc>
              <a:spcPct val="100000"/>
            </a:lnSpc>
            <a:spcAft>
              <a:spcPts val="0"/>
            </a:spcAft>
          </a:pPr>
          <a:r>
            <a:rPr lang="es-PE" dirty="0" smtClean="0"/>
            <a:t>Revisión</a:t>
          </a:r>
          <a:endParaRPr lang="es-PE" dirty="0"/>
        </a:p>
      </dgm:t>
    </dgm:pt>
    <dgm:pt modelId="{76539C41-CBD5-431E-9A43-103F615E21D4}" type="parTrans" cxnId="{B1B3A867-C7EE-46A1-8919-33A76B5A3F78}">
      <dgm:prSet/>
      <dgm:spPr/>
      <dgm:t>
        <a:bodyPr/>
        <a:lstStyle/>
        <a:p>
          <a:endParaRPr lang="es-PE"/>
        </a:p>
      </dgm:t>
    </dgm:pt>
    <dgm:pt modelId="{F910CC2E-6802-44D2-90FB-A0A44929E913}" type="sibTrans" cxnId="{B1B3A867-C7EE-46A1-8919-33A76B5A3F78}">
      <dgm:prSet/>
      <dgm:spPr/>
      <dgm:t>
        <a:bodyPr/>
        <a:lstStyle/>
        <a:p>
          <a:endParaRPr lang="es-PE"/>
        </a:p>
      </dgm:t>
    </dgm:pt>
    <dgm:pt modelId="{28C4935D-FF51-4999-8634-16F0F9D29410}">
      <dgm:prSet phldrT="[Texto]">
        <dgm:style>
          <a:lnRef idx="2">
            <a:schemeClr val="accent5"/>
          </a:lnRef>
          <a:fillRef idx="1">
            <a:schemeClr val="lt1"/>
          </a:fillRef>
          <a:effectRef idx="0">
            <a:schemeClr val="accent5"/>
          </a:effectRef>
          <a:fontRef idx="minor">
            <a:schemeClr val="dk1"/>
          </a:fontRef>
        </dgm:style>
      </dgm:prSet>
      <dgm:spPr>
        <a:solidFill>
          <a:schemeClr val="accent5">
            <a:lumMod val="60000"/>
            <a:lumOff val="40000"/>
          </a:schemeClr>
        </a:solidFill>
        <a:ln>
          <a:noFill/>
        </a:ln>
      </dgm:spPr>
      <dgm:t>
        <a:bodyPr/>
        <a:lstStyle/>
        <a:p>
          <a:pPr>
            <a:lnSpc>
              <a:spcPct val="100000"/>
            </a:lnSpc>
            <a:spcAft>
              <a:spcPts val="0"/>
            </a:spcAft>
          </a:pPr>
          <a:r>
            <a:rPr lang="es-PE" dirty="0" smtClean="0"/>
            <a:t>Medir el grado de conformidad</a:t>
          </a:r>
          <a:endParaRPr lang="es-PE" dirty="0"/>
        </a:p>
      </dgm:t>
    </dgm:pt>
    <dgm:pt modelId="{D7AFD251-955B-44C2-B672-C76BC37214C8}" type="parTrans" cxnId="{B424D505-C305-47B9-83B7-1E84499C3732}">
      <dgm:prSet/>
      <dgm:spPr/>
      <dgm:t>
        <a:bodyPr/>
        <a:lstStyle/>
        <a:p>
          <a:endParaRPr lang="es-PE"/>
        </a:p>
      </dgm:t>
    </dgm:pt>
    <dgm:pt modelId="{06293A6D-8FB7-49FB-AD12-2C379EC4A9CD}" type="sibTrans" cxnId="{B424D505-C305-47B9-83B7-1E84499C3732}">
      <dgm:prSet/>
      <dgm:spPr/>
      <dgm:t>
        <a:bodyPr/>
        <a:lstStyle/>
        <a:p>
          <a:endParaRPr lang="es-PE"/>
        </a:p>
      </dgm:t>
    </dgm:pt>
    <dgm:pt modelId="{E130FBCD-3A7B-4D35-A605-5586BA7F4168}">
      <dgm:prSet phldrT="[Texto]">
        <dgm:style>
          <a:lnRef idx="2">
            <a:schemeClr val="accent5"/>
          </a:lnRef>
          <a:fillRef idx="1">
            <a:schemeClr val="lt1"/>
          </a:fillRef>
          <a:effectRef idx="0">
            <a:schemeClr val="accent5"/>
          </a:effectRef>
          <a:fontRef idx="minor">
            <a:schemeClr val="dk1"/>
          </a:fontRef>
        </dgm:style>
      </dgm:prSet>
      <dgm:spPr>
        <a:solidFill>
          <a:schemeClr val="accent2">
            <a:lumMod val="60000"/>
            <a:lumOff val="40000"/>
          </a:schemeClr>
        </a:solidFill>
        <a:ln>
          <a:noFill/>
        </a:ln>
      </dgm:spPr>
      <dgm:t>
        <a:bodyPr/>
        <a:lstStyle/>
        <a:p>
          <a:pPr>
            <a:lnSpc>
              <a:spcPct val="100000"/>
            </a:lnSpc>
            <a:spcAft>
              <a:spcPts val="0"/>
            </a:spcAft>
          </a:pPr>
          <a:r>
            <a:rPr lang="es-PE" dirty="0" smtClean="0"/>
            <a:t>Mantener</a:t>
          </a:r>
          <a:endParaRPr lang="es-PE" dirty="0"/>
        </a:p>
      </dgm:t>
    </dgm:pt>
    <dgm:pt modelId="{3CE87934-B841-4461-BCC5-7CE291FD1F28}" type="parTrans" cxnId="{5574C228-7B92-41BB-B909-16F7314C541D}">
      <dgm:prSet/>
      <dgm:spPr/>
      <dgm:t>
        <a:bodyPr/>
        <a:lstStyle/>
        <a:p>
          <a:endParaRPr lang="es-PE"/>
        </a:p>
      </dgm:t>
    </dgm:pt>
    <dgm:pt modelId="{B284DACD-D3D6-458D-95B3-A82BDB115EFA}" type="sibTrans" cxnId="{5574C228-7B92-41BB-B909-16F7314C541D}">
      <dgm:prSet/>
      <dgm:spPr/>
      <dgm:t>
        <a:bodyPr/>
        <a:lstStyle/>
        <a:p>
          <a:endParaRPr lang="es-PE"/>
        </a:p>
      </dgm:t>
    </dgm:pt>
    <dgm:pt modelId="{D4CE2832-60D0-4CA1-83BA-F5CE385350A9}">
      <dgm:prSet phldrT="[Texto]">
        <dgm:style>
          <a:lnRef idx="2">
            <a:schemeClr val="accent5"/>
          </a:lnRef>
          <a:fillRef idx="1">
            <a:schemeClr val="lt1"/>
          </a:fillRef>
          <a:effectRef idx="0">
            <a:schemeClr val="accent5"/>
          </a:effectRef>
          <a:fontRef idx="minor">
            <a:schemeClr val="dk1"/>
          </a:fontRef>
        </dgm:style>
      </dgm:prSet>
      <dgm:spPr>
        <a:solidFill>
          <a:schemeClr val="accent3">
            <a:lumMod val="60000"/>
            <a:lumOff val="40000"/>
          </a:schemeClr>
        </a:solidFill>
        <a:ln>
          <a:noFill/>
        </a:ln>
      </dgm:spPr>
      <dgm:t>
        <a:bodyPr/>
        <a:lstStyle/>
        <a:p>
          <a:pPr>
            <a:lnSpc>
              <a:spcPct val="100000"/>
            </a:lnSpc>
            <a:spcAft>
              <a:spcPts val="0"/>
            </a:spcAft>
          </a:pPr>
          <a:r>
            <a:rPr lang="es-PE" dirty="0" smtClean="0"/>
            <a:t>Asegurar conformidad</a:t>
          </a:r>
          <a:endParaRPr lang="es-PE" dirty="0"/>
        </a:p>
      </dgm:t>
    </dgm:pt>
    <dgm:pt modelId="{DDC0708B-46F0-4B15-9F05-E34727FA6A66}" type="sibTrans" cxnId="{16C4484C-FA39-4F76-B719-F8D219684F35}">
      <dgm:prSet/>
      <dgm:spPr/>
      <dgm:t>
        <a:bodyPr/>
        <a:lstStyle/>
        <a:p>
          <a:endParaRPr lang="es-PE"/>
        </a:p>
      </dgm:t>
    </dgm:pt>
    <dgm:pt modelId="{7BED2FD8-B684-42A8-BF55-088BFFBAEED0}" type="parTrans" cxnId="{16C4484C-FA39-4F76-B719-F8D219684F35}">
      <dgm:prSet/>
      <dgm:spPr/>
      <dgm:t>
        <a:bodyPr/>
        <a:lstStyle/>
        <a:p>
          <a:endParaRPr lang="es-PE"/>
        </a:p>
      </dgm:t>
    </dgm:pt>
    <dgm:pt modelId="{142E6C40-13FF-4DC6-B6E6-621A0C687AA3}" type="pres">
      <dgm:prSet presAssocID="{3392BA0D-5A0C-4894-9635-C574CF509F0E}" presName="compositeShape" presStyleCnt="0">
        <dgm:presLayoutVars>
          <dgm:chMax val="7"/>
          <dgm:dir/>
          <dgm:resizeHandles val="exact"/>
        </dgm:presLayoutVars>
      </dgm:prSet>
      <dgm:spPr/>
    </dgm:pt>
    <dgm:pt modelId="{1E5D30D5-4546-4C03-9095-813DCD4C7C8B}" type="pres">
      <dgm:prSet presAssocID="{3392BA0D-5A0C-4894-9635-C574CF509F0E}" presName="wedge1" presStyleLbl="node1" presStyleIdx="0" presStyleCnt="3"/>
      <dgm:spPr/>
      <dgm:t>
        <a:bodyPr/>
        <a:lstStyle/>
        <a:p>
          <a:endParaRPr lang="es-PE"/>
        </a:p>
      </dgm:t>
    </dgm:pt>
    <dgm:pt modelId="{68D2D4CA-0D66-43F8-868A-912BB5A457FC}" type="pres">
      <dgm:prSet presAssocID="{3392BA0D-5A0C-4894-9635-C574CF509F0E}" presName="dummy1a" presStyleCnt="0"/>
      <dgm:spPr/>
    </dgm:pt>
    <dgm:pt modelId="{A62D1DE0-91BD-4E48-8870-09B20CBDD901}" type="pres">
      <dgm:prSet presAssocID="{3392BA0D-5A0C-4894-9635-C574CF509F0E}" presName="dummy1b" presStyleCnt="0"/>
      <dgm:spPr/>
    </dgm:pt>
    <dgm:pt modelId="{7758891B-5EDA-476F-87D2-2DAA1E4036EF}" type="pres">
      <dgm:prSet presAssocID="{3392BA0D-5A0C-4894-9635-C574CF509F0E}" presName="wedge1Tx" presStyleLbl="node1" presStyleIdx="0" presStyleCnt="3">
        <dgm:presLayoutVars>
          <dgm:chMax val="0"/>
          <dgm:chPref val="0"/>
          <dgm:bulletEnabled val="1"/>
        </dgm:presLayoutVars>
      </dgm:prSet>
      <dgm:spPr/>
      <dgm:t>
        <a:bodyPr/>
        <a:lstStyle/>
        <a:p>
          <a:endParaRPr lang="es-PE"/>
        </a:p>
      </dgm:t>
    </dgm:pt>
    <dgm:pt modelId="{DF826F75-DF5B-44E4-95AB-EC7850C0371B}" type="pres">
      <dgm:prSet presAssocID="{3392BA0D-5A0C-4894-9635-C574CF509F0E}" presName="wedge2" presStyleLbl="node1" presStyleIdx="1" presStyleCnt="3"/>
      <dgm:spPr/>
      <dgm:t>
        <a:bodyPr/>
        <a:lstStyle/>
        <a:p>
          <a:endParaRPr lang="es-PE"/>
        </a:p>
      </dgm:t>
    </dgm:pt>
    <dgm:pt modelId="{1A5B4DD5-1548-4CA2-BE94-D77739DEC58E}" type="pres">
      <dgm:prSet presAssocID="{3392BA0D-5A0C-4894-9635-C574CF509F0E}" presName="dummy2a" presStyleCnt="0"/>
      <dgm:spPr/>
    </dgm:pt>
    <dgm:pt modelId="{DB4D09B2-4A63-432C-9FF0-D1009B09BD63}" type="pres">
      <dgm:prSet presAssocID="{3392BA0D-5A0C-4894-9635-C574CF509F0E}" presName="dummy2b" presStyleCnt="0"/>
      <dgm:spPr/>
    </dgm:pt>
    <dgm:pt modelId="{AFC4D64F-A718-479A-9729-45B4DF1113D9}" type="pres">
      <dgm:prSet presAssocID="{3392BA0D-5A0C-4894-9635-C574CF509F0E}" presName="wedge2Tx" presStyleLbl="node1" presStyleIdx="1" presStyleCnt="3">
        <dgm:presLayoutVars>
          <dgm:chMax val="0"/>
          <dgm:chPref val="0"/>
          <dgm:bulletEnabled val="1"/>
        </dgm:presLayoutVars>
      </dgm:prSet>
      <dgm:spPr/>
      <dgm:t>
        <a:bodyPr/>
        <a:lstStyle/>
        <a:p>
          <a:endParaRPr lang="es-PE"/>
        </a:p>
      </dgm:t>
    </dgm:pt>
    <dgm:pt modelId="{F08F591F-F5BC-48A0-8C21-78C68AAFFF26}" type="pres">
      <dgm:prSet presAssocID="{3392BA0D-5A0C-4894-9635-C574CF509F0E}" presName="wedge3" presStyleLbl="node1" presStyleIdx="2" presStyleCnt="3"/>
      <dgm:spPr/>
      <dgm:t>
        <a:bodyPr/>
        <a:lstStyle/>
        <a:p>
          <a:endParaRPr lang="es-PE"/>
        </a:p>
      </dgm:t>
    </dgm:pt>
    <dgm:pt modelId="{00DD498B-37C4-49F6-A3BC-F7A3B344D991}" type="pres">
      <dgm:prSet presAssocID="{3392BA0D-5A0C-4894-9635-C574CF509F0E}" presName="dummy3a" presStyleCnt="0"/>
      <dgm:spPr/>
    </dgm:pt>
    <dgm:pt modelId="{89CC19FC-EFBA-4920-AEC8-04613E849F21}" type="pres">
      <dgm:prSet presAssocID="{3392BA0D-5A0C-4894-9635-C574CF509F0E}" presName="dummy3b" presStyleCnt="0"/>
      <dgm:spPr/>
    </dgm:pt>
    <dgm:pt modelId="{46ABF845-6830-4E35-AE95-09ECED26DE8E}" type="pres">
      <dgm:prSet presAssocID="{3392BA0D-5A0C-4894-9635-C574CF509F0E}" presName="wedge3Tx" presStyleLbl="node1" presStyleIdx="2" presStyleCnt="3">
        <dgm:presLayoutVars>
          <dgm:chMax val="0"/>
          <dgm:chPref val="0"/>
          <dgm:bulletEnabled val="1"/>
        </dgm:presLayoutVars>
      </dgm:prSet>
      <dgm:spPr/>
      <dgm:t>
        <a:bodyPr/>
        <a:lstStyle/>
        <a:p>
          <a:endParaRPr lang="es-PE"/>
        </a:p>
      </dgm:t>
    </dgm:pt>
    <dgm:pt modelId="{E6AEDFB5-6C5C-4B6D-BB7D-8FD739F4EC00}" type="pres">
      <dgm:prSet presAssocID="{E48AF0F5-C06B-4806-BC1D-850955BD7BB2}" presName="arrowWedge1" presStyleLbl="fgSibTrans2D1" presStyleIdx="0" presStyleCnt="3">
        <dgm:style>
          <a:lnRef idx="2">
            <a:schemeClr val="accent5"/>
          </a:lnRef>
          <a:fillRef idx="1">
            <a:schemeClr val="lt1"/>
          </a:fillRef>
          <a:effectRef idx="0">
            <a:schemeClr val="accent5"/>
          </a:effectRef>
          <a:fontRef idx="minor">
            <a:schemeClr val="dk1"/>
          </a:fontRef>
        </dgm:style>
      </dgm:prSet>
      <dgm:spPr>
        <a:solidFill>
          <a:srgbClr val="99C652"/>
        </a:solidFill>
        <a:ln>
          <a:noFill/>
        </a:ln>
      </dgm:spPr>
    </dgm:pt>
    <dgm:pt modelId="{5E5D0CE7-33AD-40B1-8CE7-7521C99AD980}" type="pres">
      <dgm:prSet presAssocID="{D7B4E93C-C2DF-4574-A280-A6EE046EB57D}" presName="arrowWedge2" presStyleLbl="fgSibTrans2D1" presStyleIdx="1" presStyleCnt="3">
        <dgm:style>
          <a:lnRef idx="2">
            <a:schemeClr val="accent5"/>
          </a:lnRef>
          <a:fillRef idx="1">
            <a:schemeClr val="lt1"/>
          </a:fillRef>
          <a:effectRef idx="0">
            <a:schemeClr val="accent5"/>
          </a:effectRef>
          <a:fontRef idx="minor">
            <a:schemeClr val="dk1"/>
          </a:fontRef>
        </dgm:style>
      </dgm:prSet>
      <dgm:spPr>
        <a:solidFill>
          <a:srgbClr val="0197A7"/>
        </a:solidFill>
        <a:ln>
          <a:noFill/>
        </a:ln>
      </dgm:spPr>
    </dgm:pt>
    <dgm:pt modelId="{FAC1AB49-D7C7-4D26-B6D9-45BB3C39F6B9}" type="pres">
      <dgm:prSet presAssocID="{F910CC2E-6802-44D2-90FB-A0A44929E913}" presName="arrowWedge3" presStyleLbl="fgSibTrans2D1" presStyleIdx="2" presStyleCnt="3">
        <dgm:style>
          <a:lnRef idx="2">
            <a:schemeClr val="accent5"/>
          </a:lnRef>
          <a:fillRef idx="1">
            <a:schemeClr val="lt1"/>
          </a:fillRef>
          <a:effectRef idx="0">
            <a:schemeClr val="accent5"/>
          </a:effectRef>
          <a:fontRef idx="minor">
            <a:schemeClr val="dk1"/>
          </a:fontRef>
        </dgm:style>
      </dgm:prSet>
      <dgm:spPr>
        <a:solidFill>
          <a:srgbClr val="E5584B"/>
        </a:solidFill>
        <a:ln>
          <a:noFill/>
        </a:ln>
      </dgm:spPr>
    </dgm:pt>
  </dgm:ptLst>
  <dgm:cxnLst>
    <dgm:cxn modelId="{1D4A3455-80E4-D740-A15D-3595DB57030E}" type="presOf" srcId="{DBB5F6C6-02F8-4D77-B12D-3DE13FFD159A}" destId="{7758891B-5EDA-476F-87D2-2DAA1E4036EF}" srcOrd="1" destOrd="0" presId="urn:microsoft.com/office/officeart/2005/8/layout/cycle8"/>
    <dgm:cxn modelId="{B424D505-C305-47B9-83B7-1E84499C3732}" srcId="{777B408A-446C-47FD-A7C9-417CE76EB5AD}" destId="{28C4935D-FF51-4999-8634-16F0F9D29410}" srcOrd="0" destOrd="0" parTransId="{D7AFD251-955B-44C2-B672-C76BC37214C8}" sibTransId="{06293A6D-8FB7-49FB-AD12-2C379EC4A9CD}"/>
    <dgm:cxn modelId="{CD2C5A8E-B6FB-F340-963E-0055A8D387C5}" type="presOf" srcId="{E130FBCD-3A7B-4D35-A605-5586BA7F4168}" destId="{46ABF845-6830-4E35-AE95-09ECED26DE8E}" srcOrd="1" destOrd="1" presId="urn:microsoft.com/office/officeart/2005/8/layout/cycle8"/>
    <dgm:cxn modelId="{4C33A259-8BA7-4858-B548-96F1EC5DE114}" srcId="{3392BA0D-5A0C-4894-9635-C574CF509F0E}" destId="{DBB5F6C6-02F8-4D77-B12D-3DE13FFD159A}" srcOrd="0" destOrd="0" parTransId="{89135A59-ADC3-4662-947A-7438BCFC14AE}" sibTransId="{E48AF0F5-C06B-4806-BC1D-850955BD7BB2}"/>
    <dgm:cxn modelId="{4F0F6B6D-ED9E-964A-95F2-C706A1702DE4}" type="presOf" srcId="{D4CE2832-60D0-4CA1-83BA-F5CE385350A9}" destId="{1E5D30D5-4546-4C03-9095-813DCD4C7C8B}" srcOrd="0" destOrd="1" presId="urn:microsoft.com/office/officeart/2005/8/layout/cycle8"/>
    <dgm:cxn modelId="{78819F80-60DC-8540-8562-0600858BB926}" type="presOf" srcId="{3855A9C2-62FD-44B2-B4F3-FA176560F87F}" destId="{F08F591F-F5BC-48A0-8C21-78C68AAFFF26}" srcOrd="0" destOrd="0" presId="urn:microsoft.com/office/officeart/2005/8/layout/cycle8"/>
    <dgm:cxn modelId="{AAE81BF0-A1B6-9043-ADCA-DF81E752A794}" type="presOf" srcId="{DBB5F6C6-02F8-4D77-B12D-3DE13FFD159A}" destId="{1E5D30D5-4546-4C03-9095-813DCD4C7C8B}" srcOrd="0" destOrd="0" presId="urn:microsoft.com/office/officeart/2005/8/layout/cycle8"/>
    <dgm:cxn modelId="{B1B3A867-C7EE-46A1-8919-33A76B5A3F78}" srcId="{3392BA0D-5A0C-4894-9635-C574CF509F0E}" destId="{3855A9C2-62FD-44B2-B4F3-FA176560F87F}" srcOrd="2" destOrd="0" parTransId="{76539C41-CBD5-431E-9A43-103F615E21D4}" sibTransId="{F910CC2E-6802-44D2-90FB-A0A44929E913}"/>
    <dgm:cxn modelId="{40EF8434-BACC-CD47-99F6-0DEB354DFC5F}" type="presOf" srcId="{777B408A-446C-47FD-A7C9-417CE76EB5AD}" destId="{DF826F75-DF5B-44E4-95AB-EC7850C0371B}" srcOrd="0" destOrd="0" presId="urn:microsoft.com/office/officeart/2005/8/layout/cycle8"/>
    <dgm:cxn modelId="{8663876A-9288-5B47-BEB0-823787F92BCD}" type="presOf" srcId="{28C4935D-FF51-4999-8634-16F0F9D29410}" destId="{AFC4D64F-A718-479A-9729-45B4DF1113D9}" srcOrd="1" destOrd="1" presId="urn:microsoft.com/office/officeart/2005/8/layout/cycle8"/>
    <dgm:cxn modelId="{21FFB437-8A64-E942-AF13-0B3A661663EE}" type="presOf" srcId="{D4CE2832-60D0-4CA1-83BA-F5CE385350A9}" destId="{7758891B-5EDA-476F-87D2-2DAA1E4036EF}" srcOrd="1" destOrd="1" presId="urn:microsoft.com/office/officeart/2005/8/layout/cycle8"/>
    <dgm:cxn modelId="{69EEDA03-1985-884C-8407-2C1DD2E8E4D9}" type="presOf" srcId="{E130FBCD-3A7B-4D35-A605-5586BA7F4168}" destId="{F08F591F-F5BC-48A0-8C21-78C68AAFFF26}" srcOrd="0" destOrd="1" presId="urn:microsoft.com/office/officeart/2005/8/layout/cycle8"/>
    <dgm:cxn modelId="{75793291-AEB2-4B63-895C-51A133FA7B00}" srcId="{3392BA0D-5A0C-4894-9635-C574CF509F0E}" destId="{777B408A-446C-47FD-A7C9-417CE76EB5AD}" srcOrd="1" destOrd="0" parTransId="{023B60BA-10F1-4710-B7EC-419D349C11F5}" sibTransId="{D7B4E93C-C2DF-4574-A280-A6EE046EB57D}"/>
    <dgm:cxn modelId="{16C4484C-FA39-4F76-B719-F8D219684F35}" srcId="{DBB5F6C6-02F8-4D77-B12D-3DE13FFD159A}" destId="{D4CE2832-60D0-4CA1-83BA-F5CE385350A9}" srcOrd="0" destOrd="0" parTransId="{7BED2FD8-B684-42A8-BF55-088BFFBAEED0}" sibTransId="{DDC0708B-46F0-4B15-9F05-E34727FA6A66}"/>
    <dgm:cxn modelId="{B8DE65A9-6657-2241-B03D-81E7A564D372}" type="presOf" srcId="{3855A9C2-62FD-44B2-B4F3-FA176560F87F}" destId="{46ABF845-6830-4E35-AE95-09ECED26DE8E}" srcOrd="1" destOrd="0" presId="urn:microsoft.com/office/officeart/2005/8/layout/cycle8"/>
    <dgm:cxn modelId="{6F388435-F43E-0B4A-B24B-21816FE6E0B5}" type="presOf" srcId="{777B408A-446C-47FD-A7C9-417CE76EB5AD}" destId="{AFC4D64F-A718-479A-9729-45B4DF1113D9}" srcOrd="1" destOrd="0" presId="urn:microsoft.com/office/officeart/2005/8/layout/cycle8"/>
    <dgm:cxn modelId="{5C42A63B-1457-6C43-B252-61BD1E9FBED9}" type="presOf" srcId="{28C4935D-FF51-4999-8634-16F0F9D29410}" destId="{DF826F75-DF5B-44E4-95AB-EC7850C0371B}" srcOrd="0" destOrd="1" presId="urn:microsoft.com/office/officeart/2005/8/layout/cycle8"/>
    <dgm:cxn modelId="{0B96BC44-3468-4F42-9742-9EDA0A39B7B0}" type="presOf" srcId="{3392BA0D-5A0C-4894-9635-C574CF509F0E}" destId="{142E6C40-13FF-4DC6-B6E6-621A0C687AA3}" srcOrd="0" destOrd="0" presId="urn:microsoft.com/office/officeart/2005/8/layout/cycle8"/>
    <dgm:cxn modelId="{5574C228-7B92-41BB-B909-16F7314C541D}" srcId="{3855A9C2-62FD-44B2-B4F3-FA176560F87F}" destId="{E130FBCD-3A7B-4D35-A605-5586BA7F4168}" srcOrd="0" destOrd="0" parTransId="{3CE87934-B841-4461-BCC5-7CE291FD1F28}" sibTransId="{B284DACD-D3D6-458D-95B3-A82BDB115EFA}"/>
    <dgm:cxn modelId="{407BBF24-3518-A64F-9671-2C3B9C93D9FB}" type="presParOf" srcId="{142E6C40-13FF-4DC6-B6E6-621A0C687AA3}" destId="{1E5D30D5-4546-4C03-9095-813DCD4C7C8B}" srcOrd="0" destOrd="0" presId="urn:microsoft.com/office/officeart/2005/8/layout/cycle8"/>
    <dgm:cxn modelId="{8B21B850-10DC-7B4D-96A7-993CA155F148}" type="presParOf" srcId="{142E6C40-13FF-4DC6-B6E6-621A0C687AA3}" destId="{68D2D4CA-0D66-43F8-868A-912BB5A457FC}" srcOrd="1" destOrd="0" presId="urn:microsoft.com/office/officeart/2005/8/layout/cycle8"/>
    <dgm:cxn modelId="{F5C7E860-4444-7B44-B20E-02C83FFE11B6}" type="presParOf" srcId="{142E6C40-13FF-4DC6-B6E6-621A0C687AA3}" destId="{A62D1DE0-91BD-4E48-8870-09B20CBDD901}" srcOrd="2" destOrd="0" presId="urn:microsoft.com/office/officeart/2005/8/layout/cycle8"/>
    <dgm:cxn modelId="{4B80B21B-D2E0-7344-A735-2E8A5620EF22}" type="presParOf" srcId="{142E6C40-13FF-4DC6-B6E6-621A0C687AA3}" destId="{7758891B-5EDA-476F-87D2-2DAA1E4036EF}" srcOrd="3" destOrd="0" presId="urn:microsoft.com/office/officeart/2005/8/layout/cycle8"/>
    <dgm:cxn modelId="{9D963F8A-361B-6B49-9F1C-7442A4372349}" type="presParOf" srcId="{142E6C40-13FF-4DC6-B6E6-621A0C687AA3}" destId="{DF826F75-DF5B-44E4-95AB-EC7850C0371B}" srcOrd="4" destOrd="0" presId="urn:microsoft.com/office/officeart/2005/8/layout/cycle8"/>
    <dgm:cxn modelId="{DD981787-6CF5-524C-959A-263C52232F82}" type="presParOf" srcId="{142E6C40-13FF-4DC6-B6E6-621A0C687AA3}" destId="{1A5B4DD5-1548-4CA2-BE94-D77739DEC58E}" srcOrd="5" destOrd="0" presId="urn:microsoft.com/office/officeart/2005/8/layout/cycle8"/>
    <dgm:cxn modelId="{24580A1C-B5EC-2140-9F59-717D9AAFCEF1}" type="presParOf" srcId="{142E6C40-13FF-4DC6-B6E6-621A0C687AA3}" destId="{DB4D09B2-4A63-432C-9FF0-D1009B09BD63}" srcOrd="6" destOrd="0" presId="urn:microsoft.com/office/officeart/2005/8/layout/cycle8"/>
    <dgm:cxn modelId="{34C95D06-CBC1-954C-A7DA-AC04D7FB8013}" type="presParOf" srcId="{142E6C40-13FF-4DC6-B6E6-621A0C687AA3}" destId="{AFC4D64F-A718-479A-9729-45B4DF1113D9}" srcOrd="7" destOrd="0" presId="urn:microsoft.com/office/officeart/2005/8/layout/cycle8"/>
    <dgm:cxn modelId="{7B906812-C6FF-DC47-A296-2F4F6E7FAD43}" type="presParOf" srcId="{142E6C40-13FF-4DC6-B6E6-621A0C687AA3}" destId="{F08F591F-F5BC-48A0-8C21-78C68AAFFF26}" srcOrd="8" destOrd="0" presId="urn:microsoft.com/office/officeart/2005/8/layout/cycle8"/>
    <dgm:cxn modelId="{70F09322-68A7-5E4E-AE7A-A15BF7214F78}" type="presParOf" srcId="{142E6C40-13FF-4DC6-B6E6-621A0C687AA3}" destId="{00DD498B-37C4-49F6-A3BC-F7A3B344D991}" srcOrd="9" destOrd="0" presId="urn:microsoft.com/office/officeart/2005/8/layout/cycle8"/>
    <dgm:cxn modelId="{37BFAF3D-AFA0-6243-96AF-26ECBE02BA0A}" type="presParOf" srcId="{142E6C40-13FF-4DC6-B6E6-621A0C687AA3}" destId="{89CC19FC-EFBA-4920-AEC8-04613E849F21}" srcOrd="10" destOrd="0" presId="urn:microsoft.com/office/officeart/2005/8/layout/cycle8"/>
    <dgm:cxn modelId="{43F05176-BC08-6447-AEEB-9BAB7AD76D6A}" type="presParOf" srcId="{142E6C40-13FF-4DC6-B6E6-621A0C687AA3}" destId="{46ABF845-6830-4E35-AE95-09ECED26DE8E}" srcOrd="11" destOrd="0" presId="urn:microsoft.com/office/officeart/2005/8/layout/cycle8"/>
    <dgm:cxn modelId="{4C46F79D-D0B2-124D-96FF-C6C712E28B74}" type="presParOf" srcId="{142E6C40-13FF-4DC6-B6E6-621A0C687AA3}" destId="{E6AEDFB5-6C5C-4B6D-BB7D-8FD739F4EC00}" srcOrd="12" destOrd="0" presId="urn:microsoft.com/office/officeart/2005/8/layout/cycle8"/>
    <dgm:cxn modelId="{C288B0AA-C3C4-034C-B51E-9DB8B3BC85A0}" type="presParOf" srcId="{142E6C40-13FF-4DC6-B6E6-621A0C687AA3}" destId="{5E5D0CE7-33AD-40B1-8CE7-7521C99AD980}" srcOrd="13" destOrd="0" presId="urn:microsoft.com/office/officeart/2005/8/layout/cycle8"/>
    <dgm:cxn modelId="{A08901B9-89A9-6F4F-9F24-9D5B55CEC332}" type="presParOf" srcId="{142E6C40-13FF-4DC6-B6E6-621A0C687AA3}" destId="{FAC1AB49-D7C7-4D26-B6D9-45BB3C39F6B9}" srcOrd="1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77373B-7A8D-4433-8A8C-4992208C3102}">
      <dsp:nvSpPr>
        <dsp:cNvPr id="0" name=""/>
        <dsp:cNvSpPr/>
      </dsp:nvSpPr>
      <dsp:spPr>
        <a:xfrm>
          <a:off x="0" y="20022"/>
          <a:ext cx="5709228" cy="636480"/>
        </a:xfrm>
        <a:prstGeom prst="roundRect">
          <a:avLst/>
        </a:prstGeom>
        <a:solidFill>
          <a:srgbClr val="2EB1B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s-PE" sz="1600" kern="1200" dirty="0" smtClean="0"/>
            <a:t>Concepto</a:t>
          </a:r>
          <a:endParaRPr lang="es-PE" sz="1600" kern="1200" dirty="0"/>
        </a:p>
      </dsp:txBody>
      <dsp:txXfrm>
        <a:off x="31070" y="51092"/>
        <a:ext cx="5647088" cy="574340"/>
      </dsp:txXfrm>
    </dsp:sp>
    <dsp:sp modelId="{E9FD3C4D-2B62-4B3F-B5D3-FA33ACEAFC1E}">
      <dsp:nvSpPr>
        <dsp:cNvPr id="0" name=""/>
        <dsp:cNvSpPr/>
      </dsp:nvSpPr>
      <dsp:spPr>
        <a:xfrm>
          <a:off x="0" y="754422"/>
          <a:ext cx="5709228" cy="636480"/>
        </a:xfrm>
        <a:prstGeom prst="roundRect">
          <a:avLst/>
        </a:prstGeom>
        <a:solidFill>
          <a:srgbClr val="2EB1B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s-PE" sz="1600" kern="1200" dirty="0" smtClean="0"/>
            <a:t>Objetivos</a:t>
          </a:r>
          <a:endParaRPr lang="es-PE" sz="1600" kern="1200" dirty="0"/>
        </a:p>
      </dsp:txBody>
      <dsp:txXfrm>
        <a:off x="31070" y="785492"/>
        <a:ext cx="5647088" cy="574340"/>
      </dsp:txXfrm>
    </dsp:sp>
    <dsp:sp modelId="{A130FF06-0DE0-4252-8860-E4B2D5042E5E}">
      <dsp:nvSpPr>
        <dsp:cNvPr id="0" name=""/>
        <dsp:cNvSpPr/>
      </dsp:nvSpPr>
      <dsp:spPr>
        <a:xfrm>
          <a:off x="0" y="1488822"/>
          <a:ext cx="5709228" cy="636480"/>
        </a:xfrm>
        <a:prstGeom prst="roundRect">
          <a:avLst/>
        </a:prstGeom>
        <a:solidFill>
          <a:srgbClr val="2EB1B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s-PE" sz="1600" kern="1200" dirty="0" smtClean="0"/>
            <a:t>Contenido</a:t>
          </a:r>
          <a:endParaRPr lang="es-PE" sz="1600" kern="1200" dirty="0"/>
        </a:p>
      </dsp:txBody>
      <dsp:txXfrm>
        <a:off x="31070" y="1519892"/>
        <a:ext cx="5647088" cy="574340"/>
      </dsp:txXfrm>
    </dsp:sp>
    <dsp:sp modelId="{C69756CF-65DE-420C-B84D-0EF360E8AD99}">
      <dsp:nvSpPr>
        <dsp:cNvPr id="0" name=""/>
        <dsp:cNvSpPr/>
      </dsp:nvSpPr>
      <dsp:spPr>
        <a:xfrm>
          <a:off x="0" y="2223222"/>
          <a:ext cx="5709228" cy="636480"/>
        </a:xfrm>
        <a:prstGeom prst="roundRect">
          <a:avLst/>
        </a:prstGeom>
        <a:solidFill>
          <a:srgbClr val="2EB1B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s-PE" sz="1600" kern="1200" dirty="0" smtClean="0"/>
            <a:t>Revisión</a:t>
          </a:r>
          <a:endParaRPr lang="es-PE" sz="1600" kern="1200" dirty="0"/>
        </a:p>
      </dsp:txBody>
      <dsp:txXfrm>
        <a:off x="31070" y="2254292"/>
        <a:ext cx="5647088" cy="5743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ABB361-2147-4D01-B0B2-DD6326D9790C}">
      <dsp:nvSpPr>
        <dsp:cNvPr id="0" name=""/>
        <dsp:cNvSpPr/>
      </dsp:nvSpPr>
      <dsp:spPr>
        <a:xfrm>
          <a:off x="777734" y="540"/>
          <a:ext cx="2368740" cy="947496"/>
        </a:xfrm>
        <a:prstGeom prst="chevron">
          <a:avLst/>
        </a:prstGeom>
        <a:solidFill>
          <a:srgbClr val="0197A7"/>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1430" rIns="0" bIns="11430" numCol="1" spcCol="1270" anchor="ctr" anchorCtr="0">
          <a:noAutofit/>
        </a:bodyPr>
        <a:lstStyle/>
        <a:p>
          <a:pPr lvl="0" algn="ctr" defTabSz="800100">
            <a:lnSpc>
              <a:spcPct val="90000"/>
            </a:lnSpc>
            <a:spcBef>
              <a:spcPct val="0"/>
            </a:spcBef>
            <a:spcAft>
              <a:spcPct val="35000"/>
            </a:spcAft>
          </a:pPr>
          <a:r>
            <a:rPr lang="es-PE" sz="1800" kern="1200" dirty="0" smtClean="0"/>
            <a:t>Gerencia</a:t>
          </a:r>
          <a:endParaRPr lang="es-PE" sz="1800" kern="1200" dirty="0"/>
        </a:p>
      </dsp:txBody>
      <dsp:txXfrm>
        <a:off x="1251482" y="540"/>
        <a:ext cx="1421244" cy="947496"/>
      </dsp:txXfrm>
    </dsp:sp>
    <dsp:sp modelId="{C1BE8A01-F5D7-4DF2-A124-B5C5E5FE52E5}">
      <dsp:nvSpPr>
        <dsp:cNvPr id="0" name=""/>
        <dsp:cNvSpPr/>
      </dsp:nvSpPr>
      <dsp:spPr>
        <a:xfrm>
          <a:off x="2838538" y="81077"/>
          <a:ext cx="1966054" cy="786421"/>
        </a:xfrm>
        <a:prstGeom prst="chevron">
          <a:avLst/>
        </a:prstGeom>
        <a:solidFill>
          <a:srgbClr val="2EB1B5">
            <a:alpha val="90000"/>
          </a:srgb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1430" rIns="0" bIns="11430" numCol="1" spcCol="1270" anchor="ctr" anchorCtr="0">
          <a:noAutofit/>
        </a:bodyPr>
        <a:lstStyle/>
        <a:p>
          <a:pPr lvl="0" algn="ctr" defTabSz="800100">
            <a:lnSpc>
              <a:spcPct val="90000"/>
            </a:lnSpc>
            <a:spcBef>
              <a:spcPct val="0"/>
            </a:spcBef>
            <a:spcAft>
              <a:spcPct val="35000"/>
            </a:spcAft>
          </a:pPr>
          <a:r>
            <a:rPr lang="es-PE" sz="1800" kern="1200" dirty="0" smtClean="0"/>
            <a:t>Definir</a:t>
          </a:r>
          <a:endParaRPr lang="es-PE" sz="1800" kern="1200" dirty="0"/>
        </a:p>
      </dsp:txBody>
      <dsp:txXfrm>
        <a:off x="3231749" y="81077"/>
        <a:ext cx="1179633" cy="786421"/>
      </dsp:txXfrm>
    </dsp:sp>
    <dsp:sp modelId="{81BA755F-F438-4288-84C5-8755AAE2441A}">
      <dsp:nvSpPr>
        <dsp:cNvPr id="0" name=""/>
        <dsp:cNvSpPr/>
      </dsp:nvSpPr>
      <dsp:spPr>
        <a:xfrm>
          <a:off x="4529345" y="81077"/>
          <a:ext cx="1966054" cy="786421"/>
        </a:xfrm>
        <a:prstGeom prst="chevron">
          <a:avLst/>
        </a:prstGeom>
        <a:solidFill>
          <a:srgbClr val="99C652">
            <a:alpha val="90000"/>
          </a:srgb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1430" rIns="0" bIns="11430" numCol="1" spcCol="1270" anchor="ctr" anchorCtr="0">
          <a:noAutofit/>
        </a:bodyPr>
        <a:lstStyle/>
        <a:p>
          <a:pPr lvl="0" algn="ctr" defTabSz="800100">
            <a:lnSpc>
              <a:spcPct val="90000"/>
            </a:lnSpc>
            <a:spcBef>
              <a:spcPct val="0"/>
            </a:spcBef>
            <a:spcAft>
              <a:spcPct val="35000"/>
            </a:spcAft>
          </a:pPr>
          <a:r>
            <a:rPr lang="es-PE" sz="1800" kern="1200" dirty="0" smtClean="0"/>
            <a:t>Aprobar</a:t>
          </a:r>
          <a:endParaRPr lang="es-PE" sz="1800" kern="1200" dirty="0"/>
        </a:p>
      </dsp:txBody>
      <dsp:txXfrm>
        <a:off x="4922556" y="81077"/>
        <a:ext cx="1179633" cy="786421"/>
      </dsp:txXfrm>
    </dsp:sp>
    <dsp:sp modelId="{94A2BFF2-2B4A-4F95-8272-EDAF87061406}">
      <dsp:nvSpPr>
        <dsp:cNvPr id="0" name=""/>
        <dsp:cNvSpPr/>
      </dsp:nvSpPr>
      <dsp:spPr>
        <a:xfrm>
          <a:off x="777734" y="1080686"/>
          <a:ext cx="2368740" cy="947496"/>
        </a:xfrm>
        <a:prstGeom prst="chevron">
          <a:avLst/>
        </a:prstGeom>
        <a:solidFill>
          <a:srgbClr val="E5584B"/>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1430" rIns="0" bIns="11430" numCol="1" spcCol="1270" anchor="ctr" anchorCtr="0">
          <a:noAutofit/>
        </a:bodyPr>
        <a:lstStyle/>
        <a:p>
          <a:pPr lvl="0" algn="ctr" defTabSz="800100">
            <a:lnSpc>
              <a:spcPct val="90000"/>
            </a:lnSpc>
            <a:spcBef>
              <a:spcPct val="0"/>
            </a:spcBef>
            <a:spcAft>
              <a:spcPct val="35000"/>
            </a:spcAft>
          </a:pPr>
          <a:r>
            <a:rPr lang="es-PE" sz="1800" kern="1200" dirty="0" smtClean="0"/>
            <a:t>OSI</a:t>
          </a:r>
          <a:endParaRPr lang="es-PE" sz="1800" kern="1200" dirty="0"/>
        </a:p>
      </dsp:txBody>
      <dsp:txXfrm>
        <a:off x="1251482" y="1080686"/>
        <a:ext cx="1421244" cy="947496"/>
      </dsp:txXfrm>
    </dsp:sp>
    <dsp:sp modelId="{F09595AB-B313-4C52-80A1-73BCF059F392}">
      <dsp:nvSpPr>
        <dsp:cNvPr id="0" name=""/>
        <dsp:cNvSpPr/>
      </dsp:nvSpPr>
      <dsp:spPr>
        <a:xfrm>
          <a:off x="2838538" y="1161223"/>
          <a:ext cx="1966054" cy="786421"/>
        </a:xfrm>
        <a:prstGeom prst="chevron">
          <a:avLst/>
        </a:prstGeom>
        <a:solidFill>
          <a:srgbClr val="DFA635">
            <a:alpha val="90000"/>
          </a:srgb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1430" rIns="0" bIns="11430" numCol="1" spcCol="1270" anchor="ctr" anchorCtr="0">
          <a:noAutofit/>
        </a:bodyPr>
        <a:lstStyle/>
        <a:p>
          <a:pPr lvl="0" algn="ctr" defTabSz="800100">
            <a:lnSpc>
              <a:spcPct val="90000"/>
            </a:lnSpc>
            <a:spcBef>
              <a:spcPct val="0"/>
            </a:spcBef>
            <a:spcAft>
              <a:spcPct val="35000"/>
            </a:spcAft>
          </a:pPr>
          <a:r>
            <a:rPr lang="es-PE" sz="1800" kern="1200" dirty="0" smtClean="0"/>
            <a:t>Publicar</a:t>
          </a:r>
          <a:endParaRPr lang="es-PE" sz="1800" kern="1200" dirty="0"/>
        </a:p>
      </dsp:txBody>
      <dsp:txXfrm>
        <a:off x="3231749" y="1161223"/>
        <a:ext cx="1179633" cy="786421"/>
      </dsp:txXfrm>
    </dsp:sp>
    <dsp:sp modelId="{D57D8BFE-1697-4229-A976-8F69AA0626BE}">
      <dsp:nvSpPr>
        <dsp:cNvPr id="0" name=""/>
        <dsp:cNvSpPr/>
      </dsp:nvSpPr>
      <dsp:spPr>
        <a:xfrm>
          <a:off x="4529345" y="1161223"/>
          <a:ext cx="1966054" cy="786421"/>
        </a:xfrm>
        <a:prstGeom prst="chevron">
          <a:avLst/>
        </a:prstGeom>
        <a:solidFill>
          <a:srgbClr val="F2D164">
            <a:alpha val="90000"/>
          </a:srgb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1430" rIns="0" bIns="11430" numCol="1" spcCol="1270" anchor="ctr" anchorCtr="0">
          <a:noAutofit/>
        </a:bodyPr>
        <a:lstStyle/>
        <a:p>
          <a:pPr lvl="0" algn="ctr" defTabSz="800100">
            <a:lnSpc>
              <a:spcPct val="90000"/>
            </a:lnSpc>
            <a:spcBef>
              <a:spcPct val="0"/>
            </a:spcBef>
            <a:spcAft>
              <a:spcPct val="35000"/>
            </a:spcAft>
          </a:pPr>
          <a:r>
            <a:rPr lang="es-PE" sz="1800" kern="1200" dirty="0" smtClean="0"/>
            <a:t>Comunicar</a:t>
          </a:r>
          <a:endParaRPr lang="es-PE" sz="1800" kern="1200" dirty="0"/>
        </a:p>
      </dsp:txBody>
      <dsp:txXfrm>
        <a:off x="4922556" y="1161223"/>
        <a:ext cx="1179633" cy="78642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5D30D5-4546-4C03-9095-813DCD4C7C8B}">
      <dsp:nvSpPr>
        <dsp:cNvPr id="0" name=""/>
        <dsp:cNvSpPr/>
      </dsp:nvSpPr>
      <dsp:spPr>
        <a:xfrm>
          <a:off x="1367586" y="255954"/>
          <a:ext cx="3307725" cy="3307725"/>
        </a:xfrm>
        <a:prstGeom prst="pie">
          <a:avLst>
            <a:gd name="adj1" fmla="val 16200000"/>
            <a:gd name="adj2" fmla="val 1800000"/>
          </a:avLst>
        </a:prstGeom>
        <a:solidFill>
          <a:schemeClr val="accent3">
            <a:lumMod val="60000"/>
            <a:lumOff val="40000"/>
          </a:schemeClr>
        </a:solidFill>
        <a:ln w="25400" cap="flat" cmpd="sng" algn="ctr">
          <a:noFill/>
          <a:prstDash val="solid"/>
        </a:ln>
        <a:effectLst/>
        <a:scene3d>
          <a:camera prst="orthographicFront"/>
          <a:lightRig rig="threePt" dir="t">
            <a:rot lat="0" lon="0" rev="7500000"/>
          </a:lightRig>
        </a:scene3d>
        <a:sp3d/>
      </dsp:spPr>
      <dsp:style>
        <a:lnRef idx="2">
          <a:schemeClr val="accent5"/>
        </a:lnRef>
        <a:fillRef idx="1">
          <a:schemeClr val="lt1"/>
        </a:fillRef>
        <a:effectRef idx="0">
          <a:schemeClr val="accent5"/>
        </a:effectRef>
        <a:fontRef idx="minor">
          <a:schemeClr val="dk1"/>
        </a:fontRef>
      </dsp:style>
      <dsp:txBody>
        <a:bodyPr spcFirstLastPara="0" vert="horz" wrap="square" lIns="24130" tIns="24130" rIns="24130" bIns="24130" numCol="1" spcCol="1270" anchor="t" anchorCtr="0">
          <a:noAutofit/>
        </a:bodyPr>
        <a:lstStyle/>
        <a:p>
          <a:pPr lvl="0" algn="l" defTabSz="844550">
            <a:lnSpc>
              <a:spcPct val="100000"/>
            </a:lnSpc>
            <a:spcBef>
              <a:spcPct val="0"/>
            </a:spcBef>
            <a:spcAft>
              <a:spcPts val="0"/>
            </a:spcAft>
          </a:pPr>
          <a:r>
            <a:rPr lang="es-PE" sz="1900" kern="1200" dirty="0" smtClean="0"/>
            <a:t>Control</a:t>
          </a:r>
          <a:endParaRPr lang="es-PE" sz="1900" kern="1200" dirty="0"/>
        </a:p>
        <a:p>
          <a:pPr marL="114300" lvl="1" indent="-114300" algn="l" defTabSz="666750">
            <a:lnSpc>
              <a:spcPct val="100000"/>
            </a:lnSpc>
            <a:spcBef>
              <a:spcPct val="0"/>
            </a:spcBef>
            <a:spcAft>
              <a:spcPts val="0"/>
            </a:spcAft>
            <a:buChar char="••"/>
          </a:pPr>
          <a:r>
            <a:rPr lang="es-PE" sz="1500" kern="1200" dirty="0" smtClean="0"/>
            <a:t>Asegurar conformidad</a:t>
          </a:r>
          <a:endParaRPr lang="es-PE" sz="1500" kern="1200" dirty="0"/>
        </a:p>
      </dsp:txBody>
      <dsp:txXfrm>
        <a:off x="3110837" y="956877"/>
        <a:ext cx="1181330" cy="984442"/>
      </dsp:txXfrm>
    </dsp:sp>
    <dsp:sp modelId="{DF826F75-DF5B-44E4-95AB-EC7850C0371B}">
      <dsp:nvSpPr>
        <dsp:cNvPr id="0" name=""/>
        <dsp:cNvSpPr/>
      </dsp:nvSpPr>
      <dsp:spPr>
        <a:xfrm>
          <a:off x="1299463" y="374088"/>
          <a:ext cx="3307725" cy="3307725"/>
        </a:xfrm>
        <a:prstGeom prst="pie">
          <a:avLst>
            <a:gd name="adj1" fmla="val 1800000"/>
            <a:gd name="adj2" fmla="val 9000000"/>
          </a:avLst>
        </a:prstGeom>
        <a:solidFill>
          <a:schemeClr val="accent5">
            <a:lumMod val="60000"/>
            <a:lumOff val="40000"/>
          </a:schemeClr>
        </a:solidFill>
        <a:ln w="25400" cap="flat" cmpd="sng" algn="ctr">
          <a:noFill/>
          <a:prstDash val="solid"/>
        </a:ln>
        <a:effectLst/>
        <a:scene3d>
          <a:camera prst="orthographicFront"/>
          <a:lightRig rig="threePt" dir="t">
            <a:rot lat="0" lon="0" rev="7500000"/>
          </a:lightRig>
        </a:scene3d>
        <a:sp3d/>
      </dsp:spPr>
      <dsp:style>
        <a:lnRef idx="2">
          <a:schemeClr val="accent5"/>
        </a:lnRef>
        <a:fillRef idx="1">
          <a:schemeClr val="lt1"/>
        </a:fillRef>
        <a:effectRef idx="0">
          <a:schemeClr val="accent5"/>
        </a:effectRef>
        <a:fontRef idx="minor">
          <a:schemeClr val="dk1"/>
        </a:fontRef>
      </dsp:style>
      <dsp:txBody>
        <a:bodyPr spcFirstLastPara="0" vert="horz" wrap="square" lIns="24130" tIns="24130" rIns="24130" bIns="24130" numCol="1" spcCol="1270" anchor="t" anchorCtr="0">
          <a:noAutofit/>
        </a:bodyPr>
        <a:lstStyle/>
        <a:p>
          <a:pPr lvl="0" algn="l" defTabSz="844550">
            <a:lnSpc>
              <a:spcPct val="100000"/>
            </a:lnSpc>
            <a:spcBef>
              <a:spcPct val="0"/>
            </a:spcBef>
            <a:spcAft>
              <a:spcPts val="0"/>
            </a:spcAft>
          </a:pPr>
          <a:r>
            <a:rPr lang="es-PE" sz="1900" kern="1200" dirty="0" smtClean="0"/>
            <a:t>Evaluación</a:t>
          </a:r>
          <a:endParaRPr lang="es-PE" sz="1900" kern="1200" dirty="0"/>
        </a:p>
        <a:p>
          <a:pPr marL="114300" lvl="1" indent="-114300" algn="l" defTabSz="666750">
            <a:lnSpc>
              <a:spcPct val="100000"/>
            </a:lnSpc>
            <a:spcBef>
              <a:spcPct val="0"/>
            </a:spcBef>
            <a:spcAft>
              <a:spcPts val="0"/>
            </a:spcAft>
            <a:buChar char="••"/>
          </a:pPr>
          <a:r>
            <a:rPr lang="es-PE" sz="1500" kern="1200" dirty="0" smtClean="0"/>
            <a:t>Medir el grado de conformidad</a:t>
          </a:r>
          <a:endParaRPr lang="es-PE" sz="1500" kern="1200" dirty="0"/>
        </a:p>
      </dsp:txBody>
      <dsp:txXfrm>
        <a:off x="2087017" y="2520172"/>
        <a:ext cx="1771996" cy="866309"/>
      </dsp:txXfrm>
    </dsp:sp>
    <dsp:sp modelId="{F08F591F-F5BC-48A0-8C21-78C68AAFFF26}">
      <dsp:nvSpPr>
        <dsp:cNvPr id="0" name=""/>
        <dsp:cNvSpPr/>
      </dsp:nvSpPr>
      <dsp:spPr>
        <a:xfrm>
          <a:off x="1231340" y="255954"/>
          <a:ext cx="3307725" cy="3307725"/>
        </a:xfrm>
        <a:prstGeom prst="pie">
          <a:avLst>
            <a:gd name="adj1" fmla="val 9000000"/>
            <a:gd name="adj2" fmla="val 16200000"/>
          </a:avLst>
        </a:prstGeom>
        <a:solidFill>
          <a:schemeClr val="accent2">
            <a:lumMod val="60000"/>
            <a:lumOff val="40000"/>
          </a:schemeClr>
        </a:solidFill>
        <a:ln w="25400" cap="flat" cmpd="sng" algn="ctr">
          <a:noFill/>
          <a:prstDash val="solid"/>
        </a:ln>
        <a:effectLst/>
        <a:scene3d>
          <a:camera prst="orthographicFront"/>
          <a:lightRig rig="threePt" dir="t">
            <a:rot lat="0" lon="0" rev="7500000"/>
          </a:lightRig>
        </a:scene3d>
        <a:sp3d/>
      </dsp:spPr>
      <dsp:style>
        <a:lnRef idx="2">
          <a:schemeClr val="accent5"/>
        </a:lnRef>
        <a:fillRef idx="1">
          <a:schemeClr val="lt1"/>
        </a:fillRef>
        <a:effectRef idx="0">
          <a:schemeClr val="accent5"/>
        </a:effectRef>
        <a:fontRef idx="minor">
          <a:schemeClr val="dk1"/>
        </a:fontRef>
      </dsp:style>
      <dsp:txBody>
        <a:bodyPr spcFirstLastPara="0" vert="horz" wrap="square" lIns="24130" tIns="24130" rIns="24130" bIns="24130" numCol="1" spcCol="1270" anchor="t" anchorCtr="0">
          <a:noAutofit/>
        </a:bodyPr>
        <a:lstStyle/>
        <a:p>
          <a:pPr lvl="0" algn="l" defTabSz="844550">
            <a:lnSpc>
              <a:spcPct val="100000"/>
            </a:lnSpc>
            <a:spcBef>
              <a:spcPct val="0"/>
            </a:spcBef>
            <a:spcAft>
              <a:spcPts val="0"/>
            </a:spcAft>
          </a:pPr>
          <a:r>
            <a:rPr lang="es-PE" sz="1900" kern="1200" dirty="0" smtClean="0"/>
            <a:t>Revisión</a:t>
          </a:r>
          <a:endParaRPr lang="es-PE" sz="1900" kern="1200" dirty="0"/>
        </a:p>
        <a:p>
          <a:pPr marL="114300" lvl="1" indent="-114300" algn="l" defTabSz="666750">
            <a:lnSpc>
              <a:spcPct val="100000"/>
            </a:lnSpc>
            <a:spcBef>
              <a:spcPct val="0"/>
            </a:spcBef>
            <a:spcAft>
              <a:spcPts val="0"/>
            </a:spcAft>
            <a:buChar char="••"/>
          </a:pPr>
          <a:r>
            <a:rPr lang="es-PE" sz="1500" kern="1200" dirty="0" smtClean="0"/>
            <a:t>Mantener</a:t>
          </a:r>
          <a:endParaRPr lang="es-PE" sz="1500" kern="1200" dirty="0"/>
        </a:p>
      </dsp:txBody>
      <dsp:txXfrm>
        <a:off x="1614485" y="956877"/>
        <a:ext cx="1181330" cy="984442"/>
      </dsp:txXfrm>
    </dsp:sp>
    <dsp:sp modelId="{E6AEDFB5-6C5C-4B6D-BB7D-8FD739F4EC00}">
      <dsp:nvSpPr>
        <dsp:cNvPr id="0" name=""/>
        <dsp:cNvSpPr/>
      </dsp:nvSpPr>
      <dsp:spPr>
        <a:xfrm>
          <a:off x="1163095" y="51190"/>
          <a:ext cx="3717253" cy="3717253"/>
        </a:xfrm>
        <a:prstGeom prst="circularArrow">
          <a:avLst>
            <a:gd name="adj1" fmla="val 5085"/>
            <a:gd name="adj2" fmla="val 327528"/>
            <a:gd name="adj3" fmla="val 1472472"/>
            <a:gd name="adj4" fmla="val 16199432"/>
            <a:gd name="adj5" fmla="val 5932"/>
          </a:avLst>
        </a:prstGeom>
        <a:solidFill>
          <a:srgbClr val="99C652"/>
        </a:solidFill>
        <a:ln w="25400" cap="flat" cmpd="sng" algn="ctr">
          <a:noFill/>
          <a:prstDash val="solid"/>
        </a:ln>
        <a:effectLst/>
        <a:scene3d>
          <a:camera prst="orthographicFront"/>
          <a:lightRig rig="threePt" dir="t">
            <a:rot lat="0" lon="0" rev="7500000"/>
          </a:lightRig>
        </a:scene3d>
        <a:sp3d z="152400" extrusionH="63500"/>
      </dsp:spPr>
      <dsp:style>
        <a:lnRef idx="2">
          <a:schemeClr val="accent5"/>
        </a:lnRef>
        <a:fillRef idx="1">
          <a:schemeClr val="lt1"/>
        </a:fillRef>
        <a:effectRef idx="0">
          <a:schemeClr val="accent5"/>
        </a:effectRef>
        <a:fontRef idx="minor">
          <a:schemeClr val="dk1"/>
        </a:fontRef>
      </dsp:style>
    </dsp:sp>
    <dsp:sp modelId="{5E5D0CE7-33AD-40B1-8CE7-7521C99AD980}">
      <dsp:nvSpPr>
        <dsp:cNvPr id="0" name=""/>
        <dsp:cNvSpPr/>
      </dsp:nvSpPr>
      <dsp:spPr>
        <a:xfrm>
          <a:off x="1094699" y="169114"/>
          <a:ext cx="3717253" cy="3717253"/>
        </a:xfrm>
        <a:prstGeom prst="circularArrow">
          <a:avLst>
            <a:gd name="adj1" fmla="val 5085"/>
            <a:gd name="adj2" fmla="val 327528"/>
            <a:gd name="adj3" fmla="val 8671970"/>
            <a:gd name="adj4" fmla="val 1800502"/>
            <a:gd name="adj5" fmla="val 5932"/>
          </a:avLst>
        </a:prstGeom>
        <a:solidFill>
          <a:srgbClr val="0197A7"/>
        </a:solidFill>
        <a:ln w="25400" cap="flat" cmpd="sng" algn="ctr">
          <a:noFill/>
          <a:prstDash val="solid"/>
        </a:ln>
        <a:effectLst/>
        <a:scene3d>
          <a:camera prst="orthographicFront"/>
          <a:lightRig rig="threePt" dir="t">
            <a:rot lat="0" lon="0" rev="7500000"/>
          </a:lightRig>
        </a:scene3d>
        <a:sp3d z="152400" extrusionH="63500"/>
      </dsp:spPr>
      <dsp:style>
        <a:lnRef idx="2">
          <a:schemeClr val="accent5"/>
        </a:lnRef>
        <a:fillRef idx="1">
          <a:schemeClr val="lt1"/>
        </a:fillRef>
        <a:effectRef idx="0">
          <a:schemeClr val="accent5"/>
        </a:effectRef>
        <a:fontRef idx="minor">
          <a:schemeClr val="dk1"/>
        </a:fontRef>
      </dsp:style>
    </dsp:sp>
    <dsp:sp modelId="{FAC1AB49-D7C7-4D26-B6D9-45BB3C39F6B9}">
      <dsp:nvSpPr>
        <dsp:cNvPr id="0" name=""/>
        <dsp:cNvSpPr/>
      </dsp:nvSpPr>
      <dsp:spPr>
        <a:xfrm>
          <a:off x="1026303" y="51190"/>
          <a:ext cx="3717253" cy="3717253"/>
        </a:xfrm>
        <a:prstGeom prst="circularArrow">
          <a:avLst>
            <a:gd name="adj1" fmla="val 5085"/>
            <a:gd name="adj2" fmla="val 327528"/>
            <a:gd name="adj3" fmla="val 15873039"/>
            <a:gd name="adj4" fmla="val 9000000"/>
            <a:gd name="adj5" fmla="val 5932"/>
          </a:avLst>
        </a:prstGeom>
        <a:solidFill>
          <a:srgbClr val="E5584B"/>
        </a:solidFill>
        <a:ln w="25400" cap="flat" cmpd="sng" algn="ctr">
          <a:noFill/>
          <a:prstDash val="solid"/>
        </a:ln>
        <a:effectLst/>
        <a:scene3d>
          <a:camera prst="orthographicFront"/>
          <a:lightRig rig="threePt" dir="t">
            <a:rot lat="0" lon="0" rev="7500000"/>
          </a:lightRig>
        </a:scene3d>
        <a:sp3d z="152400" extrusionH="63500"/>
      </dsp:spPr>
      <dsp:style>
        <a:lnRef idx="2">
          <a:schemeClr val="accent5"/>
        </a:lnRef>
        <a:fillRef idx="1">
          <a:schemeClr val="lt1"/>
        </a:fillRef>
        <a:effectRef idx="0">
          <a:schemeClr val="accent5"/>
        </a:effectRef>
        <a:fontRef idx="minor">
          <a:schemeClr val="dk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ABB361-2147-4D01-B0B2-DD6326D9790C}">
      <dsp:nvSpPr>
        <dsp:cNvPr id="0" name=""/>
        <dsp:cNvSpPr/>
      </dsp:nvSpPr>
      <dsp:spPr>
        <a:xfrm>
          <a:off x="777734" y="540"/>
          <a:ext cx="2368740" cy="947496"/>
        </a:xfrm>
        <a:prstGeom prst="chevron">
          <a:avLst/>
        </a:prstGeom>
        <a:solidFill>
          <a:srgbClr val="0197A7"/>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1430" rIns="0" bIns="11430" numCol="1" spcCol="1270" anchor="ctr" anchorCtr="0">
          <a:noAutofit/>
        </a:bodyPr>
        <a:lstStyle/>
        <a:p>
          <a:pPr lvl="0" algn="ctr" defTabSz="800100">
            <a:lnSpc>
              <a:spcPct val="90000"/>
            </a:lnSpc>
            <a:spcBef>
              <a:spcPct val="0"/>
            </a:spcBef>
            <a:spcAft>
              <a:spcPct val="35000"/>
            </a:spcAft>
          </a:pPr>
          <a:r>
            <a:rPr lang="es-PE" sz="1800" kern="1200" dirty="0" smtClean="0"/>
            <a:t>Gerencia</a:t>
          </a:r>
          <a:endParaRPr lang="es-PE" sz="1800" kern="1200" dirty="0"/>
        </a:p>
      </dsp:txBody>
      <dsp:txXfrm>
        <a:off x="1251482" y="540"/>
        <a:ext cx="1421244" cy="947496"/>
      </dsp:txXfrm>
    </dsp:sp>
    <dsp:sp modelId="{C1BE8A01-F5D7-4DF2-A124-B5C5E5FE52E5}">
      <dsp:nvSpPr>
        <dsp:cNvPr id="0" name=""/>
        <dsp:cNvSpPr/>
      </dsp:nvSpPr>
      <dsp:spPr>
        <a:xfrm>
          <a:off x="2838538" y="81077"/>
          <a:ext cx="1966054" cy="786421"/>
        </a:xfrm>
        <a:prstGeom prst="chevron">
          <a:avLst/>
        </a:prstGeom>
        <a:solidFill>
          <a:srgbClr val="2EB1B5">
            <a:alpha val="90000"/>
          </a:srgb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1430" rIns="0" bIns="11430" numCol="1" spcCol="1270" anchor="ctr" anchorCtr="0">
          <a:noAutofit/>
        </a:bodyPr>
        <a:lstStyle/>
        <a:p>
          <a:pPr lvl="0" algn="ctr" defTabSz="800100">
            <a:lnSpc>
              <a:spcPct val="90000"/>
            </a:lnSpc>
            <a:spcBef>
              <a:spcPct val="0"/>
            </a:spcBef>
            <a:spcAft>
              <a:spcPct val="35000"/>
            </a:spcAft>
          </a:pPr>
          <a:r>
            <a:rPr lang="es-PE" sz="1800" kern="1200" dirty="0" smtClean="0"/>
            <a:t>Definir</a:t>
          </a:r>
          <a:endParaRPr lang="es-PE" sz="1800" kern="1200" dirty="0"/>
        </a:p>
      </dsp:txBody>
      <dsp:txXfrm>
        <a:off x="3231749" y="81077"/>
        <a:ext cx="1179633" cy="786421"/>
      </dsp:txXfrm>
    </dsp:sp>
    <dsp:sp modelId="{81BA755F-F438-4288-84C5-8755AAE2441A}">
      <dsp:nvSpPr>
        <dsp:cNvPr id="0" name=""/>
        <dsp:cNvSpPr/>
      </dsp:nvSpPr>
      <dsp:spPr>
        <a:xfrm>
          <a:off x="4529345" y="81077"/>
          <a:ext cx="1966054" cy="786421"/>
        </a:xfrm>
        <a:prstGeom prst="chevron">
          <a:avLst/>
        </a:prstGeom>
        <a:solidFill>
          <a:srgbClr val="99C652">
            <a:alpha val="90000"/>
          </a:srgb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1430" rIns="0" bIns="11430" numCol="1" spcCol="1270" anchor="ctr" anchorCtr="0">
          <a:noAutofit/>
        </a:bodyPr>
        <a:lstStyle/>
        <a:p>
          <a:pPr lvl="0" algn="ctr" defTabSz="800100">
            <a:lnSpc>
              <a:spcPct val="90000"/>
            </a:lnSpc>
            <a:spcBef>
              <a:spcPct val="0"/>
            </a:spcBef>
            <a:spcAft>
              <a:spcPct val="35000"/>
            </a:spcAft>
          </a:pPr>
          <a:r>
            <a:rPr lang="es-PE" sz="1800" kern="1200" dirty="0" smtClean="0"/>
            <a:t>Aprobar</a:t>
          </a:r>
          <a:endParaRPr lang="es-PE" sz="1800" kern="1200" dirty="0"/>
        </a:p>
      </dsp:txBody>
      <dsp:txXfrm>
        <a:off x="4922556" y="81077"/>
        <a:ext cx="1179633" cy="786421"/>
      </dsp:txXfrm>
    </dsp:sp>
    <dsp:sp modelId="{94A2BFF2-2B4A-4F95-8272-EDAF87061406}">
      <dsp:nvSpPr>
        <dsp:cNvPr id="0" name=""/>
        <dsp:cNvSpPr/>
      </dsp:nvSpPr>
      <dsp:spPr>
        <a:xfrm>
          <a:off x="777734" y="1080686"/>
          <a:ext cx="2368740" cy="947496"/>
        </a:xfrm>
        <a:prstGeom prst="chevron">
          <a:avLst/>
        </a:prstGeom>
        <a:solidFill>
          <a:srgbClr val="E5584B"/>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1430" rIns="0" bIns="11430" numCol="1" spcCol="1270" anchor="ctr" anchorCtr="0">
          <a:noAutofit/>
        </a:bodyPr>
        <a:lstStyle/>
        <a:p>
          <a:pPr lvl="0" algn="ctr" defTabSz="800100">
            <a:lnSpc>
              <a:spcPct val="90000"/>
            </a:lnSpc>
            <a:spcBef>
              <a:spcPct val="0"/>
            </a:spcBef>
            <a:spcAft>
              <a:spcPct val="35000"/>
            </a:spcAft>
          </a:pPr>
          <a:r>
            <a:rPr lang="es-PE" sz="1800" kern="1200" dirty="0" smtClean="0"/>
            <a:t>OSI</a:t>
          </a:r>
          <a:endParaRPr lang="es-PE" sz="1800" kern="1200" dirty="0"/>
        </a:p>
      </dsp:txBody>
      <dsp:txXfrm>
        <a:off x="1251482" y="1080686"/>
        <a:ext cx="1421244" cy="947496"/>
      </dsp:txXfrm>
    </dsp:sp>
    <dsp:sp modelId="{F09595AB-B313-4C52-80A1-73BCF059F392}">
      <dsp:nvSpPr>
        <dsp:cNvPr id="0" name=""/>
        <dsp:cNvSpPr/>
      </dsp:nvSpPr>
      <dsp:spPr>
        <a:xfrm>
          <a:off x="2838538" y="1161223"/>
          <a:ext cx="1966054" cy="786421"/>
        </a:xfrm>
        <a:prstGeom prst="chevron">
          <a:avLst/>
        </a:prstGeom>
        <a:solidFill>
          <a:srgbClr val="DFA635">
            <a:alpha val="90000"/>
          </a:srgb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1430" rIns="0" bIns="11430" numCol="1" spcCol="1270" anchor="ctr" anchorCtr="0">
          <a:noAutofit/>
        </a:bodyPr>
        <a:lstStyle/>
        <a:p>
          <a:pPr lvl="0" algn="ctr" defTabSz="800100">
            <a:lnSpc>
              <a:spcPct val="90000"/>
            </a:lnSpc>
            <a:spcBef>
              <a:spcPct val="0"/>
            </a:spcBef>
            <a:spcAft>
              <a:spcPct val="35000"/>
            </a:spcAft>
          </a:pPr>
          <a:r>
            <a:rPr lang="es-PE" sz="1800" kern="1200" dirty="0" smtClean="0"/>
            <a:t>Publicar</a:t>
          </a:r>
          <a:endParaRPr lang="es-PE" sz="1800" kern="1200" dirty="0"/>
        </a:p>
      </dsp:txBody>
      <dsp:txXfrm>
        <a:off x="3231749" y="1161223"/>
        <a:ext cx="1179633" cy="786421"/>
      </dsp:txXfrm>
    </dsp:sp>
    <dsp:sp modelId="{D57D8BFE-1697-4229-A976-8F69AA0626BE}">
      <dsp:nvSpPr>
        <dsp:cNvPr id="0" name=""/>
        <dsp:cNvSpPr/>
      </dsp:nvSpPr>
      <dsp:spPr>
        <a:xfrm>
          <a:off x="4529345" y="1161223"/>
          <a:ext cx="1966054" cy="786421"/>
        </a:xfrm>
        <a:prstGeom prst="chevron">
          <a:avLst/>
        </a:prstGeom>
        <a:solidFill>
          <a:srgbClr val="F2D164">
            <a:alpha val="90000"/>
          </a:srgb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1430" rIns="0" bIns="11430" numCol="1" spcCol="1270" anchor="ctr" anchorCtr="0">
          <a:noAutofit/>
        </a:bodyPr>
        <a:lstStyle/>
        <a:p>
          <a:pPr lvl="0" algn="ctr" defTabSz="800100">
            <a:lnSpc>
              <a:spcPct val="90000"/>
            </a:lnSpc>
            <a:spcBef>
              <a:spcPct val="0"/>
            </a:spcBef>
            <a:spcAft>
              <a:spcPct val="35000"/>
            </a:spcAft>
          </a:pPr>
          <a:r>
            <a:rPr lang="es-PE" sz="1800" kern="1200" dirty="0" smtClean="0"/>
            <a:t>Comunicar</a:t>
          </a:r>
          <a:endParaRPr lang="es-PE" sz="1800" kern="1200" dirty="0"/>
        </a:p>
      </dsp:txBody>
      <dsp:txXfrm>
        <a:off x="4922556" y="1161223"/>
        <a:ext cx="1179633" cy="78642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5D30D5-4546-4C03-9095-813DCD4C7C8B}">
      <dsp:nvSpPr>
        <dsp:cNvPr id="0" name=""/>
        <dsp:cNvSpPr/>
      </dsp:nvSpPr>
      <dsp:spPr>
        <a:xfrm>
          <a:off x="1367586" y="255954"/>
          <a:ext cx="3307725" cy="3307725"/>
        </a:xfrm>
        <a:prstGeom prst="pie">
          <a:avLst>
            <a:gd name="adj1" fmla="val 16200000"/>
            <a:gd name="adj2" fmla="val 1800000"/>
          </a:avLst>
        </a:prstGeom>
        <a:solidFill>
          <a:schemeClr val="accent3">
            <a:lumMod val="60000"/>
            <a:lumOff val="40000"/>
          </a:schemeClr>
        </a:solidFill>
        <a:ln w="25400" cap="flat" cmpd="sng" algn="ctr">
          <a:noFill/>
          <a:prstDash val="solid"/>
        </a:ln>
        <a:effectLst/>
        <a:scene3d>
          <a:camera prst="orthographicFront"/>
          <a:lightRig rig="threePt" dir="t">
            <a:rot lat="0" lon="0" rev="7500000"/>
          </a:lightRig>
        </a:scene3d>
        <a:sp3d/>
      </dsp:spPr>
      <dsp:style>
        <a:lnRef idx="2">
          <a:schemeClr val="accent5"/>
        </a:lnRef>
        <a:fillRef idx="1">
          <a:schemeClr val="lt1"/>
        </a:fillRef>
        <a:effectRef idx="0">
          <a:schemeClr val="accent5"/>
        </a:effectRef>
        <a:fontRef idx="minor">
          <a:schemeClr val="dk1"/>
        </a:fontRef>
      </dsp:style>
      <dsp:txBody>
        <a:bodyPr spcFirstLastPara="0" vert="horz" wrap="square" lIns="24130" tIns="24130" rIns="24130" bIns="24130" numCol="1" spcCol="1270" anchor="t" anchorCtr="0">
          <a:noAutofit/>
        </a:bodyPr>
        <a:lstStyle/>
        <a:p>
          <a:pPr lvl="0" algn="l" defTabSz="844550">
            <a:lnSpc>
              <a:spcPct val="100000"/>
            </a:lnSpc>
            <a:spcBef>
              <a:spcPct val="0"/>
            </a:spcBef>
            <a:spcAft>
              <a:spcPts val="0"/>
            </a:spcAft>
          </a:pPr>
          <a:r>
            <a:rPr lang="es-PE" sz="1900" kern="1200" dirty="0" smtClean="0"/>
            <a:t>Control</a:t>
          </a:r>
          <a:endParaRPr lang="es-PE" sz="1900" kern="1200" dirty="0"/>
        </a:p>
        <a:p>
          <a:pPr marL="114300" lvl="1" indent="-114300" algn="l" defTabSz="666750">
            <a:lnSpc>
              <a:spcPct val="100000"/>
            </a:lnSpc>
            <a:spcBef>
              <a:spcPct val="0"/>
            </a:spcBef>
            <a:spcAft>
              <a:spcPts val="0"/>
            </a:spcAft>
            <a:buChar char="••"/>
          </a:pPr>
          <a:r>
            <a:rPr lang="es-PE" sz="1500" kern="1200" dirty="0" smtClean="0"/>
            <a:t>Asegurar conformidad</a:t>
          </a:r>
          <a:endParaRPr lang="es-PE" sz="1500" kern="1200" dirty="0"/>
        </a:p>
      </dsp:txBody>
      <dsp:txXfrm>
        <a:off x="3110837" y="956877"/>
        <a:ext cx="1181330" cy="984442"/>
      </dsp:txXfrm>
    </dsp:sp>
    <dsp:sp modelId="{DF826F75-DF5B-44E4-95AB-EC7850C0371B}">
      <dsp:nvSpPr>
        <dsp:cNvPr id="0" name=""/>
        <dsp:cNvSpPr/>
      </dsp:nvSpPr>
      <dsp:spPr>
        <a:xfrm>
          <a:off x="1299463" y="374088"/>
          <a:ext cx="3307725" cy="3307725"/>
        </a:xfrm>
        <a:prstGeom prst="pie">
          <a:avLst>
            <a:gd name="adj1" fmla="val 1800000"/>
            <a:gd name="adj2" fmla="val 9000000"/>
          </a:avLst>
        </a:prstGeom>
        <a:solidFill>
          <a:schemeClr val="accent5">
            <a:lumMod val="60000"/>
            <a:lumOff val="40000"/>
          </a:schemeClr>
        </a:solidFill>
        <a:ln w="25400" cap="flat" cmpd="sng" algn="ctr">
          <a:noFill/>
          <a:prstDash val="solid"/>
        </a:ln>
        <a:effectLst/>
        <a:scene3d>
          <a:camera prst="orthographicFront"/>
          <a:lightRig rig="threePt" dir="t">
            <a:rot lat="0" lon="0" rev="7500000"/>
          </a:lightRig>
        </a:scene3d>
        <a:sp3d/>
      </dsp:spPr>
      <dsp:style>
        <a:lnRef idx="2">
          <a:schemeClr val="accent5"/>
        </a:lnRef>
        <a:fillRef idx="1">
          <a:schemeClr val="lt1"/>
        </a:fillRef>
        <a:effectRef idx="0">
          <a:schemeClr val="accent5"/>
        </a:effectRef>
        <a:fontRef idx="minor">
          <a:schemeClr val="dk1"/>
        </a:fontRef>
      </dsp:style>
      <dsp:txBody>
        <a:bodyPr spcFirstLastPara="0" vert="horz" wrap="square" lIns="24130" tIns="24130" rIns="24130" bIns="24130" numCol="1" spcCol="1270" anchor="t" anchorCtr="0">
          <a:noAutofit/>
        </a:bodyPr>
        <a:lstStyle/>
        <a:p>
          <a:pPr lvl="0" algn="l" defTabSz="844550">
            <a:lnSpc>
              <a:spcPct val="100000"/>
            </a:lnSpc>
            <a:spcBef>
              <a:spcPct val="0"/>
            </a:spcBef>
            <a:spcAft>
              <a:spcPts val="0"/>
            </a:spcAft>
          </a:pPr>
          <a:r>
            <a:rPr lang="es-PE" sz="1900" kern="1200" dirty="0" smtClean="0"/>
            <a:t>Evaluación</a:t>
          </a:r>
          <a:endParaRPr lang="es-PE" sz="1900" kern="1200" dirty="0"/>
        </a:p>
        <a:p>
          <a:pPr marL="114300" lvl="1" indent="-114300" algn="l" defTabSz="666750">
            <a:lnSpc>
              <a:spcPct val="100000"/>
            </a:lnSpc>
            <a:spcBef>
              <a:spcPct val="0"/>
            </a:spcBef>
            <a:spcAft>
              <a:spcPts val="0"/>
            </a:spcAft>
            <a:buChar char="••"/>
          </a:pPr>
          <a:r>
            <a:rPr lang="es-PE" sz="1500" kern="1200" dirty="0" smtClean="0"/>
            <a:t>Medir el grado de conformidad</a:t>
          </a:r>
          <a:endParaRPr lang="es-PE" sz="1500" kern="1200" dirty="0"/>
        </a:p>
      </dsp:txBody>
      <dsp:txXfrm>
        <a:off x="2087017" y="2520172"/>
        <a:ext cx="1771996" cy="866309"/>
      </dsp:txXfrm>
    </dsp:sp>
    <dsp:sp modelId="{F08F591F-F5BC-48A0-8C21-78C68AAFFF26}">
      <dsp:nvSpPr>
        <dsp:cNvPr id="0" name=""/>
        <dsp:cNvSpPr/>
      </dsp:nvSpPr>
      <dsp:spPr>
        <a:xfrm>
          <a:off x="1231340" y="255954"/>
          <a:ext cx="3307725" cy="3307725"/>
        </a:xfrm>
        <a:prstGeom prst="pie">
          <a:avLst>
            <a:gd name="adj1" fmla="val 9000000"/>
            <a:gd name="adj2" fmla="val 16200000"/>
          </a:avLst>
        </a:prstGeom>
        <a:solidFill>
          <a:schemeClr val="accent2">
            <a:lumMod val="60000"/>
            <a:lumOff val="40000"/>
          </a:schemeClr>
        </a:solidFill>
        <a:ln w="25400" cap="flat" cmpd="sng" algn="ctr">
          <a:noFill/>
          <a:prstDash val="solid"/>
        </a:ln>
        <a:effectLst/>
        <a:scene3d>
          <a:camera prst="orthographicFront"/>
          <a:lightRig rig="threePt" dir="t">
            <a:rot lat="0" lon="0" rev="7500000"/>
          </a:lightRig>
        </a:scene3d>
        <a:sp3d/>
      </dsp:spPr>
      <dsp:style>
        <a:lnRef idx="2">
          <a:schemeClr val="accent5"/>
        </a:lnRef>
        <a:fillRef idx="1">
          <a:schemeClr val="lt1"/>
        </a:fillRef>
        <a:effectRef idx="0">
          <a:schemeClr val="accent5"/>
        </a:effectRef>
        <a:fontRef idx="minor">
          <a:schemeClr val="dk1"/>
        </a:fontRef>
      </dsp:style>
      <dsp:txBody>
        <a:bodyPr spcFirstLastPara="0" vert="horz" wrap="square" lIns="24130" tIns="24130" rIns="24130" bIns="24130" numCol="1" spcCol="1270" anchor="t" anchorCtr="0">
          <a:noAutofit/>
        </a:bodyPr>
        <a:lstStyle/>
        <a:p>
          <a:pPr lvl="0" algn="l" defTabSz="844550">
            <a:lnSpc>
              <a:spcPct val="100000"/>
            </a:lnSpc>
            <a:spcBef>
              <a:spcPct val="0"/>
            </a:spcBef>
            <a:spcAft>
              <a:spcPts val="0"/>
            </a:spcAft>
          </a:pPr>
          <a:r>
            <a:rPr lang="es-PE" sz="1900" kern="1200" dirty="0" smtClean="0"/>
            <a:t>Revisión</a:t>
          </a:r>
          <a:endParaRPr lang="es-PE" sz="1900" kern="1200" dirty="0"/>
        </a:p>
        <a:p>
          <a:pPr marL="114300" lvl="1" indent="-114300" algn="l" defTabSz="666750">
            <a:lnSpc>
              <a:spcPct val="100000"/>
            </a:lnSpc>
            <a:spcBef>
              <a:spcPct val="0"/>
            </a:spcBef>
            <a:spcAft>
              <a:spcPts val="0"/>
            </a:spcAft>
            <a:buChar char="••"/>
          </a:pPr>
          <a:r>
            <a:rPr lang="es-PE" sz="1500" kern="1200" dirty="0" smtClean="0"/>
            <a:t>Mantener</a:t>
          </a:r>
          <a:endParaRPr lang="es-PE" sz="1500" kern="1200" dirty="0"/>
        </a:p>
      </dsp:txBody>
      <dsp:txXfrm>
        <a:off x="1614485" y="956877"/>
        <a:ext cx="1181330" cy="984442"/>
      </dsp:txXfrm>
    </dsp:sp>
    <dsp:sp modelId="{E6AEDFB5-6C5C-4B6D-BB7D-8FD739F4EC00}">
      <dsp:nvSpPr>
        <dsp:cNvPr id="0" name=""/>
        <dsp:cNvSpPr/>
      </dsp:nvSpPr>
      <dsp:spPr>
        <a:xfrm>
          <a:off x="1163095" y="51190"/>
          <a:ext cx="3717253" cy="3717253"/>
        </a:xfrm>
        <a:prstGeom prst="circularArrow">
          <a:avLst>
            <a:gd name="adj1" fmla="val 5085"/>
            <a:gd name="adj2" fmla="val 327528"/>
            <a:gd name="adj3" fmla="val 1472472"/>
            <a:gd name="adj4" fmla="val 16199432"/>
            <a:gd name="adj5" fmla="val 5932"/>
          </a:avLst>
        </a:prstGeom>
        <a:solidFill>
          <a:srgbClr val="99C652"/>
        </a:solidFill>
        <a:ln w="25400" cap="flat" cmpd="sng" algn="ctr">
          <a:noFill/>
          <a:prstDash val="solid"/>
        </a:ln>
        <a:effectLst/>
        <a:scene3d>
          <a:camera prst="orthographicFront"/>
          <a:lightRig rig="threePt" dir="t">
            <a:rot lat="0" lon="0" rev="7500000"/>
          </a:lightRig>
        </a:scene3d>
        <a:sp3d z="152400" extrusionH="63500"/>
      </dsp:spPr>
      <dsp:style>
        <a:lnRef idx="2">
          <a:schemeClr val="accent5"/>
        </a:lnRef>
        <a:fillRef idx="1">
          <a:schemeClr val="lt1"/>
        </a:fillRef>
        <a:effectRef idx="0">
          <a:schemeClr val="accent5"/>
        </a:effectRef>
        <a:fontRef idx="minor">
          <a:schemeClr val="dk1"/>
        </a:fontRef>
      </dsp:style>
    </dsp:sp>
    <dsp:sp modelId="{5E5D0CE7-33AD-40B1-8CE7-7521C99AD980}">
      <dsp:nvSpPr>
        <dsp:cNvPr id="0" name=""/>
        <dsp:cNvSpPr/>
      </dsp:nvSpPr>
      <dsp:spPr>
        <a:xfrm>
          <a:off x="1094699" y="169114"/>
          <a:ext cx="3717253" cy="3717253"/>
        </a:xfrm>
        <a:prstGeom prst="circularArrow">
          <a:avLst>
            <a:gd name="adj1" fmla="val 5085"/>
            <a:gd name="adj2" fmla="val 327528"/>
            <a:gd name="adj3" fmla="val 8671970"/>
            <a:gd name="adj4" fmla="val 1800502"/>
            <a:gd name="adj5" fmla="val 5932"/>
          </a:avLst>
        </a:prstGeom>
        <a:solidFill>
          <a:srgbClr val="0197A7"/>
        </a:solidFill>
        <a:ln w="25400" cap="flat" cmpd="sng" algn="ctr">
          <a:noFill/>
          <a:prstDash val="solid"/>
        </a:ln>
        <a:effectLst/>
        <a:scene3d>
          <a:camera prst="orthographicFront"/>
          <a:lightRig rig="threePt" dir="t">
            <a:rot lat="0" lon="0" rev="7500000"/>
          </a:lightRig>
        </a:scene3d>
        <a:sp3d z="152400" extrusionH="63500"/>
      </dsp:spPr>
      <dsp:style>
        <a:lnRef idx="2">
          <a:schemeClr val="accent5"/>
        </a:lnRef>
        <a:fillRef idx="1">
          <a:schemeClr val="lt1"/>
        </a:fillRef>
        <a:effectRef idx="0">
          <a:schemeClr val="accent5"/>
        </a:effectRef>
        <a:fontRef idx="minor">
          <a:schemeClr val="dk1"/>
        </a:fontRef>
      </dsp:style>
    </dsp:sp>
    <dsp:sp modelId="{FAC1AB49-D7C7-4D26-B6D9-45BB3C39F6B9}">
      <dsp:nvSpPr>
        <dsp:cNvPr id="0" name=""/>
        <dsp:cNvSpPr/>
      </dsp:nvSpPr>
      <dsp:spPr>
        <a:xfrm>
          <a:off x="1026303" y="51190"/>
          <a:ext cx="3717253" cy="3717253"/>
        </a:xfrm>
        <a:prstGeom prst="circularArrow">
          <a:avLst>
            <a:gd name="adj1" fmla="val 5085"/>
            <a:gd name="adj2" fmla="val 327528"/>
            <a:gd name="adj3" fmla="val 15873039"/>
            <a:gd name="adj4" fmla="val 9000000"/>
            <a:gd name="adj5" fmla="val 5932"/>
          </a:avLst>
        </a:prstGeom>
        <a:solidFill>
          <a:srgbClr val="E5584B"/>
        </a:solidFill>
        <a:ln w="25400" cap="flat" cmpd="sng" algn="ctr">
          <a:noFill/>
          <a:prstDash val="solid"/>
        </a:ln>
        <a:effectLst/>
        <a:scene3d>
          <a:camera prst="orthographicFront"/>
          <a:lightRig rig="threePt" dir="t">
            <a:rot lat="0" lon="0" rev="7500000"/>
          </a:lightRig>
        </a:scene3d>
        <a:sp3d z="152400" extrusionH="63500"/>
      </dsp:spPr>
      <dsp:style>
        <a:lnRef idx="2">
          <a:schemeClr val="accent5"/>
        </a:lnRef>
        <a:fillRef idx="1">
          <a:schemeClr val="lt1"/>
        </a:fillRef>
        <a:effectRef idx="0">
          <a:schemeClr val="accent5"/>
        </a:effectRef>
        <a:fontRef idx="minor">
          <a:schemeClr val="dk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1932DC7-834F-6148-86AF-F72164F7FFC1}" type="datetimeFigureOut">
              <a:rPr lang="es-ES" smtClean="0"/>
              <a:t>21/10/2020</a:t>
            </a:fld>
            <a:endParaRPr lang="es-ES"/>
          </a:p>
        </p:txBody>
      </p:sp>
      <p:sp>
        <p:nvSpPr>
          <p:cNvPr id="4" name="Marcador de pie de página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CEA6FD5-E31A-6D44-BE80-5A94AC694FC0}" type="slidenum">
              <a:rPr lang="es-ES" smtClean="0"/>
              <a:t>‹Nº›</a:t>
            </a:fld>
            <a:endParaRPr lang="es-ES"/>
          </a:p>
        </p:txBody>
      </p:sp>
    </p:spTree>
    <p:extLst>
      <p:ext uri="{BB962C8B-B14F-4D97-AF65-F5344CB8AC3E}">
        <p14:creationId xmlns:p14="http://schemas.microsoft.com/office/powerpoint/2010/main" val="3426518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DF1720-AE80-4069-8D89-2C76E8AFD874}" type="datetimeFigureOut">
              <a:rPr lang="es-PE" smtClean="0"/>
              <a:t>21/10/2020</a:t>
            </a:fld>
            <a:endParaRPr lang="es-PE"/>
          </a:p>
        </p:txBody>
      </p:sp>
      <p:sp>
        <p:nvSpPr>
          <p:cNvPr id="4" name="Marcador de imagen de diapositiva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6700CA-E45F-416D-B659-25554F846B43}" type="slidenum">
              <a:rPr lang="es-PE" smtClean="0"/>
              <a:t>‹Nº›</a:t>
            </a:fld>
            <a:endParaRPr lang="es-PE"/>
          </a:p>
        </p:txBody>
      </p:sp>
    </p:spTree>
    <p:extLst>
      <p:ext uri="{BB962C8B-B14F-4D97-AF65-F5344CB8AC3E}">
        <p14:creationId xmlns:p14="http://schemas.microsoft.com/office/powerpoint/2010/main" val="1248527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a:t>
            </a:fld>
            <a:endParaRPr lang="es-PE"/>
          </a:p>
        </p:txBody>
      </p:sp>
    </p:spTree>
    <p:extLst>
      <p:ext uri="{BB962C8B-B14F-4D97-AF65-F5344CB8AC3E}">
        <p14:creationId xmlns:p14="http://schemas.microsoft.com/office/powerpoint/2010/main" val="671847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sz="1200" kern="1200" dirty="0" smtClean="0">
                <a:solidFill>
                  <a:schemeClr val="tx1"/>
                </a:solidFill>
                <a:effectLst/>
                <a:latin typeface="+mn-lt"/>
                <a:ea typeface="+mn-ea"/>
                <a:cs typeface="+mn-cs"/>
              </a:rPr>
              <a:t>En esta sesión veremos qué papel</a:t>
            </a:r>
            <a:r>
              <a:rPr lang="es-PE" sz="1200" kern="1200" baseline="0" dirty="0" smtClean="0">
                <a:solidFill>
                  <a:schemeClr val="tx1"/>
                </a:solidFill>
                <a:effectLst/>
                <a:latin typeface="+mn-lt"/>
                <a:ea typeface="+mn-ea"/>
                <a:cs typeface="+mn-cs"/>
              </a:rPr>
              <a:t> cumple la Política de Seguridad de la Información, dentro del proceso de implementación de un sistema de gestión de seguridad de la información</a:t>
            </a:r>
            <a:r>
              <a:rPr lang="es-PE" sz="1200" kern="1200" dirty="0" smtClean="0">
                <a:solidFill>
                  <a:schemeClr val="tx1"/>
                </a:solidFill>
                <a:effectLst/>
                <a:latin typeface="+mn-lt"/>
                <a:ea typeface="+mn-ea"/>
                <a:cs typeface="+mn-cs"/>
              </a:rPr>
              <a:t>.</a:t>
            </a:r>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a:t>
            </a:fld>
            <a:endParaRPr lang="es-PE"/>
          </a:p>
        </p:txBody>
      </p:sp>
    </p:spTree>
    <p:extLst>
      <p:ext uri="{BB962C8B-B14F-4D97-AF65-F5344CB8AC3E}">
        <p14:creationId xmlns:p14="http://schemas.microsoft.com/office/powerpoint/2010/main" val="4283731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sz="1200" kern="1200" dirty="0" smtClean="0">
                <a:solidFill>
                  <a:schemeClr val="tx1"/>
                </a:solidFill>
                <a:effectLst/>
                <a:latin typeface="+mn-lt"/>
                <a:ea typeface="+mn-ea"/>
                <a:cs typeface="+mn-cs"/>
              </a:rPr>
              <a:t>Revisaremos una política a fin de analizar sus estructura y puntos que</a:t>
            </a:r>
            <a:r>
              <a:rPr lang="es-PE" sz="1200" kern="1200" baseline="0" dirty="0" smtClean="0">
                <a:solidFill>
                  <a:schemeClr val="tx1"/>
                </a:solidFill>
                <a:effectLst/>
                <a:latin typeface="+mn-lt"/>
                <a:ea typeface="+mn-ea"/>
                <a:cs typeface="+mn-cs"/>
              </a:rPr>
              <a:t> deben ser desarrollados, además de analizar su importancia en el Sistema de gestión de Seguridad de la Información - SGSI</a:t>
            </a:r>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a:t>
            </a:fld>
            <a:endParaRPr lang="es-PE"/>
          </a:p>
        </p:txBody>
      </p:sp>
    </p:spTree>
    <p:extLst>
      <p:ext uri="{BB962C8B-B14F-4D97-AF65-F5344CB8AC3E}">
        <p14:creationId xmlns:p14="http://schemas.microsoft.com/office/powerpoint/2010/main" val="16754900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sz="1200" kern="1200" dirty="0" smtClean="0">
                <a:solidFill>
                  <a:schemeClr val="tx1"/>
                </a:solidFill>
                <a:effectLst/>
                <a:latin typeface="+mn-lt"/>
                <a:ea typeface="+mn-ea"/>
                <a:cs typeface="+mn-cs"/>
              </a:rPr>
              <a:t>Analizaremos la importancia de REVISAR periódicamente la política de seguridad</a:t>
            </a:r>
            <a:r>
              <a:rPr lang="es-PE" sz="1200" kern="1200" baseline="0" dirty="0" smtClean="0">
                <a:solidFill>
                  <a:schemeClr val="tx1"/>
                </a:solidFill>
                <a:effectLst/>
                <a:latin typeface="+mn-lt"/>
                <a:ea typeface="+mn-ea"/>
                <a:cs typeface="+mn-cs"/>
              </a:rPr>
              <a:t> de la información, estableceremos las situaciones que generarán un revisión y actualización.</a:t>
            </a:r>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a:t>
            </a:fld>
            <a:endParaRPr lang="es-PE"/>
          </a:p>
        </p:txBody>
      </p:sp>
    </p:spTree>
    <p:extLst>
      <p:ext uri="{BB962C8B-B14F-4D97-AF65-F5344CB8AC3E}">
        <p14:creationId xmlns:p14="http://schemas.microsoft.com/office/powerpoint/2010/main" val="12452694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6</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7</a:t>
            </a:fld>
            <a:endParaRPr lang="es-PE"/>
          </a:p>
        </p:txBody>
      </p:sp>
    </p:spTree>
    <p:extLst>
      <p:ext uri="{BB962C8B-B14F-4D97-AF65-F5344CB8AC3E}">
        <p14:creationId xmlns:p14="http://schemas.microsoft.com/office/powerpoint/2010/main" val="5621571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8</a:t>
            </a:fld>
            <a:endParaRPr lang="es-PE"/>
          </a:p>
        </p:txBody>
      </p:sp>
    </p:spTree>
    <p:extLst>
      <p:ext uri="{BB962C8B-B14F-4D97-AF65-F5344CB8AC3E}">
        <p14:creationId xmlns:p14="http://schemas.microsoft.com/office/powerpoint/2010/main" val="4735644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9</a:t>
            </a:fld>
            <a:endParaRPr lang="es-PE"/>
          </a:p>
        </p:txBody>
      </p:sp>
    </p:spTree>
    <p:extLst>
      <p:ext uri="{BB962C8B-B14F-4D97-AF65-F5344CB8AC3E}">
        <p14:creationId xmlns:p14="http://schemas.microsoft.com/office/powerpoint/2010/main" val="2098748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10</a:t>
            </a:fld>
            <a:endParaRPr lang="es-PE"/>
          </a:p>
        </p:txBody>
      </p:sp>
    </p:spTree>
    <p:extLst>
      <p:ext uri="{BB962C8B-B14F-4D97-AF65-F5344CB8AC3E}">
        <p14:creationId xmlns:p14="http://schemas.microsoft.com/office/powerpoint/2010/main" val="13727687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11</a:t>
            </a:fld>
            <a:endParaRPr lang="es-PE"/>
          </a:p>
        </p:txBody>
      </p:sp>
    </p:spTree>
    <p:extLst>
      <p:ext uri="{BB962C8B-B14F-4D97-AF65-F5344CB8AC3E}">
        <p14:creationId xmlns:p14="http://schemas.microsoft.com/office/powerpoint/2010/main" val="21085634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12</a:t>
            </a:fld>
            <a:endParaRPr lang="es-PE"/>
          </a:p>
        </p:txBody>
      </p:sp>
    </p:spTree>
    <p:extLst>
      <p:ext uri="{BB962C8B-B14F-4D97-AF65-F5344CB8AC3E}">
        <p14:creationId xmlns:p14="http://schemas.microsoft.com/office/powerpoint/2010/main" val="1995131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13</a:t>
            </a:fld>
            <a:endParaRPr lang="es-PE"/>
          </a:p>
        </p:txBody>
      </p:sp>
    </p:spTree>
    <p:extLst>
      <p:ext uri="{BB962C8B-B14F-4D97-AF65-F5344CB8AC3E}">
        <p14:creationId xmlns:p14="http://schemas.microsoft.com/office/powerpoint/2010/main" val="13809023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PE" dirty="0" smtClean="0"/>
              <a:t>Antes de elaborar</a:t>
            </a:r>
            <a:r>
              <a:rPr lang="es-PE" baseline="0" dirty="0" smtClean="0"/>
              <a:t> las políticas de la organización, es importantes definir una estructura estándar de los modelos de construcción. Esto es para tener la ventaja de no olvidar un elemento importante en la formulación de la política ya que el documento se ocupará de todos los elementos clave de este política para cubrir una variedad de entornos en donde los niveles de riesgo son diferentes.</a:t>
            </a:r>
            <a:endParaRPr lang="es-PE" dirty="0" smtClean="0"/>
          </a:p>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14</a:t>
            </a:fld>
            <a:endParaRPr lang="es-PE"/>
          </a:p>
        </p:txBody>
      </p:sp>
    </p:spTree>
    <p:extLst>
      <p:ext uri="{BB962C8B-B14F-4D97-AF65-F5344CB8AC3E}">
        <p14:creationId xmlns:p14="http://schemas.microsoft.com/office/powerpoint/2010/main" val="5124516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514350" indent="-514350">
              <a:buFont typeface="+mj-lt"/>
              <a:buAutoNum type="arabicPeriod"/>
            </a:pPr>
            <a:r>
              <a:rPr lang="es-PE" sz="1200" b="1" dirty="0" smtClean="0"/>
              <a:t>Designar a una persona responsable:</a:t>
            </a:r>
            <a:r>
              <a:rPr lang="es-PE" sz="1200" baseline="0" dirty="0" smtClean="0"/>
              <a:t> una persona debe ser designada como responsable y facultada por la administración para desarrollar, revisar y evaluar la política que se publicará. </a:t>
            </a:r>
            <a:endParaRPr lang="es-PE" sz="1200" dirty="0" smtClean="0"/>
          </a:p>
          <a:p>
            <a:pPr marL="514350" indent="-514350">
              <a:buFont typeface="+mj-lt"/>
              <a:buAutoNum type="arabicPeriod"/>
            </a:pPr>
            <a:r>
              <a:rPr lang="es-PE" sz="1200" b="1" dirty="0" smtClean="0"/>
              <a:t>Identificar los componentes de la política:</a:t>
            </a:r>
            <a:r>
              <a:rPr lang="es-PE" sz="1200" dirty="0" smtClean="0"/>
              <a:t> el equipo encargado</a:t>
            </a:r>
            <a:r>
              <a:rPr lang="es-PE" sz="1200" baseline="0" dirty="0" smtClean="0"/>
              <a:t> de redactar la política proporciona una lista de todos los temas que se abordarán en la política.</a:t>
            </a:r>
            <a:endParaRPr lang="es-PE" sz="1200" dirty="0" smtClean="0"/>
          </a:p>
          <a:p>
            <a:pPr marL="514350" indent="-514350">
              <a:buFont typeface="+mj-lt"/>
              <a:buAutoNum type="arabicPeriod"/>
            </a:pPr>
            <a:r>
              <a:rPr lang="es-PE" sz="1200" b="1" dirty="0" smtClean="0"/>
              <a:t>Escribir las secciones:</a:t>
            </a:r>
            <a:r>
              <a:rPr lang="es-PE" sz="1200" baseline="0" dirty="0" smtClean="0"/>
              <a:t> el equipo encargado redacta la política y escribe las diferentes secciones. </a:t>
            </a:r>
            <a:endParaRPr lang="es-PE" sz="1200" dirty="0" smtClean="0"/>
          </a:p>
          <a:p>
            <a:pPr marL="514350" indent="-514350">
              <a:buFont typeface="+mj-lt"/>
              <a:buAutoNum type="arabicPeriod"/>
            </a:pPr>
            <a:r>
              <a:rPr lang="es-PE" sz="1200" b="1" dirty="0" smtClean="0"/>
              <a:t>Validación de contenido y de forma:</a:t>
            </a:r>
            <a:r>
              <a:rPr lang="es-PE" sz="1200" b="1" baseline="0" dirty="0" smtClean="0"/>
              <a:t> </a:t>
            </a:r>
            <a:r>
              <a:rPr lang="es-PE" sz="1200" baseline="0" dirty="0" smtClean="0"/>
              <a:t>el responsable de la política tiene que validar el contenido para asegurarse que la política cumple con los requisitos legales de la norma ISO 27001 y otras políticas de la organización.</a:t>
            </a:r>
            <a:endParaRPr lang="es-PE" sz="1200" dirty="0" smtClean="0"/>
          </a:p>
          <a:p>
            <a:pPr marL="514350" indent="-514350">
              <a:buFont typeface="+mj-lt"/>
              <a:buAutoNum type="arabicPeriod"/>
            </a:pPr>
            <a:r>
              <a:rPr lang="es-PE" sz="1200" b="1" dirty="0" smtClean="0"/>
              <a:t>Validación por parte de las partes interesadas:</a:t>
            </a:r>
            <a:r>
              <a:rPr lang="es-PE" sz="1200" b="1" baseline="0" dirty="0" smtClean="0"/>
              <a:t> </a:t>
            </a:r>
            <a:r>
              <a:rPr lang="es-PE" sz="1200" baseline="0" dirty="0" smtClean="0"/>
              <a:t>para garantizar el apoyo y la comprensión de la política, es común recoger los comentarios de los empleados, gerentes, y otros interesados en la política.</a:t>
            </a:r>
            <a:endParaRPr lang="es-PE" sz="1200" dirty="0" smtClean="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15</a:t>
            </a:fld>
            <a:endParaRPr lang="es-PE"/>
          </a:p>
        </p:txBody>
      </p:sp>
    </p:spTree>
    <p:extLst>
      <p:ext uri="{BB962C8B-B14F-4D97-AF65-F5344CB8AC3E}">
        <p14:creationId xmlns:p14="http://schemas.microsoft.com/office/powerpoint/2010/main" val="10855911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514350" indent="-514350">
              <a:buFont typeface="+mj-lt"/>
              <a:buAutoNum type="arabicPeriod"/>
            </a:pPr>
            <a:endParaRPr lang="es-PE" sz="1200" dirty="0" smtClean="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16</a:t>
            </a:fld>
            <a:endParaRPr lang="es-PE"/>
          </a:p>
        </p:txBody>
      </p:sp>
    </p:spTree>
    <p:extLst>
      <p:ext uri="{BB962C8B-B14F-4D97-AF65-F5344CB8AC3E}">
        <p14:creationId xmlns:p14="http://schemas.microsoft.com/office/powerpoint/2010/main" val="12834757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514350" indent="-514350">
              <a:buFont typeface="+mj-lt"/>
              <a:buAutoNum type="arabicPeriod"/>
            </a:pPr>
            <a:endParaRPr lang="es-PE" sz="1200" dirty="0" smtClean="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17</a:t>
            </a:fld>
            <a:endParaRPr lang="es-PE"/>
          </a:p>
        </p:txBody>
      </p:sp>
    </p:spTree>
    <p:extLst>
      <p:ext uri="{BB962C8B-B14F-4D97-AF65-F5344CB8AC3E}">
        <p14:creationId xmlns:p14="http://schemas.microsoft.com/office/powerpoint/2010/main" val="630618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21</a:t>
            </a:fld>
            <a:endParaRPr lang="es-PE"/>
          </a:p>
        </p:txBody>
      </p:sp>
    </p:spTree>
    <p:extLst>
      <p:ext uri="{BB962C8B-B14F-4D97-AF65-F5344CB8AC3E}">
        <p14:creationId xmlns:p14="http://schemas.microsoft.com/office/powerpoint/2010/main" val="4372019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dirty="0" smtClean="0"/>
              <a:t>Revisamos el concepto</a:t>
            </a:r>
            <a:r>
              <a:rPr lang="es-PE" baseline="0" dirty="0" smtClean="0"/>
              <a:t> de Política de seguridad y su importancia.</a:t>
            </a:r>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22</a:t>
            </a:fld>
            <a:endParaRPr lang="es-PE"/>
          </a:p>
        </p:txBody>
      </p:sp>
    </p:spTree>
    <p:extLst>
      <p:ext uri="{BB962C8B-B14F-4D97-AF65-F5344CB8AC3E}">
        <p14:creationId xmlns:p14="http://schemas.microsoft.com/office/powerpoint/2010/main" val="14404813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dirty="0" smtClean="0"/>
              <a:t>Analizamos e identificamos la importancia de actualización</a:t>
            </a:r>
            <a:r>
              <a:rPr lang="es-PE" baseline="0" dirty="0" smtClean="0"/>
              <a:t> de la política.</a:t>
            </a:r>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23</a:t>
            </a:fld>
            <a:endParaRPr lang="es-PE"/>
          </a:p>
        </p:txBody>
      </p:sp>
    </p:spTree>
    <p:extLst>
      <p:ext uri="{BB962C8B-B14F-4D97-AF65-F5344CB8AC3E}">
        <p14:creationId xmlns:p14="http://schemas.microsoft.com/office/powerpoint/2010/main" val="9839900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sz="1200" kern="1200" dirty="0" smtClean="0">
                <a:solidFill>
                  <a:schemeClr val="tx1"/>
                </a:solidFill>
                <a:effectLst/>
                <a:latin typeface="+mn-lt"/>
                <a:ea typeface="+mn-ea"/>
                <a:cs typeface="+mn-cs"/>
              </a:rPr>
              <a:t>Finalmente, Identificamos</a:t>
            </a:r>
            <a:r>
              <a:rPr lang="es-PE" sz="1200" kern="1200" baseline="0" dirty="0" smtClean="0">
                <a:solidFill>
                  <a:schemeClr val="tx1"/>
                </a:solidFill>
                <a:effectLst/>
                <a:latin typeface="+mn-lt"/>
                <a:ea typeface="+mn-ea"/>
                <a:cs typeface="+mn-cs"/>
              </a:rPr>
              <a:t> las fases por las que debe pasar la revisión de la política.</a:t>
            </a:r>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24</a:t>
            </a:fld>
            <a:endParaRPr lang="es-PE"/>
          </a:p>
        </p:txBody>
      </p:sp>
    </p:spTree>
    <p:extLst>
      <p:ext uri="{BB962C8B-B14F-4D97-AF65-F5344CB8AC3E}">
        <p14:creationId xmlns:p14="http://schemas.microsoft.com/office/powerpoint/2010/main" val="19653816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085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94313177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btema - 1 Imagen A">
    <p:spTree>
      <p:nvGrpSpPr>
        <p:cNvPr id="1" name=""/>
        <p:cNvGrpSpPr/>
        <p:nvPr/>
      </p:nvGrpSpPr>
      <p:grpSpPr>
        <a:xfrm>
          <a:off x="0" y="0"/>
          <a:ext cx="0" cy="0"/>
          <a:chOff x="0" y="0"/>
          <a:chExt cx="0" cy="0"/>
        </a:xfrm>
      </p:grpSpPr>
    </p:spTree>
    <p:extLst>
      <p:ext uri="{BB962C8B-B14F-4D97-AF65-F5344CB8AC3E}">
        <p14:creationId xmlns:p14="http://schemas.microsoft.com/office/powerpoint/2010/main" val="611824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tema - 1 Imagen Centrada">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5508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tema - 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5261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0211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Agrupar 13"/>
          <p:cNvGrpSpPr/>
          <p:nvPr userDrawn="1"/>
        </p:nvGrpSpPr>
        <p:grpSpPr>
          <a:xfrm>
            <a:off x="944054" y="5343295"/>
            <a:ext cx="7804380" cy="215444"/>
            <a:chOff x="944054" y="5343295"/>
            <a:chExt cx="7804380" cy="215444"/>
          </a:xfrm>
        </p:grpSpPr>
        <p:sp>
          <p:nvSpPr>
            <p:cNvPr id="7" name="TextBox 7"/>
            <p:cNvSpPr txBox="1"/>
            <p:nvPr userDrawn="1"/>
          </p:nvSpPr>
          <p:spPr>
            <a:xfrm>
              <a:off x="944054" y="5343295"/>
              <a:ext cx="2507418" cy="215444"/>
            </a:xfrm>
            <a:prstGeom prst="rect">
              <a:avLst/>
            </a:prstGeom>
            <a:noFill/>
          </p:spPr>
          <p:txBody>
            <a:bodyPr wrap="none" rtlCol="0">
              <a:spAutoFit/>
            </a:bodyPr>
            <a:lstStyle/>
            <a:p>
              <a:r>
                <a:rPr lang="en-US" sz="800" kern="1200" dirty="0" smtClean="0">
                  <a:solidFill>
                    <a:schemeClr val="bg1">
                      <a:lumMod val="50000"/>
                    </a:schemeClr>
                  </a:solidFill>
                  <a:latin typeface="+mn-lt"/>
                  <a:ea typeface="+mn-ea"/>
                  <a:cs typeface="Calibri"/>
                  <a:sym typeface="Wingdings"/>
                </a:rPr>
                <a:t>SEGURIDAD Y CONTINUIDAD DE SISTEMAS  </a:t>
              </a:r>
              <a:r>
                <a:rPr lang="en-US" sz="800" dirty="0" smtClean="0">
                  <a:solidFill>
                    <a:schemeClr val="bg1">
                      <a:lumMod val="50000"/>
                    </a:schemeClr>
                  </a:solidFill>
                  <a:latin typeface="+mn-lt"/>
                  <a:ea typeface="Wingdings"/>
                  <a:cs typeface="Calibri"/>
                  <a:sym typeface="Wingdings"/>
                </a:rPr>
                <a:t></a:t>
              </a:r>
              <a:r>
                <a:rPr lang="en-US" sz="800" kern="1200" dirty="0" smtClean="0">
                  <a:solidFill>
                    <a:schemeClr val="bg1">
                      <a:lumMod val="50000"/>
                    </a:schemeClr>
                  </a:solidFill>
                  <a:latin typeface="+mn-lt"/>
                  <a:ea typeface="+mn-ea"/>
                  <a:cs typeface="Calibri"/>
                  <a:sym typeface="Wingdings"/>
                </a:rPr>
                <a:t>  SESIÓN 01</a:t>
              </a:r>
              <a:endParaRPr lang="en-US" sz="800" dirty="0">
                <a:solidFill>
                  <a:schemeClr val="bg1">
                    <a:lumMod val="50000"/>
                  </a:schemeClr>
                </a:solidFill>
                <a:latin typeface="+mn-lt"/>
                <a:cs typeface="Calibri"/>
              </a:endParaRPr>
            </a:p>
          </p:txBody>
        </p:sp>
        <p:sp>
          <p:nvSpPr>
            <p:cNvPr id="8" name="Rectangle 3"/>
            <p:cNvSpPr/>
            <p:nvPr userDrawn="1"/>
          </p:nvSpPr>
          <p:spPr>
            <a:xfrm>
              <a:off x="7379148" y="5371562"/>
              <a:ext cx="1369286" cy="184666"/>
            </a:xfrm>
            <a:prstGeom prst="rect">
              <a:avLst/>
            </a:prstGeom>
          </p:spPr>
          <p:txBody>
            <a:bodyPr wrap="none">
              <a:spAutoFit/>
            </a:bodyPr>
            <a:lstStyle/>
            <a:p>
              <a:pPr algn="r"/>
              <a:r>
                <a:rPr lang="es-ES_tradnl" sz="600" dirty="0" smtClean="0">
                  <a:solidFill>
                    <a:schemeClr val="bg1">
                      <a:lumMod val="50000"/>
                    </a:schemeClr>
                  </a:solidFill>
                </a:rPr>
                <a:t>© </a:t>
              </a:r>
              <a:r>
                <a:rPr lang="es-ES_tradnl" sz="600" dirty="0" smtClean="0">
                  <a:solidFill>
                    <a:schemeClr val="bg1">
                      <a:lumMod val="50000"/>
                    </a:schemeClr>
                  </a:solidFill>
                </a:rPr>
                <a:t>ISIL</a:t>
              </a:r>
              <a:r>
                <a:rPr lang="es-ES_tradnl" sz="600" dirty="0" smtClean="0">
                  <a:solidFill>
                    <a:schemeClr val="bg1">
                      <a:lumMod val="50000"/>
                    </a:schemeClr>
                  </a:solidFill>
                </a:rPr>
                <a:t>. Todos los derechos reservados</a:t>
              </a:r>
              <a:endParaRPr lang="es-ES_tradnl" sz="600" dirty="0">
                <a:solidFill>
                  <a:schemeClr val="bg1">
                    <a:lumMod val="50000"/>
                  </a:schemeClr>
                </a:solidFill>
              </a:endParaRPr>
            </a:p>
          </p:txBody>
        </p:sp>
      </p:grpSp>
      <p:pic>
        <p:nvPicPr>
          <p:cNvPr id="9" name="Imagen 8"/>
          <p:cNvPicPr>
            <a:picLocks noChangeAspect="1"/>
          </p:cNvPicPr>
          <p:nvPr userDrawn="1"/>
        </p:nvPicPr>
        <p:blipFill>
          <a:blip r:embed="rId8" cstate="screen">
            <a:alphaModFix amt="20000"/>
            <a:extLst>
              <a:ext uri="{28A0092B-C50C-407E-A947-70E740481C1C}">
                <a14:useLocalDpi xmlns:a14="http://schemas.microsoft.com/office/drawing/2010/main"/>
              </a:ext>
            </a:extLst>
          </a:blip>
          <a:stretch>
            <a:fillRect/>
          </a:stretch>
        </p:blipFill>
        <p:spPr>
          <a:xfrm>
            <a:off x="495300" y="5322472"/>
            <a:ext cx="448573" cy="250755"/>
          </a:xfrm>
          <a:prstGeom prst="rect">
            <a:avLst/>
          </a:prstGeom>
        </p:spPr>
      </p:pic>
    </p:spTree>
    <p:extLst>
      <p:ext uri="{BB962C8B-B14F-4D97-AF65-F5344CB8AC3E}">
        <p14:creationId xmlns:p14="http://schemas.microsoft.com/office/powerpoint/2010/main" val="3635932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7" r:id="rId4"/>
    <p:sldLayoutId id="2147483659" r:id="rId5"/>
    <p:sldLayoutId id="2147483662" r:id="rId6"/>
  </p:sldLayoutIdLst>
  <p:timing>
    <p:tnLst>
      <p:par>
        <p:cTn id="1" dur="indefinite" restart="never" nodeType="tmRoot"/>
      </p:par>
    </p:tnLst>
  </p:timing>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microsoft.com/office/2007/relationships/hdphoto" Target="../media/hdphoto1.wdp"/><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8"/>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14" name="CuadroTexto 13"/>
          <p:cNvSpPr txBox="1"/>
          <p:nvPr/>
        </p:nvSpPr>
        <p:spPr>
          <a:xfrm>
            <a:off x="3181108" y="1710303"/>
            <a:ext cx="4596087" cy="897490"/>
          </a:xfrm>
          <a:prstGeom prst="rect">
            <a:avLst/>
          </a:prstGeom>
          <a:noFill/>
        </p:spPr>
        <p:txBody>
          <a:bodyPr wrap="square" lIns="0" tIns="0" rIns="0" bIns="0" rtlCol="0">
            <a:spAutoFit/>
          </a:bodyPr>
          <a:lstStyle/>
          <a:p>
            <a:pPr>
              <a:lnSpc>
                <a:spcPct val="80000"/>
              </a:lnSpc>
            </a:pPr>
            <a:r>
              <a:rPr lang="es-ES" sz="3600" b="1" dirty="0" smtClean="0">
                <a:solidFill>
                  <a:srgbClr val="FFFFFF"/>
                </a:solidFill>
              </a:rPr>
              <a:t>POLÍTICA DE SEGURIDAD</a:t>
            </a:r>
            <a:endParaRPr lang="es-ES" sz="3600" b="1" dirty="0">
              <a:solidFill>
                <a:srgbClr val="FFFFFF"/>
              </a:solidFill>
            </a:endParaRPr>
          </a:p>
        </p:txBody>
      </p:sp>
      <p:sp>
        <p:nvSpPr>
          <p:cNvPr id="15" name="CuadroTexto 14"/>
          <p:cNvSpPr txBox="1"/>
          <p:nvPr/>
        </p:nvSpPr>
        <p:spPr>
          <a:xfrm>
            <a:off x="3175138" y="3008050"/>
            <a:ext cx="5500550" cy="886397"/>
          </a:xfrm>
          <a:prstGeom prst="rect">
            <a:avLst/>
          </a:prstGeom>
          <a:noFill/>
        </p:spPr>
        <p:txBody>
          <a:bodyPr wrap="square" lIns="0" tIns="0" rIns="0" bIns="0" rtlCol="0">
            <a:spAutoFit/>
          </a:bodyPr>
          <a:lstStyle/>
          <a:p>
            <a:pPr marL="177800" indent="-177800">
              <a:lnSpc>
                <a:spcPct val="120000"/>
              </a:lnSpc>
              <a:buSzPct val="80000"/>
              <a:buFont typeface="Arial"/>
              <a:buChar char="•"/>
            </a:pPr>
            <a:r>
              <a:rPr lang="es-ES" sz="1600" dirty="0" smtClean="0">
                <a:solidFill>
                  <a:srgbClr val="FFFFFF"/>
                </a:solidFill>
              </a:rPr>
              <a:t>Política de seguridad</a:t>
            </a:r>
          </a:p>
          <a:p>
            <a:pPr marL="177800" indent="-177800">
              <a:lnSpc>
                <a:spcPct val="120000"/>
              </a:lnSpc>
              <a:buSzPct val="80000"/>
              <a:buFont typeface="Arial"/>
              <a:buChar char="•"/>
            </a:pPr>
            <a:r>
              <a:rPr lang="es-ES" sz="1600" dirty="0" smtClean="0">
                <a:solidFill>
                  <a:srgbClr val="FFFFFF"/>
                </a:solidFill>
              </a:rPr>
              <a:t>Resumen</a:t>
            </a:r>
          </a:p>
          <a:p>
            <a:pPr marL="177800" indent="-177800">
              <a:lnSpc>
                <a:spcPct val="120000"/>
              </a:lnSpc>
              <a:buSzPct val="80000"/>
              <a:buFont typeface="Arial"/>
              <a:buChar char="•"/>
            </a:pPr>
            <a:endParaRPr lang="es-ES" sz="1600" dirty="0">
              <a:solidFill>
                <a:srgbClr val="FFFFFF"/>
              </a:solidFill>
            </a:endParaRPr>
          </a:p>
        </p:txBody>
      </p:sp>
      <p:cxnSp>
        <p:nvCxnSpPr>
          <p:cNvPr id="8" name="Conector recto 7"/>
          <p:cNvCxnSpPr/>
          <p:nvPr/>
        </p:nvCxnSpPr>
        <p:spPr>
          <a:xfrm>
            <a:off x="3044504" y="1710303"/>
            <a:ext cx="0" cy="774883"/>
          </a:xfrm>
          <a:prstGeom prst="line">
            <a:avLst/>
          </a:prstGeom>
          <a:ln>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0" name="CuadroTexto 9"/>
          <p:cNvSpPr txBox="1"/>
          <p:nvPr/>
        </p:nvSpPr>
        <p:spPr>
          <a:xfrm>
            <a:off x="2045305" y="1802569"/>
            <a:ext cx="964250" cy="892552"/>
          </a:xfrm>
          <a:prstGeom prst="rect">
            <a:avLst/>
          </a:prstGeom>
          <a:noFill/>
        </p:spPr>
        <p:txBody>
          <a:bodyPr wrap="square" lIns="0" tIns="0" rIns="0" bIns="0" rtlCol="0">
            <a:spAutoFit/>
          </a:bodyPr>
          <a:lstStyle/>
          <a:p>
            <a:pPr algn="ctr"/>
            <a:r>
              <a:rPr lang="es-ES" sz="5800" dirty="0" smtClean="0">
                <a:solidFill>
                  <a:srgbClr val="FFFFFF"/>
                </a:solidFill>
              </a:rPr>
              <a:t>01</a:t>
            </a:r>
            <a:endParaRPr lang="es-ES" sz="5800" dirty="0">
              <a:solidFill>
                <a:srgbClr val="FFFFFF"/>
              </a:solidFill>
            </a:endParaRPr>
          </a:p>
        </p:txBody>
      </p:sp>
      <p:sp>
        <p:nvSpPr>
          <p:cNvPr id="11" name="CuadroTexto 10"/>
          <p:cNvSpPr txBox="1"/>
          <p:nvPr/>
        </p:nvSpPr>
        <p:spPr>
          <a:xfrm>
            <a:off x="2096830" y="1674447"/>
            <a:ext cx="873152" cy="276999"/>
          </a:xfrm>
          <a:prstGeom prst="rect">
            <a:avLst/>
          </a:prstGeom>
          <a:noFill/>
        </p:spPr>
        <p:txBody>
          <a:bodyPr wrap="square" lIns="0" tIns="0" rIns="0" bIns="0" rtlCol="0">
            <a:spAutoFit/>
          </a:bodyPr>
          <a:lstStyle/>
          <a:p>
            <a:pPr algn="ctr"/>
            <a:r>
              <a:rPr lang="es-ES" dirty="0" smtClean="0">
                <a:solidFill>
                  <a:schemeClr val="bg1"/>
                </a:solidFill>
              </a:rPr>
              <a:t>SESIÓN</a:t>
            </a:r>
            <a:endParaRPr lang="es-ES" dirty="0">
              <a:solidFill>
                <a:schemeClr val="bg1"/>
              </a:solidFill>
            </a:endParaRPr>
          </a:p>
        </p:txBody>
      </p:sp>
    </p:spTree>
    <p:extLst>
      <p:ext uri="{BB962C8B-B14F-4D97-AF65-F5344CB8AC3E}">
        <p14:creationId xmlns:p14="http://schemas.microsoft.com/office/powerpoint/2010/main" val="34271759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1045721" y="2611279"/>
            <a:ext cx="7052558" cy="492443"/>
          </a:xfrm>
          <a:prstGeom prst="rect">
            <a:avLst/>
          </a:prstGeom>
        </p:spPr>
        <p:txBody>
          <a:bodyPr vert="horz" wrap="square" lIns="0" tIns="0" rIns="0" bIns="0" rtlCol="0">
            <a:spAutoFit/>
          </a:bodyPr>
          <a:lstStyle/>
          <a:p>
            <a:pPr marL="11725" algn="ctr">
              <a:buSzPct val="100000"/>
              <a:tabLst>
                <a:tab pos="121285" algn="l"/>
              </a:tabLst>
            </a:pPr>
            <a:r>
              <a:rPr lang="en-US" sz="1600" spc="-10" dirty="0" err="1">
                <a:cs typeface="Source Sans Pro"/>
              </a:rPr>
              <a:t>Entiende</a:t>
            </a:r>
            <a:r>
              <a:rPr lang="en-US" sz="1600" spc="-10" dirty="0">
                <a:cs typeface="Source Sans Pro"/>
              </a:rPr>
              <a:t> la </a:t>
            </a:r>
            <a:r>
              <a:rPr lang="en-US" sz="1600" spc="-10" dirty="0" err="1">
                <a:cs typeface="Source Sans Pro"/>
              </a:rPr>
              <a:t>importancia</a:t>
            </a:r>
            <a:r>
              <a:rPr lang="en-US" sz="1600" spc="-10" dirty="0">
                <a:cs typeface="Source Sans Pro"/>
              </a:rPr>
              <a:t> de la </a:t>
            </a:r>
            <a:r>
              <a:rPr lang="en-US" sz="1600" spc="-10" dirty="0" err="1">
                <a:cs typeface="Source Sans Pro"/>
              </a:rPr>
              <a:t>Política</a:t>
            </a:r>
            <a:r>
              <a:rPr lang="en-US" sz="1600" spc="-10" dirty="0">
                <a:cs typeface="Source Sans Pro"/>
              </a:rPr>
              <a:t> de </a:t>
            </a:r>
            <a:r>
              <a:rPr lang="en-US" sz="1600" spc="-10" dirty="0" err="1">
                <a:cs typeface="Source Sans Pro"/>
              </a:rPr>
              <a:t>Seguridad</a:t>
            </a:r>
            <a:r>
              <a:rPr lang="en-US" sz="1600" spc="-10" dirty="0">
                <a:cs typeface="Source Sans Pro"/>
              </a:rPr>
              <a:t> </a:t>
            </a:r>
            <a:r>
              <a:rPr lang="en-US" sz="1600" spc="-10" dirty="0" err="1">
                <a:cs typeface="Source Sans Pro"/>
              </a:rPr>
              <a:t>en</a:t>
            </a:r>
            <a:r>
              <a:rPr lang="en-US" sz="1600" spc="-10" dirty="0">
                <a:cs typeface="Source Sans Pro"/>
              </a:rPr>
              <a:t> un </a:t>
            </a:r>
            <a:r>
              <a:rPr lang="en-US" sz="1600" spc="-10" dirty="0" smtClean="0">
                <a:cs typeface="Source Sans Pro"/>
              </a:rPr>
              <a:t>Sistema </a:t>
            </a:r>
            <a:r>
              <a:rPr lang="en-US" sz="1600" spc="-10" dirty="0">
                <a:cs typeface="Source Sans Pro"/>
              </a:rPr>
              <a:t>de </a:t>
            </a:r>
            <a:r>
              <a:rPr lang="en-US" sz="1600" spc="-10" dirty="0" err="1">
                <a:cs typeface="Source Sans Pro"/>
              </a:rPr>
              <a:t>Gestión</a:t>
            </a:r>
            <a:r>
              <a:rPr lang="en-US" sz="1600" spc="-10" dirty="0">
                <a:cs typeface="Source Sans Pro"/>
              </a:rPr>
              <a:t> de </a:t>
            </a:r>
            <a:r>
              <a:rPr lang="en-US" sz="1600" spc="-10" dirty="0" err="1">
                <a:cs typeface="Source Sans Pro"/>
              </a:rPr>
              <a:t>Seguridad</a:t>
            </a:r>
            <a:r>
              <a:rPr lang="en-US" sz="1600" spc="-10" dirty="0">
                <a:cs typeface="Source Sans Pro"/>
              </a:rPr>
              <a:t> de la </a:t>
            </a:r>
            <a:r>
              <a:rPr lang="en-US" sz="1600" spc="-10" dirty="0" err="1">
                <a:cs typeface="Source Sans Pro"/>
              </a:rPr>
              <a:t>Información</a:t>
            </a:r>
            <a:r>
              <a:rPr lang="en-US" sz="1600" spc="-10" dirty="0">
                <a:cs typeface="Source Sans Pro"/>
              </a:rPr>
              <a:t> - SGSI</a:t>
            </a:r>
          </a:p>
        </p:txBody>
      </p:sp>
    </p:spTree>
    <p:custDataLst>
      <p:tags r:id="rId1"/>
    </p:custDataLst>
    <p:extLst>
      <p:ext uri="{BB962C8B-B14F-4D97-AF65-F5344CB8AC3E}">
        <p14:creationId xmlns:p14="http://schemas.microsoft.com/office/powerpoint/2010/main" val="3789734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Resultado de imagen para política de seguridad de la información"/>
          <p:cNvPicPr>
            <a:picLocks noChangeAspect="1" noChangeArrowheads="1"/>
          </p:cNvPicPr>
          <p:nvPr/>
        </p:nvPicPr>
        <p:blipFill rotWithShape="1">
          <a:blip r:embed="rId4">
            <a:extLst>
              <a:ext uri="{28A0092B-C50C-407E-A947-70E740481C1C}">
                <a14:useLocalDpi xmlns:a14="http://schemas.microsoft.com/office/drawing/2010/main" val="0"/>
              </a:ext>
            </a:extLst>
          </a:blip>
          <a:srcRect l="16498" t="14920"/>
          <a:stretch/>
        </p:blipFill>
        <p:spPr bwMode="auto">
          <a:xfrm>
            <a:off x="2823758" y="921829"/>
            <a:ext cx="5549345" cy="424072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512024" y="331345"/>
            <a:ext cx="1945800" cy="200055"/>
          </a:xfrm>
          <a:prstGeom prst="rect">
            <a:avLst/>
          </a:prstGeom>
        </p:spPr>
        <p:txBody>
          <a:bodyPr wrap="square" lIns="0" tIns="0" rIns="0" bIns="0">
            <a:spAutoFit/>
          </a:bodyPr>
          <a:lstStyle/>
          <a:p>
            <a:r>
              <a:rPr lang="en-US" sz="1300" dirty="0" smtClean="0">
                <a:solidFill>
                  <a:srgbClr val="438AD7"/>
                </a:solidFill>
              </a:rPr>
              <a:t>/</a:t>
            </a:r>
            <a:r>
              <a:rPr lang="en-US" sz="1300" dirty="0">
                <a:solidFill>
                  <a:srgbClr val="438AD7"/>
                </a:solidFill>
              </a:rPr>
              <a:t> </a:t>
            </a:r>
            <a:r>
              <a:rPr lang="en-US" sz="1300" dirty="0" smtClean="0">
                <a:solidFill>
                  <a:srgbClr val="438AD7"/>
                </a:solidFill>
              </a:rPr>
              <a:t>OBJETIVOS DE LA SESIÓN</a:t>
            </a:r>
            <a:endParaRPr lang="en-US" sz="1300" dirty="0">
              <a:solidFill>
                <a:srgbClr val="438AD7"/>
              </a:solidFill>
            </a:endParaRPr>
          </a:p>
        </p:txBody>
      </p:sp>
      <p:sp>
        <p:nvSpPr>
          <p:cNvPr id="5" name="CuadroTexto 4"/>
          <p:cNvSpPr txBox="1"/>
          <p:nvPr/>
        </p:nvSpPr>
        <p:spPr>
          <a:xfrm>
            <a:off x="767731" y="2440707"/>
            <a:ext cx="2183287" cy="584775"/>
          </a:xfrm>
          <a:prstGeom prst="rect">
            <a:avLst/>
          </a:prstGeom>
          <a:solidFill>
            <a:schemeClr val="bg1">
              <a:lumMod val="85000"/>
            </a:schemeClr>
          </a:solidFill>
        </p:spPr>
        <p:txBody>
          <a:bodyPr wrap="square" rtlCol="0">
            <a:spAutoFit/>
          </a:bodyPr>
          <a:lstStyle/>
          <a:p>
            <a:pPr algn="ctr"/>
            <a:r>
              <a:rPr lang="es-PE" sz="1600" dirty="0" smtClean="0"/>
              <a:t>Dominios de la Norma ISO/IEC 27002</a:t>
            </a:r>
            <a:endParaRPr lang="es-PE" sz="1600" dirty="0"/>
          </a:p>
        </p:txBody>
      </p:sp>
    </p:spTree>
    <p:custDataLst>
      <p:tags r:id="rId1"/>
    </p:custDataLst>
    <p:extLst>
      <p:ext uri="{BB962C8B-B14F-4D97-AF65-F5344CB8AC3E}">
        <p14:creationId xmlns:p14="http://schemas.microsoft.com/office/powerpoint/2010/main" val="927786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512024" y="331345"/>
            <a:ext cx="1945800" cy="200055"/>
          </a:xfrm>
          <a:prstGeom prst="rect">
            <a:avLst/>
          </a:prstGeom>
        </p:spPr>
        <p:txBody>
          <a:bodyPr wrap="square" lIns="0" tIns="0" rIns="0" bIns="0">
            <a:spAutoFit/>
          </a:bodyPr>
          <a:lstStyle/>
          <a:p>
            <a:r>
              <a:rPr lang="en-US" sz="1300" dirty="0" smtClean="0">
                <a:solidFill>
                  <a:srgbClr val="438AD7"/>
                </a:solidFill>
              </a:rPr>
              <a:t>/</a:t>
            </a:r>
            <a:r>
              <a:rPr lang="en-US" sz="1300" dirty="0">
                <a:solidFill>
                  <a:srgbClr val="438AD7"/>
                </a:solidFill>
              </a:rPr>
              <a:t> </a:t>
            </a:r>
            <a:r>
              <a:rPr lang="en-US" sz="1300" dirty="0" smtClean="0">
                <a:solidFill>
                  <a:srgbClr val="438AD7"/>
                </a:solidFill>
              </a:rPr>
              <a:t>OBJETIVOS DE LA SESIÓN</a:t>
            </a:r>
            <a:endParaRPr lang="en-US" sz="1300" dirty="0">
              <a:solidFill>
                <a:srgbClr val="438AD7"/>
              </a:solidFill>
            </a:endParaRPr>
          </a:p>
        </p:txBody>
      </p:sp>
      <p:sp>
        <p:nvSpPr>
          <p:cNvPr id="5" name="CuadroTexto 4"/>
          <p:cNvSpPr txBox="1"/>
          <p:nvPr/>
        </p:nvSpPr>
        <p:spPr>
          <a:xfrm>
            <a:off x="1432750" y="2440707"/>
            <a:ext cx="2183287" cy="830997"/>
          </a:xfrm>
          <a:prstGeom prst="rect">
            <a:avLst/>
          </a:prstGeom>
          <a:solidFill>
            <a:schemeClr val="bg1">
              <a:lumMod val="85000"/>
            </a:schemeClr>
          </a:solidFill>
        </p:spPr>
        <p:txBody>
          <a:bodyPr wrap="square" rtlCol="0">
            <a:spAutoFit/>
          </a:bodyPr>
          <a:lstStyle/>
          <a:p>
            <a:pPr algn="ctr"/>
            <a:r>
              <a:rPr lang="es-PE" sz="1600"/>
              <a:t>Modelo de la Política de seguridad de la información.</a:t>
            </a:r>
          </a:p>
        </p:txBody>
      </p:sp>
      <p:pic>
        <p:nvPicPr>
          <p:cNvPr id="7" name="Picture 4" descr="Resultado de imagen para política de seguridad de la información estructura"/>
          <p:cNvPicPr>
            <a:picLocks noChangeAspect="1" noChangeArrowheads="1"/>
          </p:cNvPicPr>
          <p:nvPr/>
        </p:nvPicPr>
        <p:blipFill rotWithShape="1">
          <a:blip r:embed="rId4">
            <a:extLst>
              <a:ext uri="{28A0092B-C50C-407E-A947-70E740481C1C}">
                <a14:useLocalDpi xmlns:a14="http://schemas.microsoft.com/office/drawing/2010/main" val="0"/>
              </a:ext>
            </a:extLst>
          </a:blip>
          <a:srcRect l="-2864" t="-2658" r="-2861" b="-2247"/>
          <a:stretch/>
        </p:blipFill>
        <p:spPr bwMode="auto">
          <a:xfrm>
            <a:off x="3761509" y="912813"/>
            <a:ext cx="3188600" cy="4251468"/>
          </a:xfrm>
          <a:prstGeom prst="rect">
            <a:avLst/>
          </a:prstGeom>
          <a:noFill/>
          <a:ln>
            <a:solidFill>
              <a:schemeClr val="bg1">
                <a:lumMod val="75000"/>
              </a:schemeClr>
            </a:solidFill>
          </a:ln>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759583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512024" y="331345"/>
            <a:ext cx="1945800" cy="200055"/>
          </a:xfrm>
          <a:prstGeom prst="rect">
            <a:avLst/>
          </a:prstGeom>
        </p:spPr>
        <p:txBody>
          <a:bodyPr wrap="square" lIns="0" tIns="0" rIns="0" bIns="0">
            <a:spAutoFit/>
          </a:bodyPr>
          <a:lstStyle/>
          <a:p>
            <a:r>
              <a:rPr lang="en-US" sz="1300" dirty="0" smtClean="0">
                <a:solidFill>
                  <a:srgbClr val="438AD7"/>
                </a:solidFill>
              </a:rPr>
              <a:t>/</a:t>
            </a:r>
            <a:r>
              <a:rPr lang="en-US" sz="1300" dirty="0">
                <a:solidFill>
                  <a:srgbClr val="438AD7"/>
                </a:solidFill>
              </a:rPr>
              <a:t> </a:t>
            </a:r>
            <a:r>
              <a:rPr lang="en-US" sz="1300" dirty="0" smtClean="0">
                <a:solidFill>
                  <a:srgbClr val="438AD7"/>
                </a:solidFill>
              </a:rPr>
              <a:t>OBJETIVOS DE LA SESIÓN</a:t>
            </a:r>
            <a:endParaRPr lang="en-US" sz="1300" dirty="0">
              <a:solidFill>
                <a:srgbClr val="438AD7"/>
              </a:solidFill>
            </a:endParaRPr>
          </a:p>
        </p:txBody>
      </p:sp>
      <p:sp>
        <p:nvSpPr>
          <p:cNvPr id="5" name="CuadroTexto 4"/>
          <p:cNvSpPr txBox="1"/>
          <p:nvPr/>
        </p:nvSpPr>
        <p:spPr>
          <a:xfrm>
            <a:off x="3480357" y="912813"/>
            <a:ext cx="2183287" cy="338554"/>
          </a:xfrm>
          <a:prstGeom prst="rect">
            <a:avLst/>
          </a:prstGeom>
          <a:solidFill>
            <a:schemeClr val="bg1">
              <a:lumMod val="85000"/>
            </a:schemeClr>
          </a:solidFill>
        </p:spPr>
        <p:txBody>
          <a:bodyPr wrap="square" rtlCol="0">
            <a:spAutoFit/>
          </a:bodyPr>
          <a:lstStyle/>
          <a:p>
            <a:pPr algn="ctr"/>
            <a:r>
              <a:rPr lang="es-PE" sz="1600"/>
              <a:t>Revisión del contenido.</a:t>
            </a:r>
          </a:p>
        </p:txBody>
      </p:sp>
      <p:pic>
        <p:nvPicPr>
          <p:cNvPr id="2" name="Imagen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64216" y="1283566"/>
            <a:ext cx="5815568" cy="3878984"/>
          </a:xfrm>
          <a:prstGeom prst="rect">
            <a:avLst/>
          </a:prstGeom>
        </p:spPr>
      </p:pic>
    </p:spTree>
    <p:custDataLst>
      <p:tags r:id="rId1"/>
    </p:custDataLst>
    <p:extLst>
      <p:ext uri="{BB962C8B-B14F-4D97-AF65-F5344CB8AC3E}">
        <p14:creationId xmlns:p14="http://schemas.microsoft.com/office/powerpoint/2010/main" val="576842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7"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smtClean="0">
                <a:solidFill>
                  <a:schemeClr val="bg1"/>
                </a:solidFill>
                <a:latin typeface="Calibri"/>
                <a:cs typeface="Calibri"/>
              </a:rPr>
              <a:t>/ </a:t>
            </a:r>
            <a:r>
              <a:rPr lang="es-PE" sz="2800" b="1" dirty="0" smtClean="0">
                <a:solidFill>
                  <a:schemeClr val="bg1"/>
                </a:solidFill>
                <a:cs typeface="Calibri"/>
              </a:rPr>
              <a:t>POLÍTICA DE SEGURIDAD</a:t>
            </a:r>
            <a:endParaRPr lang="es-PE" sz="2800" b="1" dirty="0">
              <a:solidFill>
                <a:schemeClr val="bg1"/>
              </a:solidFill>
              <a:cs typeface="Calibri"/>
            </a:endParaRPr>
          </a:p>
        </p:txBody>
      </p:sp>
    </p:spTree>
    <p:custDataLst>
      <p:tags r:id="rId1"/>
    </p:custDataLst>
    <p:extLst>
      <p:ext uri="{BB962C8B-B14F-4D97-AF65-F5344CB8AC3E}">
        <p14:creationId xmlns:p14="http://schemas.microsoft.com/office/powerpoint/2010/main" val="3109433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512024" y="331345"/>
            <a:ext cx="4213980" cy="200055"/>
          </a:xfrm>
          <a:prstGeom prst="rect">
            <a:avLst/>
          </a:prstGeom>
        </p:spPr>
        <p:txBody>
          <a:bodyPr wrap="square" lIns="0" tIns="0" rIns="0" bIns="0">
            <a:spAutoFit/>
          </a:bodyPr>
          <a:lstStyle/>
          <a:p>
            <a:r>
              <a:rPr lang="en-US" sz="1300" dirty="0" smtClean="0">
                <a:solidFill>
                  <a:srgbClr val="438AD7"/>
                </a:solidFill>
              </a:rPr>
              <a:t>/ POLÍTICA DE SEGURIDAD</a:t>
            </a:r>
            <a:endParaRPr lang="en-US" sz="1300" dirty="0">
              <a:solidFill>
                <a:srgbClr val="438AD7"/>
              </a:solidFill>
            </a:endParaRP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6" name="object 7"/>
          <p:cNvSpPr txBox="1"/>
          <p:nvPr/>
        </p:nvSpPr>
        <p:spPr>
          <a:xfrm>
            <a:off x="507698" y="954483"/>
            <a:ext cx="8167990" cy="246221"/>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AGENDA</a:t>
            </a:r>
            <a:endParaRPr lang="en-US" sz="1600" b="1" spc="-10" dirty="0">
              <a:cs typeface="Source Sans Pro"/>
            </a:endParaRPr>
          </a:p>
        </p:txBody>
      </p:sp>
      <p:graphicFrame>
        <p:nvGraphicFramePr>
          <p:cNvPr id="7" name="Diagrama 6"/>
          <p:cNvGraphicFramePr/>
          <p:nvPr>
            <p:extLst>
              <p:ext uri="{D42A27DB-BD31-4B8C-83A1-F6EECF244321}">
                <p14:modId xmlns:p14="http://schemas.microsoft.com/office/powerpoint/2010/main" val="111207399"/>
              </p:ext>
            </p:extLst>
          </p:nvPr>
        </p:nvGraphicFramePr>
        <p:xfrm>
          <a:off x="1717386" y="1273175"/>
          <a:ext cx="5709228" cy="2879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2702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512024" y="331345"/>
            <a:ext cx="4213980" cy="200055"/>
          </a:xfrm>
          <a:prstGeom prst="rect">
            <a:avLst/>
          </a:prstGeom>
        </p:spPr>
        <p:txBody>
          <a:bodyPr wrap="square" lIns="0" tIns="0" rIns="0" bIns="0">
            <a:spAutoFit/>
          </a:bodyPr>
          <a:lstStyle/>
          <a:p>
            <a:r>
              <a:rPr lang="en-US" sz="1300" dirty="0" smtClean="0">
                <a:solidFill>
                  <a:srgbClr val="438AD7"/>
                </a:solidFill>
              </a:rPr>
              <a:t>/ POLÍTICA DE SEGURIDAD</a:t>
            </a:r>
            <a:endParaRPr lang="en-US" sz="1300" dirty="0">
              <a:solidFill>
                <a:srgbClr val="438AD7"/>
              </a:solidFill>
            </a:endParaRP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6" name="object 7"/>
          <p:cNvSpPr txBox="1"/>
          <p:nvPr/>
        </p:nvSpPr>
        <p:spPr>
          <a:xfrm>
            <a:off x="507698" y="954483"/>
            <a:ext cx="8167990" cy="246221"/>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CONCEPTO</a:t>
            </a:r>
            <a:endParaRPr lang="en-US" sz="1600" b="1" spc="-10" dirty="0">
              <a:cs typeface="Source Sans Pro"/>
            </a:endParaRPr>
          </a:p>
        </p:txBody>
      </p:sp>
      <p:sp>
        <p:nvSpPr>
          <p:cNvPr id="9" name="Marcador de contenido 7"/>
          <p:cNvSpPr txBox="1">
            <a:spLocks/>
          </p:cNvSpPr>
          <p:nvPr/>
        </p:nvSpPr>
        <p:spPr>
          <a:xfrm>
            <a:off x="639348" y="1288472"/>
            <a:ext cx="7865305" cy="826454"/>
          </a:xfrm>
          <a:prstGeom prst="rect">
            <a:avLst/>
          </a:prstGeom>
          <a:solidFill>
            <a:srgbClr val="F2D164"/>
          </a:solidFill>
          <a:ln w="38100">
            <a:noFill/>
          </a:ln>
        </p:spPr>
        <p:txBody>
          <a:bodyPr lIns="251999" tIns="251999" rIns="252000" bIns="251999" anchor="ctr" anchorCtr="1"/>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just">
              <a:buFont typeface="Arial"/>
              <a:buNone/>
            </a:pPr>
            <a:r>
              <a:rPr lang="es-PE" sz="1600" smtClean="0"/>
              <a:t>Conjunto de políticas para la Seguridad de la Información. </a:t>
            </a:r>
            <a:r>
              <a:rPr lang="es-PE" sz="1600" dirty="0" smtClean="0"/>
              <a:t>Deberá estar </a:t>
            </a:r>
            <a:r>
              <a:rPr lang="es-PE" sz="1600" b="1" dirty="0" smtClean="0"/>
              <a:t>definido</a:t>
            </a:r>
            <a:r>
              <a:rPr lang="es-PE" sz="1600" dirty="0" smtClean="0"/>
              <a:t> y </a:t>
            </a:r>
            <a:r>
              <a:rPr lang="es-PE" sz="1600" b="1" dirty="0" smtClean="0"/>
              <a:t>probado</a:t>
            </a:r>
            <a:r>
              <a:rPr lang="es-PE" sz="1600" dirty="0" smtClean="0"/>
              <a:t> por la gerencia, </a:t>
            </a:r>
            <a:r>
              <a:rPr lang="es-PE" sz="1600" b="1" dirty="0" smtClean="0"/>
              <a:t>publicado</a:t>
            </a:r>
            <a:r>
              <a:rPr lang="es-PE" sz="1600" dirty="0" smtClean="0"/>
              <a:t> y </a:t>
            </a:r>
            <a:r>
              <a:rPr lang="es-PE" sz="1600" b="1" dirty="0" smtClean="0"/>
              <a:t>comunicado</a:t>
            </a:r>
            <a:r>
              <a:rPr lang="es-PE" sz="1600" dirty="0" smtClean="0"/>
              <a:t> a los empleados y las partes externas.</a:t>
            </a:r>
            <a:endParaRPr lang="es-PE" sz="1600" dirty="0"/>
          </a:p>
        </p:txBody>
      </p:sp>
      <p:graphicFrame>
        <p:nvGraphicFramePr>
          <p:cNvPr id="10" name="Diagrama 9"/>
          <p:cNvGraphicFramePr/>
          <p:nvPr>
            <p:extLst>
              <p:ext uri="{D42A27DB-BD31-4B8C-83A1-F6EECF244321}">
                <p14:modId xmlns:p14="http://schemas.microsoft.com/office/powerpoint/2010/main" val="1886779809"/>
              </p:ext>
            </p:extLst>
          </p:nvPr>
        </p:nvGraphicFramePr>
        <p:xfrm>
          <a:off x="935433" y="2522495"/>
          <a:ext cx="7273135" cy="20287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0933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1477328"/>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OBJETIVOS</a:t>
            </a:r>
          </a:p>
          <a:p>
            <a:pPr marL="180975" indent="-180975">
              <a:buSzPct val="100000"/>
              <a:buFont typeface="Arial" charset="0"/>
              <a:buChar char="•"/>
              <a:tabLst>
                <a:tab pos="85725" algn="l"/>
              </a:tabLst>
            </a:pPr>
            <a:r>
              <a:rPr lang="en-US" sz="1600" spc="-10" dirty="0" err="1" smtClean="0">
                <a:cs typeface="Source Sans Pro"/>
              </a:rPr>
              <a:t>Proporcionar</a:t>
            </a:r>
            <a:r>
              <a:rPr lang="en-US" sz="1600" spc="-10" dirty="0" smtClean="0">
                <a:cs typeface="Source Sans Pro"/>
              </a:rPr>
              <a:t> </a:t>
            </a:r>
            <a:r>
              <a:rPr lang="en-US" sz="1600" spc="-10" dirty="0" err="1">
                <a:cs typeface="Source Sans Pro"/>
              </a:rPr>
              <a:t>orientación</a:t>
            </a:r>
            <a:r>
              <a:rPr lang="en-US" sz="1600" spc="-10" dirty="0">
                <a:cs typeface="Source Sans Pro"/>
              </a:rPr>
              <a:t> y </a:t>
            </a:r>
            <a:r>
              <a:rPr lang="en-US" sz="1600" spc="-10" dirty="0" err="1">
                <a:cs typeface="Source Sans Pro"/>
              </a:rPr>
              <a:t>apoyo</a:t>
            </a:r>
            <a:r>
              <a:rPr lang="en-US" sz="1600" spc="-10" dirty="0">
                <a:cs typeface="Source Sans Pro"/>
              </a:rPr>
              <a:t> a la </a:t>
            </a:r>
            <a:r>
              <a:rPr lang="en-US" sz="1600" spc="-10" dirty="0" err="1">
                <a:cs typeface="Source Sans Pro"/>
              </a:rPr>
              <a:t>Gestión</a:t>
            </a:r>
            <a:r>
              <a:rPr lang="en-US" sz="1600" spc="-10" dirty="0">
                <a:cs typeface="Source Sans Pro"/>
              </a:rPr>
              <a:t> de la </a:t>
            </a:r>
            <a:r>
              <a:rPr lang="en-US" sz="1600" spc="-10" dirty="0" err="1">
                <a:cs typeface="Source Sans Pro"/>
              </a:rPr>
              <a:t>Seguridad</a:t>
            </a:r>
            <a:r>
              <a:rPr lang="en-US" sz="1600" spc="-10" dirty="0">
                <a:cs typeface="Source Sans Pro"/>
              </a:rPr>
              <a:t> de la </a:t>
            </a:r>
            <a:r>
              <a:rPr lang="en-US" sz="1600" spc="-10" dirty="0" err="1">
                <a:cs typeface="Source Sans Pro"/>
              </a:rPr>
              <a:t>Información</a:t>
            </a:r>
            <a:r>
              <a:rPr lang="en-US" sz="1600" spc="-10" dirty="0">
                <a:cs typeface="Source Sans Pro"/>
              </a:rPr>
              <a:t>, de </a:t>
            </a:r>
            <a:r>
              <a:rPr lang="en-US" sz="1600" spc="-10" dirty="0" err="1">
                <a:cs typeface="Source Sans Pro"/>
              </a:rPr>
              <a:t>acuerdo</a:t>
            </a:r>
            <a:r>
              <a:rPr lang="en-US" sz="1600" spc="-10" dirty="0">
                <a:cs typeface="Source Sans Pro"/>
              </a:rPr>
              <a:t> a </a:t>
            </a:r>
            <a:r>
              <a:rPr lang="en-US" sz="1600" spc="-10" dirty="0" err="1">
                <a:cs typeface="Source Sans Pro"/>
              </a:rPr>
              <a:t>los</a:t>
            </a:r>
            <a:r>
              <a:rPr lang="en-US" sz="1600" spc="-10" dirty="0">
                <a:cs typeface="Source Sans Pro"/>
              </a:rPr>
              <a:t> </a:t>
            </a:r>
            <a:r>
              <a:rPr lang="en-US" sz="1600" spc="-10" dirty="0" err="1">
                <a:cs typeface="Source Sans Pro"/>
              </a:rPr>
              <a:t>requerimientos</a:t>
            </a:r>
            <a:r>
              <a:rPr lang="en-US" sz="1600" spc="-10" dirty="0">
                <a:cs typeface="Source Sans Pro"/>
              </a:rPr>
              <a:t>, </a:t>
            </a:r>
            <a:r>
              <a:rPr lang="en-US" sz="1600" spc="-10" dirty="0" err="1">
                <a:cs typeface="Source Sans Pro"/>
              </a:rPr>
              <a:t>reglamentos</a:t>
            </a:r>
            <a:r>
              <a:rPr lang="en-US" sz="1600" spc="-10" dirty="0">
                <a:cs typeface="Source Sans Pro"/>
              </a:rPr>
              <a:t> y </a:t>
            </a:r>
            <a:r>
              <a:rPr lang="en-US" sz="1600" spc="-10" dirty="0" err="1">
                <a:cs typeface="Source Sans Pro"/>
              </a:rPr>
              <a:t>leyes</a:t>
            </a:r>
            <a:r>
              <a:rPr lang="en-US" sz="1600" spc="-10" dirty="0">
                <a:cs typeface="Source Sans Pro"/>
              </a:rPr>
              <a:t> del </a:t>
            </a:r>
            <a:r>
              <a:rPr lang="en-US" sz="1600" spc="-10" dirty="0" err="1">
                <a:cs typeface="Source Sans Pro"/>
              </a:rPr>
              <a:t>negocio</a:t>
            </a:r>
            <a:r>
              <a:rPr lang="en-US" sz="1600" spc="-10" dirty="0">
                <a:cs typeface="Source Sans Pro"/>
              </a:rPr>
              <a:t>.</a:t>
            </a:r>
          </a:p>
          <a:p>
            <a:pPr marL="180975" indent="-180975">
              <a:buSzPct val="100000"/>
              <a:buFont typeface="Arial" charset="0"/>
              <a:buChar char="•"/>
              <a:tabLst>
                <a:tab pos="85725" algn="l"/>
              </a:tabLst>
            </a:pPr>
            <a:endParaRPr lang="en-US" sz="1600" spc="-10" dirty="0" smtClean="0">
              <a:cs typeface="Source Sans Pro"/>
            </a:endParaRPr>
          </a:p>
          <a:p>
            <a:pPr marL="180975" indent="-180975">
              <a:buSzPct val="100000"/>
              <a:buFont typeface="Arial" charset="0"/>
              <a:buChar char="•"/>
              <a:tabLst>
                <a:tab pos="85725" algn="l"/>
              </a:tabLst>
            </a:pPr>
            <a:r>
              <a:rPr lang="en-US" sz="1600" spc="-10" dirty="0" err="1" smtClean="0">
                <a:cs typeface="Source Sans Pro"/>
              </a:rPr>
              <a:t>Establecer</a:t>
            </a:r>
            <a:r>
              <a:rPr lang="en-US" sz="1600" spc="-10" dirty="0" smtClean="0">
                <a:cs typeface="Source Sans Pro"/>
              </a:rPr>
              <a:t> </a:t>
            </a:r>
            <a:r>
              <a:rPr lang="en-US" sz="1600" spc="-10" dirty="0" err="1">
                <a:cs typeface="Source Sans Pro"/>
              </a:rPr>
              <a:t>una</a:t>
            </a:r>
            <a:r>
              <a:rPr lang="en-US" sz="1600" spc="-10" dirty="0">
                <a:cs typeface="Source Sans Pro"/>
              </a:rPr>
              <a:t> </a:t>
            </a:r>
            <a:r>
              <a:rPr lang="en-US" sz="1600" spc="-10" dirty="0" err="1">
                <a:cs typeface="Source Sans Pro"/>
              </a:rPr>
              <a:t>dirección</a:t>
            </a:r>
            <a:r>
              <a:rPr lang="en-US" sz="1600" spc="-10" dirty="0">
                <a:cs typeface="Source Sans Pro"/>
              </a:rPr>
              <a:t> de </a:t>
            </a:r>
            <a:r>
              <a:rPr lang="en-US" sz="1600" spc="-10" dirty="0" err="1">
                <a:cs typeface="Source Sans Pro"/>
              </a:rPr>
              <a:t>política</a:t>
            </a:r>
            <a:r>
              <a:rPr lang="en-US" sz="1600" spc="-10" dirty="0">
                <a:cs typeface="Source Sans Pro"/>
              </a:rPr>
              <a:t> </a:t>
            </a:r>
            <a:r>
              <a:rPr lang="en-US" sz="1600" spc="-10" dirty="0" err="1">
                <a:cs typeface="Source Sans Pro"/>
              </a:rPr>
              <a:t>clara</a:t>
            </a:r>
            <a:r>
              <a:rPr lang="en-US" sz="1600" spc="-10" dirty="0">
                <a:cs typeface="Source Sans Pro"/>
              </a:rPr>
              <a:t> </a:t>
            </a:r>
            <a:r>
              <a:rPr lang="en-US" sz="1600" spc="-10" dirty="0" err="1">
                <a:cs typeface="Source Sans Pro"/>
              </a:rPr>
              <a:t>alineada</a:t>
            </a:r>
            <a:r>
              <a:rPr lang="en-US" sz="1600" spc="-10" dirty="0">
                <a:cs typeface="Source Sans Pro"/>
              </a:rPr>
              <a:t> a </a:t>
            </a:r>
            <a:r>
              <a:rPr lang="en-US" sz="1600" spc="-10" dirty="0" err="1">
                <a:cs typeface="Source Sans Pro"/>
              </a:rPr>
              <a:t>los</a:t>
            </a:r>
            <a:r>
              <a:rPr lang="en-US" sz="1600" spc="-10" dirty="0">
                <a:cs typeface="Source Sans Pro"/>
              </a:rPr>
              <a:t> </a:t>
            </a:r>
            <a:r>
              <a:rPr lang="en-US" sz="1600" spc="-10" dirty="0" err="1">
                <a:cs typeface="Source Sans Pro"/>
              </a:rPr>
              <a:t>objetivos</a:t>
            </a:r>
            <a:r>
              <a:rPr lang="en-US" sz="1600" spc="-10" dirty="0">
                <a:cs typeface="Source Sans Pro"/>
              </a:rPr>
              <a:t> del </a:t>
            </a:r>
            <a:r>
              <a:rPr lang="en-US" sz="1600" spc="-10" dirty="0" err="1">
                <a:cs typeface="Source Sans Pro"/>
              </a:rPr>
              <a:t>negocio</a:t>
            </a:r>
            <a:r>
              <a:rPr lang="en-US" sz="1600" spc="-10" dirty="0">
                <a:cs typeface="Source Sans Pro"/>
              </a:rPr>
              <a:t>, de forma </a:t>
            </a:r>
            <a:r>
              <a:rPr lang="en-US" sz="1600" spc="-10" dirty="0" err="1">
                <a:cs typeface="Source Sans Pro"/>
              </a:rPr>
              <a:t>tal</a:t>
            </a:r>
            <a:r>
              <a:rPr lang="en-US" sz="1600" spc="-10" dirty="0">
                <a:cs typeface="Source Sans Pro"/>
              </a:rPr>
              <a:t> que la </a:t>
            </a:r>
            <a:r>
              <a:rPr lang="en-US" sz="1600" spc="-10" dirty="0" err="1">
                <a:cs typeface="Source Sans Pro"/>
              </a:rPr>
              <a:t>gerencia</a:t>
            </a:r>
            <a:r>
              <a:rPr lang="en-US" sz="1600" spc="-10" dirty="0">
                <a:cs typeface="Source Sans Pro"/>
              </a:rPr>
              <a:t> </a:t>
            </a:r>
            <a:r>
              <a:rPr lang="en-US" sz="1600" spc="-10" dirty="0" err="1">
                <a:cs typeface="Source Sans Pro"/>
              </a:rPr>
              <a:t>demuestre</a:t>
            </a:r>
            <a:r>
              <a:rPr lang="en-US" sz="1600" spc="-10" dirty="0">
                <a:cs typeface="Source Sans Pro"/>
              </a:rPr>
              <a:t> </a:t>
            </a:r>
            <a:r>
              <a:rPr lang="en-US" sz="1600" spc="-10" dirty="0" err="1">
                <a:cs typeface="Source Sans Pro"/>
              </a:rPr>
              <a:t>su</a:t>
            </a:r>
            <a:r>
              <a:rPr lang="en-US" sz="1600" spc="-10" dirty="0">
                <a:cs typeface="Source Sans Pro"/>
              </a:rPr>
              <a:t> </a:t>
            </a:r>
            <a:r>
              <a:rPr lang="en-US" sz="1600" spc="-10" dirty="0" err="1">
                <a:cs typeface="Source Sans Pro"/>
              </a:rPr>
              <a:t>compromiso</a:t>
            </a:r>
            <a:r>
              <a:rPr lang="en-US" sz="1600" spc="-10" dirty="0">
                <a:cs typeface="Source Sans Pro"/>
              </a:rPr>
              <a:t> y </a:t>
            </a:r>
            <a:r>
              <a:rPr lang="en-US" sz="1600" spc="-10" dirty="0" err="1">
                <a:cs typeface="Source Sans Pro"/>
              </a:rPr>
              <a:t>apoyo</a:t>
            </a:r>
            <a:r>
              <a:rPr lang="en-US" sz="1600" spc="-10" dirty="0">
                <a:cs typeface="Source Sans Pro"/>
              </a:rPr>
              <a:t> con la </a:t>
            </a:r>
            <a:r>
              <a:rPr lang="en-US" sz="1600" spc="-10" dirty="0" err="1">
                <a:cs typeface="Source Sans Pro"/>
              </a:rPr>
              <a:t>Seguridad</a:t>
            </a:r>
            <a:r>
              <a:rPr lang="en-US" sz="1600" spc="-10" dirty="0">
                <a:cs typeface="Source Sans Pro"/>
              </a:rPr>
              <a:t> de la </a:t>
            </a:r>
            <a:r>
              <a:rPr lang="en-US" sz="1600" spc="-10" dirty="0" err="1">
                <a:cs typeface="Source Sans Pro"/>
              </a:rPr>
              <a:t>Información</a:t>
            </a:r>
            <a:r>
              <a:rPr lang="en-US" sz="1600" spc="-10" dirty="0">
                <a:cs typeface="Source Sans Pro"/>
              </a:rPr>
              <a:t>.</a:t>
            </a:r>
          </a:p>
        </p:txBody>
      </p:sp>
      <p:sp>
        <p:nvSpPr>
          <p:cNvPr id="5" name="Rectangle 5"/>
          <p:cNvSpPr/>
          <p:nvPr/>
        </p:nvSpPr>
        <p:spPr>
          <a:xfrm>
            <a:off x="512024" y="331345"/>
            <a:ext cx="4213980" cy="200055"/>
          </a:xfrm>
          <a:prstGeom prst="rect">
            <a:avLst/>
          </a:prstGeom>
        </p:spPr>
        <p:txBody>
          <a:bodyPr wrap="square" lIns="0" tIns="0" rIns="0" bIns="0">
            <a:spAutoFit/>
          </a:bodyPr>
          <a:lstStyle/>
          <a:p>
            <a:r>
              <a:rPr lang="en-US" sz="1300" dirty="0" smtClean="0">
                <a:solidFill>
                  <a:srgbClr val="438AD7"/>
                </a:solidFill>
              </a:rPr>
              <a:t>/ POLÍTICA DE SEGURIDAD</a:t>
            </a:r>
            <a:endParaRPr lang="en-US" sz="1300" dirty="0">
              <a:solidFill>
                <a:srgbClr val="438AD7"/>
              </a:solidFill>
            </a:endParaRP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Tree>
    <p:extLst>
      <p:ext uri="{BB962C8B-B14F-4D97-AF65-F5344CB8AC3E}">
        <p14:creationId xmlns:p14="http://schemas.microsoft.com/office/powerpoint/2010/main" val="50482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2462213"/>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CONTENIDO</a:t>
            </a:r>
          </a:p>
          <a:p>
            <a:pPr marL="180975" indent="-180975">
              <a:buSzPct val="100000"/>
              <a:buFont typeface="Arial" charset="0"/>
              <a:buChar char="•"/>
              <a:tabLst>
                <a:tab pos="85725" algn="l"/>
              </a:tabLst>
            </a:pPr>
            <a:r>
              <a:rPr lang="en-US" sz="1600" spc="-10" dirty="0" err="1">
                <a:cs typeface="Source Sans Pro"/>
              </a:rPr>
              <a:t>Definición</a:t>
            </a:r>
            <a:r>
              <a:rPr lang="en-US" sz="1600" spc="-10" dirty="0">
                <a:cs typeface="Source Sans Pro"/>
              </a:rPr>
              <a:t> de la </a:t>
            </a:r>
            <a:r>
              <a:rPr lang="en-US" sz="1600" spc="-10" dirty="0" err="1">
                <a:cs typeface="Source Sans Pro"/>
              </a:rPr>
              <a:t>Seguridad</a:t>
            </a:r>
            <a:r>
              <a:rPr lang="en-US" sz="1600" spc="-10" dirty="0">
                <a:cs typeface="Source Sans Pro"/>
              </a:rPr>
              <a:t> de la </a:t>
            </a:r>
            <a:r>
              <a:rPr lang="en-US" sz="1600" spc="-10" dirty="0" err="1">
                <a:cs typeface="Source Sans Pro"/>
              </a:rPr>
              <a:t>Información</a:t>
            </a:r>
            <a:r>
              <a:rPr lang="en-US" sz="1600" spc="-10" dirty="0">
                <a:cs typeface="Source Sans Pro"/>
              </a:rPr>
              <a:t>, </a:t>
            </a:r>
            <a:r>
              <a:rPr lang="en-US" sz="1600" spc="-10" dirty="0" err="1">
                <a:cs typeface="Source Sans Pro"/>
              </a:rPr>
              <a:t>objetivos</a:t>
            </a:r>
            <a:r>
              <a:rPr lang="en-US" sz="1600" spc="-10" dirty="0">
                <a:cs typeface="Source Sans Pro"/>
              </a:rPr>
              <a:t> </a:t>
            </a:r>
            <a:r>
              <a:rPr lang="en-US" sz="1600" spc="-10" dirty="0" err="1">
                <a:cs typeface="Source Sans Pro"/>
              </a:rPr>
              <a:t>generales</a:t>
            </a:r>
            <a:r>
              <a:rPr lang="en-US" sz="1600" spc="-10" dirty="0">
                <a:cs typeface="Source Sans Pro"/>
              </a:rPr>
              <a:t> y </a:t>
            </a:r>
            <a:r>
              <a:rPr lang="en-US" sz="1600" spc="-10" dirty="0" err="1">
                <a:cs typeface="Source Sans Pro"/>
              </a:rPr>
              <a:t>alcance</a:t>
            </a:r>
            <a:r>
              <a:rPr lang="en-US" sz="1600" spc="-10" dirty="0">
                <a:cs typeface="Source Sans Pro"/>
              </a:rPr>
              <a:t>.</a:t>
            </a:r>
          </a:p>
          <a:p>
            <a:pPr marL="180975" indent="-180975">
              <a:buSzPct val="100000"/>
              <a:buFont typeface="Arial" charset="0"/>
              <a:buChar char="•"/>
              <a:tabLst>
                <a:tab pos="85725" algn="l"/>
              </a:tabLst>
            </a:pPr>
            <a:endParaRPr lang="en-US" sz="1600" spc="-10" dirty="0" smtClean="0">
              <a:cs typeface="Source Sans Pro"/>
            </a:endParaRPr>
          </a:p>
          <a:p>
            <a:pPr marL="180975" indent="-180975">
              <a:buSzPct val="100000"/>
              <a:buFont typeface="Arial" charset="0"/>
              <a:buChar char="•"/>
              <a:tabLst>
                <a:tab pos="85725" algn="l"/>
              </a:tabLst>
            </a:pPr>
            <a:r>
              <a:rPr lang="en-US" sz="1600" spc="-10" dirty="0" err="1" smtClean="0">
                <a:cs typeface="Source Sans Pro"/>
              </a:rPr>
              <a:t>Importancia</a:t>
            </a:r>
            <a:r>
              <a:rPr lang="en-US" sz="1600" spc="-10" dirty="0" smtClean="0">
                <a:cs typeface="Source Sans Pro"/>
              </a:rPr>
              <a:t> </a:t>
            </a:r>
            <a:r>
              <a:rPr lang="en-US" sz="1600" spc="-10" dirty="0">
                <a:cs typeface="Source Sans Pro"/>
              </a:rPr>
              <a:t>de la </a:t>
            </a:r>
            <a:r>
              <a:rPr lang="en-US" sz="1600" spc="-10" dirty="0" err="1">
                <a:cs typeface="Source Sans Pro"/>
              </a:rPr>
              <a:t>seguridad</a:t>
            </a:r>
            <a:r>
              <a:rPr lang="en-US" sz="1600" spc="-10" dirty="0">
                <a:cs typeface="Source Sans Pro"/>
              </a:rPr>
              <a:t> </a:t>
            </a:r>
            <a:r>
              <a:rPr lang="en-US" sz="1600" spc="-10" dirty="0" err="1">
                <a:cs typeface="Source Sans Pro"/>
              </a:rPr>
              <a:t>en</a:t>
            </a:r>
            <a:r>
              <a:rPr lang="en-US" sz="1600" spc="-10" dirty="0">
                <a:cs typeface="Source Sans Pro"/>
              </a:rPr>
              <a:t> </a:t>
            </a:r>
            <a:r>
              <a:rPr lang="en-US" sz="1600" spc="-10" dirty="0" err="1">
                <a:cs typeface="Source Sans Pro"/>
              </a:rPr>
              <a:t>cuanto</a:t>
            </a:r>
            <a:r>
              <a:rPr lang="en-US" sz="1600" spc="-10" dirty="0">
                <a:cs typeface="Source Sans Pro"/>
              </a:rPr>
              <a:t> al </a:t>
            </a:r>
            <a:r>
              <a:rPr lang="en-US" sz="1600" spc="-10" dirty="0" err="1">
                <a:cs typeface="Source Sans Pro"/>
              </a:rPr>
              <a:t>intercambio</a:t>
            </a:r>
            <a:r>
              <a:rPr lang="en-US" sz="1600" spc="-10" dirty="0">
                <a:cs typeface="Source Sans Pro"/>
              </a:rPr>
              <a:t> de </a:t>
            </a:r>
            <a:r>
              <a:rPr lang="en-US" sz="1600" spc="-10" dirty="0" err="1">
                <a:cs typeface="Source Sans Pro"/>
              </a:rPr>
              <a:t>información</a:t>
            </a:r>
            <a:r>
              <a:rPr lang="en-US" sz="1600" spc="-10" dirty="0">
                <a:cs typeface="Source Sans Pro"/>
              </a:rPr>
              <a:t>.</a:t>
            </a:r>
          </a:p>
          <a:p>
            <a:pPr marL="180975" indent="-180975">
              <a:buSzPct val="100000"/>
              <a:buFont typeface="Arial" charset="0"/>
              <a:buChar char="•"/>
              <a:tabLst>
                <a:tab pos="85725" algn="l"/>
              </a:tabLst>
            </a:pPr>
            <a:endParaRPr lang="en-US" sz="1600" spc="-10" dirty="0" smtClean="0">
              <a:cs typeface="Source Sans Pro"/>
            </a:endParaRPr>
          </a:p>
          <a:p>
            <a:pPr marL="180975" indent="-180975">
              <a:buSzPct val="100000"/>
              <a:buFont typeface="Arial" charset="0"/>
              <a:buChar char="•"/>
              <a:tabLst>
                <a:tab pos="85725" algn="l"/>
              </a:tabLst>
            </a:pPr>
            <a:r>
              <a:rPr lang="en-US" sz="1600" spc="-10" dirty="0" err="1" smtClean="0">
                <a:cs typeface="Source Sans Pro"/>
              </a:rPr>
              <a:t>Declaración</a:t>
            </a:r>
            <a:r>
              <a:rPr lang="en-US" sz="1600" spc="-10" dirty="0" smtClean="0">
                <a:cs typeface="Source Sans Pro"/>
              </a:rPr>
              <a:t> </a:t>
            </a:r>
            <a:r>
              <a:rPr lang="en-US" sz="1600" spc="-10" dirty="0">
                <a:cs typeface="Source Sans Pro"/>
              </a:rPr>
              <a:t>de la </a:t>
            </a:r>
            <a:r>
              <a:rPr lang="en-US" sz="1600" spc="-10" dirty="0" err="1">
                <a:cs typeface="Source Sans Pro"/>
              </a:rPr>
              <a:t>administración</a:t>
            </a:r>
            <a:r>
              <a:rPr lang="en-US" sz="1600" spc="-10" dirty="0">
                <a:cs typeface="Source Sans Pro"/>
              </a:rPr>
              <a:t>.</a:t>
            </a:r>
          </a:p>
          <a:p>
            <a:pPr marL="180975" indent="-180975">
              <a:buSzPct val="100000"/>
              <a:buFont typeface="Arial" charset="0"/>
              <a:buChar char="•"/>
              <a:tabLst>
                <a:tab pos="85725" algn="l"/>
              </a:tabLst>
            </a:pPr>
            <a:endParaRPr lang="en-US" sz="1600" spc="-10" dirty="0" smtClean="0">
              <a:cs typeface="Source Sans Pro"/>
            </a:endParaRPr>
          </a:p>
          <a:p>
            <a:pPr marL="180975" indent="-180975">
              <a:buSzPct val="100000"/>
              <a:buFont typeface="Arial" charset="0"/>
              <a:buChar char="•"/>
              <a:tabLst>
                <a:tab pos="85725" algn="l"/>
              </a:tabLst>
            </a:pPr>
            <a:r>
              <a:rPr lang="en-US" sz="1600" spc="-10" dirty="0" err="1" smtClean="0">
                <a:cs typeface="Source Sans Pro"/>
              </a:rPr>
              <a:t>Objetivos</a:t>
            </a:r>
            <a:r>
              <a:rPr lang="en-US" sz="1600" spc="-10" dirty="0" smtClean="0">
                <a:cs typeface="Source Sans Pro"/>
              </a:rPr>
              <a:t> </a:t>
            </a:r>
            <a:r>
              <a:rPr lang="en-US" sz="1600" spc="-10" dirty="0">
                <a:cs typeface="Source Sans Pro"/>
              </a:rPr>
              <a:t>de la </a:t>
            </a:r>
            <a:r>
              <a:rPr lang="en-US" sz="1600" spc="-10" dirty="0" err="1">
                <a:cs typeface="Source Sans Pro"/>
              </a:rPr>
              <a:t>seguridad</a:t>
            </a:r>
            <a:r>
              <a:rPr lang="en-US" sz="1600" spc="-10" dirty="0">
                <a:cs typeface="Source Sans Pro"/>
              </a:rPr>
              <a:t>, </a:t>
            </a:r>
            <a:r>
              <a:rPr lang="en-US" sz="1600" spc="-10" dirty="0" err="1">
                <a:cs typeface="Source Sans Pro"/>
              </a:rPr>
              <a:t>relacionados</a:t>
            </a:r>
            <a:r>
              <a:rPr lang="en-US" sz="1600" spc="-10" dirty="0">
                <a:cs typeface="Source Sans Pro"/>
              </a:rPr>
              <a:t> con la </a:t>
            </a:r>
            <a:r>
              <a:rPr lang="en-US" sz="1600" spc="-10" dirty="0" err="1">
                <a:cs typeface="Source Sans Pro"/>
              </a:rPr>
              <a:t>estrategia</a:t>
            </a:r>
            <a:r>
              <a:rPr lang="en-US" sz="1600" spc="-10" dirty="0">
                <a:cs typeface="Source Sans Pro"/>
              </a:rPr>
              <a:t> y </a:t>
            </a:r>
            <a:r>
              <a:rPr lang="en-US" sz="1600" spc="-10" dirty="0" err="1">
                <a:cs typeface="Source Sans Pro"/>
              </a:rPr>
              <a:t>objetivos</a:t>
            </a:r>
            <a:r>
              <a:rPr lang="en-US" sz="1600" spc="-10" dirty="0">
                <a:cs typeface="Source Sans Pro"/>
              </a:rPr>
              <a:t> de </a:t>
            </a:r>
            <a:r>
              <a:rPr lang="en-US" sz="1600" spc="-10" dirty="0" err="1">
                <a:cs typeface="Source Sans Pro"/>
              </a:rPr>
              <a:t>negocio</a:t>
            </a:r>
            <a:r>
              <a:rPr lang="en-US" sz="1600" spc="-10" dirty="0">
                <a:cs typeface="Source Sans Pro"/>
              </a:rPr>
              <a:t>.</a:t>
            </a:r>
          </a:p>
          <a:p>
            <a:pPr marL="180975" indent="-180975">
              <a:buSzPct val="100000"/>
              <a:buFont typeface="Arial" charset="0"/>
              <a:buChar char="•"/>
              <a:tabLst>
                <a:tab pos="85725" algn="l"/>
              </a:tabLst>
            </a:pPr>
            <a:endParaRPr lang="en-US" sz="1600" spc="-10" dirty="0" smtClean="0">
              <a:cs typeface="Source Sans Pro"/>
            </a:endParaRPr>
          </a:p>
          <a:p>
            <a:pPr marL="180975" indent="-180975">
              <a:buSzPct val="100000"/>
              <a:buFont typeface="Arial" charset="0"/>
              <a:buChar char="•"/>
              <a:tabLst>
                <a:tab pos="85725" algn="l"/>
              </a:tabLst>
            </a:pPr>
            <a:r>
              <a:rPr lang="en-US" sz="1600" spc="-10" dirty="0" smtClean="0">
                <a:cs typeface="Source Sans Pro"/>
              </a:rPr>
              <a:t>Marco </a:t>
            </a:r>
            <a:r>
              <a:rPr lang="en-US" sz="1600" spc="-10" dirty="0">
                <a:cs typeface="Source Sans Pro"/>
              </a:rPr>
              <a:t>para el </a:t>
            </a:r>
            <a:r>
              <a:rPr lang="en-US" sz="1600" spc="-10" dirty="0" err="1">
                <a:cs typeface="Source Sans Pro"/>
              </a:rPr>
              <a:t>establecimiento</a:t>
            </a:r>
            <a:r>
              <a:rPr lang="en-US" sz="1600" spc="-10" dirty="0">
                <a:cs typeface="Source Sans Pro"/>
              </a:rPr>
              <a:t> de </a:t>
            </a:r>
            <a:r>
              <a:rPr lang="en-US" sz="1600" spc="-10" dirty="0" err="1">
                <a:cs typeface="Source Sans Pro"/>
              </a:rPr>
              <a:t>objetivos</a:t>
            </a:r>
            <a:r>
              <a:rPr lang="en-US" sz="1600" spc="-10" dirty="0">
                <a:cs typeface="Source Sans Pro"/>
              </a:rPr>
              <a:t> de control y </a:t>
            </a:r>
            <a:r>
              <a:rPr lang="en-US" sz="1600" spc="-10" dirty="0" err="1">
                <a:cs typeface="Source Sans Pro"/>
              </a:rPr>
              <a:t>controles</a:t>
            </a:r>
            <a:r>
              <a:rPr lang="en-US" sz="1600" spc="-10" dirty="0">
                <a:cs typeface="Source Sans Pro"/>
              </a:rPr>
              <a:t>.</a:t>
            </a:r>
          </a:p>
        </p:txBody>
      </p:sp>
      <p:sp>
        <p:nvSpPr>
          <p:cNvPr id="5" name="Rectangle 5"/>
          <p:cNvSpPr/>
          <p:nvPr/>
        </p:nvSpPr>
        <p:spPr>
          <a:xfrm>
            <a:off x="512024" y="331345"/>
            <a:ext cx="4213980" cy="200055"/>
          </a:xfrm>
          <a:prstGeom prst="rect">
            <a:avLst/>
          </a:prstGeom>
        </p:spPr>
        <p:txBody>
          <a:bodyPr wrap="square" lIns="0" tIns="0" rIns="0" bIns="0">
            <a:spAutoFit/>
          </a:bodyPr>
          <a:lstStyle/>
          <a:p>
            <a:r>
              <a:rPr lang="en-US" sz="1300" dirty="0" smtClean="0">
                <a:solidFill>
                  <a:srgbClr val="438AD7"/>
                </a:solidFill>
              </a:rPr>
              <a:t>/ POLÍTICA DE SEGURIDAD</a:t>
            </a:r>
            <a:endParaRPr lang="en-US" sz="1300" dirty="0">
              <a:solidFill>
                <a:srgbClr val="438AD7"/>
              </a:solidFill>
            </a:endParaRP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Tree>
    <p:extLst>
      <p:ext uri="{BB962C8B-B14F-4D97-AF65-F5344CB8AC3E}">
        <p14:creationId xmlns:p14="http://schemas.microsoft.com/office/powerpoint/2010/main" val="15047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246221"/>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CONTENIDO - MODELO</a:t>
            </a:r>
            <a:endParaRPr lang="en-US" sz="1600" b="1" spc="-10" dirty="0">
              <a:cs typeface="Source Sans Pro"/>
            </a:endParaRPr>
          </a:p>
        </p:txBody>
      </p:sp>
      <p:sp>
        <p:nvSpPr>
          <p:cNvPr id="5" name="Rectangle 5"/>
          <p:cNvSpPr/>
          <p:nvPr/>
        </p:nvSpPr>
        <p:spPr>
          <a:xfrm>
            <a:off x="512024" y="331345"/>
            <a:ext cx="4213980" cy="200055"/>
          </a:xfrm>
          <a:prstGeom prst="rect">
            <a:avLst/>
          </a:prstGeom>
        </p:spPr>
        <p:txBody>
          <a:bodyPr wrap="square" lIns="0" tIns="0" rIns="0" bIns="0">
            <a:spAutoFit/>
          </a:bodyPr>
          <a:lstStyle/>
          <a:p>
            <a:r>
              <a:rPr lang="en-US" sz="1300" dirty="0" smtClean="0">
                <a:solidFill>
                  <a:srgbClr val="438AD7"/>
                </a:solidFill>
              </a:rPr>
              <a:t>/ POLÍTICA DE SEGURIDAD</a:t>
            </a:r>
            <a:endParaRPr lang="en-US" sz="1300" dirty="0">
              <a:solidFill>
                <a:srgbClr val="438AD7"/>
              </a:solidFill>
            </a:endParaRP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pic>
        <p:nvPicPr>
          <p:cNvPr id="6" name="Imagen 5"/>
          <p:cNvPicPr>
            <a:picLocks noChangeAspect="1"/>
          </p:cNvPicPr>
          <p:nvPr/>
        </p:nvPicPr>
        <p:blipFill rotWithShape="1">
          <a:blip r:embed="rId3"/>
          <a:srcRect l="12689" t="4715" r="56980" b="83882"/>
          <a:stretch/>
        </p:blipFill>
        <p:spPr>
          <a:xfrm>
            <a:off x="416358" y="1869897"/>
            <a:ext cx="3632763" cy="767901"/>
          </a:xfrm>
          <a:prstGeom prst="rect">
            <a:avLst/>
          </a:prstGeom>
        </p:spPr>
      </p:pic>
      <p:pic>
        <p:nvPicPr>
          <p:cNvPr id="9" name="Imagen 8"/>
          <p:cNvPicPr>
            <a:picLocks noChangeAspect="1"/>
          </p:cNvPicPr>
          <p:nvPr/>
        </p:nvPicPr>
        <p:blipFill rotWithShape="1">
          <a:blip r:embed="rId4">
            <a:extLst>
              <a:ext uri="{BEBA8EAE-BF5A-486C-A8C5-ECC9F3942E4B}">
                <a14:imgProps xmlns:a14="http://schemas.microsoft.com/office/drawing/2010/main">
                  <a14:imgLayer r:embed="rId5">
                    <a14:imgEffect>
                      <a14:sharpenSoften amount="50000"/>
                    </a14:imgEffect>
                  </a14:imgLayer>
                </a14:imgProps>
              </a:ext>
            </a:extLst>
          </a:blip>
          <a:srcRect l="13367" t="20570" r="57220" b="12030"/>
          <a:stretch/>
        </p:blipFill>
        <p:spPr>
          <a:xfrm>
            <a:off x="4836577" y="925071"/>
            <a:ext cx="3289114" cy="4237480"/>
          </a:xfrm>
          <a:prstGeom prst="rect">
            <a:avLst/>
          </a:prstGeom>
          <a:ln>
            <a:solidFill>
              <a:schemeClr val="bg1">
                <a:lumMod val="75000"/>
              </a:schemeClr>
            </a:solidFill>
          </a:ln>
        </p:spPr>
      </p:pic>
      <p:pic>
        <p:nvPicPr>
          <p:cNvPr id="10" name="Imagen 9"/>
          <p:cNvPicPr>
            <a:picLocks noChangeAspect="1"/>
          </p:cNvPicPr>
          <p:nvPr/>
        </p:nvPicPr>
        <p:blipFill rotWithShape="1">
          <a:blip r:embed="rId3"/>
          <a:srcRect l="14707" t="95872" r="58963"/>
          <a:stretch/>
        </p:blipFill>
        <p:spPr>
          <a:xfrm>
            <a:off x="478704" y="3505297"/>
            <a:ext cx="3737030" cy="329409"/>
          </a:xfrm>
          <a:prstGeom prst="rect">
            <a:avLst/>
          </a:prstGeom>
          <a:ln>
            <a:solidFill>
              <a:schemeClr val="bg1">
                <a:lumMod val="75000"/>
              </a:schemeClr>
            </a:solidFill>
          </a:ln>
        </p:spPr>
      </p:pic>
      <p:sp>
        <p:nvSpPr>
          <p:cNvPr id="11" name="CuadroTexto 10"/>
          <p:cNvSpPr txBox="1"/>
          <p:nvPr/>
        </p:nvSpPr>
        <p:spPr>
          <a:xfrm>
            <a:off x="478704" y="1439431"/>
            <a:ext cx="3010563" cy="338554"/>
          </a:xfrm>
          <a:prstGeom prst="rect">
            <a:avLst/>
          </a:prstGeom>
          <a:noFill/>
        </p:spPr>
        <p:txBody>
          <a:bodyPr wrap="square" lIns="180000" rIns="180000" rtlCol="0">
            <a:spAutoFit/>
          </a:bodyPr>
          <a:lstStyle/>
          <a:p>
            <a:r>
              <a:rPr lang="es-PE" sz="1600" b="1" dirty="0" smtClean="0"/>
              <a:t>Encabezado de Documento</a:t>
            </a:r>
            <a:endParaRPr lang="es-PE" sz="1600" b="1" dirty="0"/>
          </a:p>
        </p:txBody>
      </p:sp>
      <p:sp>
        <p:nvSpPr>
          <p:cNvPr id="12" name="CuadroTexto 11"/>
          <p:cNvSpPr txBox="1"/>
          <p:nvPr/>
        </p:nvSpPr>
        <p:spPr>
          <a:xfrm>
            <a:off x="478704" y="3065948"/>
            <a:ext cx="2434263" cy="338554"/>
          </a:xfrm>
          <a:prstGeom prst="rect">
            <a:avLst/>
          </a:prstGeom>
          <a:noFill/>
        </p:spPr>
        <p:txBody>
          <a:bodyPr wrap="square" lIns="180000" rIns="180000" rtlCol="0">
            <a:spAutoFit/>
          </a:bodyPr>
          <a:lstStyle/>
          <a:p>
            <a:r>
              <a:rPr lang="es-PE" sz="1600" b="1" dirty="0" smtClean="0"/>
              <a:t>Pie de Documento</a:t>
            </a:r>
            <a:endParaRPr lang="es-PE" sz="1600" b="1" dirty="0"/>
          </a:p>
        </p:txBody>
      </p:sp>
    </p:spTree>
    <p:extLst>
      <p:ext uri="{BB962C8B-B14F-4D97-AF65-F5344CB8AC3E}">
        <p14:creationId xmlns:p14="http://schemas.microsoft.com/office/powerpoint/2010/main" val="290553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2462213"/>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CONTENIDO</a:t>
            </a:r>
          </a:p>
          <a:p>
            <a:pPr>
              <a:buSzPct val="100000"/>
              <a:tabLst>
                <a:tab pos="85725" algn="l"/>
              </a:tabLst>
            </a:pPr>
            <a:r>
              <a:rPr lang="en-US" sz="1600" spc="-10" dirty="0" smtClean="0">
                <a:cs typeface="Source Sans Pro"/>
              </a:rPr>
              <a:t>La </a:t>
            </a:r>
            <a:r>
              <a:rPr lang="en-US" sz="1600" spc="-10" dirty="0" err="1" smtClean="0">
                <a:cs typeface="Source Sans Pro"/>
              </a:rPr>
              <a:t>Política</a:t>
            </a:r>
            <a:r>
              <a:rPr lang="en-US" sz="1600" spc="-10" dirty="0" smtClean="0">
                <a:cs typeface="Source Sans Pro"/>
              </a:rPr>
              <a:t> de </a:t>
            </a:r>
            <a:r>
              <a:rPr lang="en-US" sz="1600" spc="-10" dirty="0" err="1" smtClean="0">
                <a:cs typeface="Source Sans Pro"/>
              </a:rPr>
              <a:t>Seguridad</a:t>
            </a:r>
            <a:r>
              <a:rPr lang="en-US" sz="1600" spc="-10" dirty="0" smtClean="0">
                <a:cs typeface="Source Sans Pro"/>
              </a:rPr>
              <a:t> de la </a:t>
            </a:r>
            <a:r>
              <a:rPr lang="en-US" sz="1600" spc="-10" dirty="0" err="1" smtClean="0">
                <a:cs typeface="Source Sans Pro"/>
              </a:rPr>
              <a:t>información</a:t>
            </a:r>
            <a:r>
              <a:rPr lang="en-US" sz="1600" spc="-10" dirty="0" smtClean="0">
                <a:cs typeface="Source Sans Pro"/>
              </a:rPr>
              <a:t> </a:t>
            </a:r>
            <a:r>
              <a:rPr lang="en-US" sz="1600" spc="-10" dirty="0" err="1" smtClean="0">
                <a:cs typeface="Source Sans Pro"/>
              </a:rPr>
              <a:t>consiste</a:t>
            </a:r>
            <a:r>
              <a:rPr lang="en-US" sz="1600" spc="-10" dirty="0" smtClean="0">
                <a:cs typeface="Source Sans Pro"/>
              </a:rPr>
              <a:t> </a:t>
            </a:r>
            <a:r>
              <a:rPr lang="en-US" sz="1600" spc="-10" dirty="0" err="1" smtClean="0">
                <a:cs typeface="Source Sans Pro"/>
              </a:rPr>
              <a:t>en</a:t>
            </a:r>
            <a:r>
              <a:rPr lang="en-US" sz="1600" spc="-10" dirty="0" smtClean="0">
                <a:cs typeface="Source Sans Pro"/>
              </a:rPr>
              <a:t>:</a:t>
            </a:r>
          </a:p>
          <a:p>
            <a:pPr marL="185738" indent="-185738">
              <a:buSzPct val="100000"/>
              <a:buFont typeface="Arial" charset="0"/>
              <a:buChar char="•"/>
              <a:tabLst>
                <a:tab pos="85725" algn="l"/>
              </a:tabLst>
            </a:pPr>
            <a:r>
              <a:rPr lang="en-US" sz="1600" spc="-10" dirty="0" smtClean="0">
                <a:cs typeface="Source Sans Pro"/>
              </a:rPr>
              <a:t>Una </a:t>
            </a:r>
            <a:r>
              <a:rPr lang="en-US" sz="1600" spc="-10" dirty="0" err="1">
                <a:cs typeface="Source Sans Pro"/>
              </a:rPr>
              <a:t>Política</a:t>
            </a:r>
            <a:r>
              <a:rPr lang="en-US" sz="1600" spc="-10" dirty="0">
                <a:cs typeface="Source Sans Pro"/>
              </a:rPr>
              <a:t> de </a:t>
            </a:r>
            <a:r>
              <a:rPr lang="en-US" sz="1600" spc="-10" dirty="0" err="1">
                <a:cs typeface="Source Sans Pro"/>
              </a:rPr>
              <a:t>Seguridad</a:t>
            </a:r>
            <a:r>
              <a:rPr lang="en-US" sz="1600" spc="-10" dirty="0">
                <a:cs typeface="Source Sans Pro"/>
              </a:rPr>
              <a:t> global de la </a:t>
            </a:r>
            <a:r>
              <a:rPr lang="en-US" sz="1600" spc="-10" dirty="0" err="1">
                <a:cs typeface="Source Sans Pro"/>
              </a:rPr>
              <a:t>información</a:t>
            </a:r>
            <a:r>
              <a:rPr lang="en-US" sz="1600" spc="-10" dirty="0">
                <a:cs typeface="Source Sans Pro"/>
              </a:rPr>
              <a:t>.</a:t>
            </a:r>
          </a:p>
          <a:p>
            <a:pPr marL="185738" indent="-185738">
              <a:buSzPct val="100000"/>
              <a:buFont typeface="Arial" charset="0"/>
              <a:buChar char="•"/>
              <a:tabLst>
                <a:tab pos="85725" algn="l"/>
              </a:tabLst>
            </a:pPr>
            <a:r>
              <a:rPr lang="en-US" sz="1600" spc="-10" dirty="0" err="1">
                <a:cs typeface="Source Sans Pro"/>
              </a:rPr>
              <a:t>Uso</a:t>
            </a:r>
            <a:r>
              <a:rPr lang="en-US" sz="1600" spc="-10" dirty="0">
                <a:cs typeface="Source Sans Pro"/>
              </a:rPr>
              <a:t> y </a:t>
            </a:r>
            <a:r>
              <a:rPr lang="en-US" sz="1600" spc="-10" dirty="0" err="1">
                <a:cs typeface="Source Sans Pro"/>
              </a:rPr>
              <a:t>abuso</a:t>
            </a:r>
            <a:r>
              <a:rPr lang="en-US" sz="1600" spc="-10" dirty="0">
                <a:cs typeface="Source Sans Pro"/>
              </a:rPr>
              <a:t> de la </a:t>
            </a:r>
            <a:r>
              <a:rPr lang="en-US" sz="1600" spc="-10" dirty="0" err="1">
                <a:cs typeface="Source Sans Pro"/>
              </a:rPr>
              <a:t>política</a:t>
            </a:r>
            <a:r>
              <a:rPr lang="en-US" sz="1600" spc="-10" dirty="0">
                <a:cs typeface="Source Sans Pro"/>
              </a:rPr>
              <a:t> de </a:t>
            </a:r>
            <a:r>
              <a:rPr lang="en-US" sz="1600" spc="-10" dirty="0" err="1">
                <a:cs typeface="Source Sans Pro"/>
              </a:rPr>
              <a:t>activos</a:t>
            </a:r>
            <a:r>
              <a:rPr lang="en-US" sz="1600" spc="-10" dirty="0">
                <a:cs typeface="Source Sans Pro"/>
              </a:rPr>
              <a:t> IT.</a:t>
            </a:r>
          </a:p>
          <a:p>
            <a:pPr marL="185738" indent="-185738">
              <a:buSzPct val="100000"/>
              <a:buFont typeface="Arial" charset="0"/>
              <a:buChar char="•"/>
              <a:tabLst>
                <a:tab pos="85725" algn="l"/>
              </a:tabLst>
            </a:pPr>
            <a:r>
              <a:rPr lang="en-US" sz="1600" spc="-10" dirty="0" err="1">
                <a:cs typeface="Source Sans Pro"/>
              </a:rPr>
              <a:t>Política</a:t>
            </a:r>
            <a:r>
              <a:rPr lang="en-US" sz="1600" spc="-10" dirty="0">
                <a:cs typeface="Source Sans Pro"/>
              </a:rPr>
              <a:t> de control de </a:t>
            </a:r>
            <a:r>
              <a:rPr lang="en-US" sz="1600" spc="-10" dirty="0" err="1">
                <a:cs typeface="Source Sans Pro"/>
              </a:rPr>
              <a:t>accesos</a:t>
            </a:r>
            <a:r>
              <a:rPr lang="en-US" sz="1600" spc="-10" dirty="0">
                <a:cs typeface="Source Sans Pro"/>
              </a:rPr>
              <a:t>.</a:t>
            </a:r>
          </a:p>
          <a:p>
            <a:pPr marL="185738" indent="-185738">
              <a:buSzPct val="100000"/>
              <a:buFont typeface="Arial" charset="0"/>
              <a:buChar char="•"/>
              <a:tabLst>
                <a:tab pos="85725" algn="l"/>
              </a:tabLst>
            </a:pPr>
            <a:r>
              <a:rPr lang="en-US" sz="1600" spc="-10" dirty="0" err="1">
                <a:cs typeface="Source Sans Pro"/>
              </a:rPr>
              <a:t>Política</a:t>
            </a:r>
            <a:r>
              <a:rPr lang="en-US" sz="1600" spc="-10" dirty="0">
                <a:cs typeface="Source Sans Pro"/>
              </a:rPr>
              <a:t> de control de las </a:t>
            </a:r>
            <a:r>
              <a:rPr lang="en-US" sz="1600" spc="-10" dirty="0" err="1">
                <a:cs typeface="Source Sans Pro"/>
              </a:rPr>
              <a:t>contraseñas</a:t>
            </a:r>
            <a:r>
              <a:rPr lang="en-US" sz="1600" spc="-10" dirty="0">
                <a:cs typeface="Source Sans Pro"/>
              </a:rPr>
              <a:t>.</a:t>
            </a:r>
          </a:p>
          <a:p>
            <a:pPr marL="185738" indent="-185738">
              <a:buSzPct val="100000"/>
              <a:buFont typeface="Arial" charset="0"/>
              <a:buChar char="•"/>
              <a:tabLst>
                <a:tab pos="85725" algn="l"/>
              </a:tabLst>
            </a:pPr>
            <a:r>
              <a:rPr lang="en-US" sz="1600" spc="-10" dirty="0" err="1">
                <a:cs typeface="Source Sans Pro"/>
              </a:rPr>
              <a:t>Política</a:t>
            </a:r>
            <a:r>
              <a:rPr lang="en-US" sz="1600" spc="-10" dirty="0">
                <a:cs typeface="Source Sans Pro"/>
              </a:rPr>
              <a:t> de e-mail.</a:t>
            </a:r>
          </a:p>
          <a:p>
            <a:pPr marL="185738" indent="-185738">
              <a:buSzPct val="100000"/>
              <a:buFont typeface="Arial" charset="0"/>
              <a:buChar char="•"/>
              <a:tabLst>
                <a:tab pos="85725" algn="l"/>
              </a:tabLst>
            </a:pPr>
            <a:r>
              <a:rPr lang="en-US" sz="1600" spc="-10" dirty="0" err="1">
                <a:cs typeface="Source Sans Pro"/>
              </a:rPr>
              <a:t>Política</a:t>
            </a:r>
            <a:r>
              <a:rPr lang="en-US" sz="1600" spc="-10" dirty="0">
                <a:cs typeface="Source Sans Pro"/>
              </a:rPr>
              <a:t> de Internet.</a:t>
            </a:r>
          </a:p>
          <a:p>
            <a:pPr marL="185738" indent="-185738">
              <a:buSzPct val="100000"/>
              <a:buFont typeface="Arial" charset="0"/>
              <a:buChar char="•"/>
              <a:tabLst>
                <a:tab pos="85725" algn="l"/>
              </a:tabLst>
            </a:pPr>
            <a:r>
              <a:rPr lang="en-US" sz="1600" spc="-10" dirty="0" err="1">
                <a:cs typeface="Source Sans Pro"/>
              </a:rPr>
              <a:t>Política</a:t>
            </a:r>
            <a:r>
              <a:rPr lang="en-US" sz="1600" spc="-10" dirty="0">
                <a:cs typeface="Source Sans Pro"/>
              </a:rPr>
              <a:t> de anti-virus.</a:t>
            </a:r>
          </a:p>
          <a:p>
            <a:pPr>
              <a:buSzPct val="100000"/>
              <a:tabLst>
                <a:tab pos="85725" algn="l"/>
              </a:tabLst>
            </a:pPr>
            <a:endParaRPr lang="en-US" sz="1600" b="1" spc="-10" dirty="0">
              <a:cs typeface="Source Sans Pro"/>
            </a:endParaRPr>
          </a:p>
        </p:txBody>
      </p:sp>
      <p:sp>
        <p:nvSpPr>
          <p:cNvPr id="5" name="Rectangle 5"/>
          <p:cNvSpPr/>
          <p:nvPr/>
        </p:nvSpPr>
        <p:spPr>
          <a:xfrm>
            <a:off x="512024" y="331345"/>
            <a:ext cx="4213980" cy="200055"/>
          </a:xfrm>
          <a:prstGeom prst="rect">
            <a:avLst/>
          </a:prstGeom>
        </p:spPr>
        <p:txBody>
          <a:bodyPr wrap="square" lIns="0" tIns="0" rIns="0" bIns="0">
            <a:spAutoFit/>
          </a:bodyPr>
          <a:lstStyle/>
          <a:p>
            <a:r>
              <a:rPr lang="en-US" sz="1300" dirty="0" smtClean="0">
                <a:solidFill>
                  <a:srgbClr val="438AD7"/>
                </a:solidFill>
              </a:rPr>
              <a:t>/ POLÍTICA DE SEGURIDAD</a:t>
            </a:r>
            <a:endParaRPr lang="en-US" sz="1300" dirty="0">
              <a:solidFill>
                <a:srgbClr val="438AD7"/>
              </a:solidFill>
            </a:endParaRP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Tree>
    <p:extLst>
      <p:ext uri="{BB962C8B-B14F-4D97-AF65-F5344CB8AC3E}">
        <p14:creationId xmlns:p14="http://schemas.microsoft.com/office/powerpoint/2010/main" val="72934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1723549"/>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CONTENIDO</a:t>
            </a:r>
          </a:p>
          <a:p>
            <a:pPr>
              <a:buSzPct val="100000"/>
              <a:tabLst>
                <a:tab pos="85725" algn="l"/>
              </a:tabLst>
            </a:pPr>
            <a:r>
              <a:rPr lang="en-US" sz="1600" spc="-10" dirty="0">
                <a:cs typeface="Source Sans Pro"/>
              </a:rPr>
              <a:t>La </a:t>
            </a:r>
            <a:r>
              <a:rPr lang="en-US" sz="1600" spc="-10" dirty="0" err="1">
                <a:cs typeface="Source Sans Pro"/>
              </a:rPr>
              <a:t>Política</a:t>
            </a:r>
            <a:r>
              <a:rPr lang="en-US" sz="1600" spc="-10" dirty="0">
                <a:cs typeface="Source Sans Pro"/>
              </a:rPr>
              <a:t> de </a:t>
            </a:r>
            <a:r>
              <a:rPr lang="en-US" sz="1600" spc="-10" dirty="0" err="1">
                <a:cs typeface="Source Sans Pro"/>
              </a:rPr>
              <a:t>Seguridad</a:t>
            </a:r>
            <a:r>
              <a:rPr lang="en-US" sz="1600" spc="-10" dirty="0">
                <a:cs typeface="Source Sans Pro"/>
              </a:rPr>
              <a:t> de la </a:t>
            </a:r>
            <a:r>
              <a:rPr lang="en-US" sz="1600" spc="-10" dirty="0" err="1">
                <a:cs typeface="Source Sans Pro"/>
              </a:rPr>
              <a:t>información</a:t>
            </a:r>
            <a:r>
              <a:rPr lang="en-US" sz="1600" spc="-10" dirty="0">
                <a:cs typeface="Source Sans Pro"/>
              </a:rPr>
              <a:t> </a:t>
            </a:r>
            <a:r>
              <a:rPr lang="en-US" sz="1600" spc="-10" dirty="0" err="1">
                <a:cs typeface="Source Sans Pro"/>
              </a:rPr>
              <a:t>consiste</a:t>
            </a:r>
            <a:r>
              <a:rPr lang="en-US" sz="1600" spc="-10" dirty="0">
                <a:cs typeface="Source Sans Pro"/>
              </a:rPr>
              <a:t> </a:t>
            </a:r>
            <a:r>
              <a:rPr lang="en-US" sz="1600" spc="-10" dirty="0" err="1">
                <a:cs typeface="Source Sans Pro"/>
              </a:rPr>
              <a:t>en</a:t>
            </a:r>
            <a:r>
              <a:rPr lang="en-US" sz="1600" spc="-10" dirty="0">
                <a:cs typeface="Source Sans Pro"/>
              </a:rPr>
              <a:t>:</a:t>
            </a:r>
          </a:p>
          <a:p>
            <a:pPr marL="185738" indent="-185738">
              <a:buSzPct val="100000"/>
              <a:buFont typeface="Arial" charset="0"/>
              <a:buChar char="•"/>
              <a:tabLst>
                <a:tab pos="85725" algn="l"/>
              </a:tabLst>
            </a:pPr>
            <a:r>
              <a:rPr lang="en-US" sz="1600" spc="-10" dirty="0" err="1">
                <a:cs typeface="Source Sans Pro"/>
              </a:rPr>
              <a:t>Política</a:t>
            </a:r>
            <a:r>
              <a:rPr lang="en-US" sz="1600" spc="-10" dirty="0">
                <a:cs typeface="Source Sans Pro"/>
              </a:rPr>
              <a:t> de </a:t>
            </a:r>
            <a:r>
              <a:rPr lang="en-US" sz="1600" spc="-10" dirty="0" err="1">
                <a:cs typeface="Source Sans Pro"/>
              </a:rPr>
              <a:t>clasificación</a:t>
            </a:r>
            <a:r>
              <a:rPr lang="en-US" sz="1600" spc="-10" dirty="0">
                <a:cs typeface="Source Sans Pro"/>
              </a:rPr>
              <a:t> de la </a:t>
            </a:r>
            <a:r>
              <a:rPr lang="en-US" sz="1600" spc="-10" dirty="0" err="1">
                <a:cs typeface="Source Sans Pro"/>
              </a:rPr>
              <a:t>información</a:t>
            </a:r>
            <a:endParaRPr lang="en-US" sz="1600" spc="-10" dirty="0">
              <a:cs typeface="Source Sans Pro"/>
            </a:endParaRPr>
          </a:p>
          <a:p>
            <a:pPr marL="185738" indent="-185738">
              <a:buSzPct val="100000"/>
              <a:buFont typeface="Arial" charset="0"/>
              <a:buChar char="•"/>
              <a:tabLst>
                <a:tab pos="85725" algn="l"/>
              </a:tabLst>
            </a:pPr>
            <a:r>
              <a:rPr lang="en-US" sz="1600" spc="-10" dirty="0" err="1">
                <a:cs typeface="Source Sans Pro"/>
              </a:rPr>
              <a:t>Política</a:t>
            </a:r>
            <a:r>
              <a:rPr lang="en-US" sz="1600" spc="-10" dirty="0">
                <a:cs typeface="Source Sans Pro"/>
              </a:rPr>
              <a:t> de </a:t>
            </a:r>
            <a:r>
              <a:rPr lang="en-US" sz="1600" spc="-10" dirty="0" err="1">
                <a:cs typeface="Source Sans Pro"/>
              </a:rPr>
              <a:t>clasificación</a:t>
            </a:r>
            <a:r>
              <a:rPr lang="en-US" sz="1600" spc="-10" dirty="0">
                <a:cs typeface="Source Sans Pro"/>
              </a:rPr>
              <a:t> de </a:t>
            </a:r>
            <a:r>
              <a:rPr lang="en-US" sz="1600" spc="-10" dirty="0" err="1">
                <a:cs typeface="Source Sans Pro"/>
              </a:rPr>
              <a:t>documentos</a:t>
            </a:r>
            <a:r>
              <a:rPr lang="en-US" sz="1600" spc="-10" dirty="0">
                <a:cs typeface="Source Sans Pro"/>
              </a:rPr>
              <a:t>.</a:t>
            </a:r>
          </a:p>
          <a:p>
            <a:pPr marL="185738" indent="-185738">
              <a:buSzPct val="100000"/>
              <a:buFont typeface="Arial" charset="0"/>
              <a:buChar char="•"/>
              <a:tabLst>
                <a:tab pos="85725" algn="l"/>
              </a:tabLst>
            </a:pPr>
            <a:r>
              <a:rPr lang="en-US" sz="1600" spc="-10" dirty="0" err="1">
                <a:cs typeface="Source Sans Pro"/>
              </a:rPr>
              <a:t>Directiva</a:t>
            </a:r>
            <a:r>
              <a:rPr lang="en-US" sz="1600" spc="-10" dirty="0">
                <a:cs typeface="Source Sans Pro"/>
              </a:rPr>
              <a:t> de </a:t>
            </a:r>
            <a:r>
              <a:rPr lang="en-US" sz="1600" spc="-10" dirty="0" err="1">
                <a:cs typeface="Source Sans Pro"/>
              </a:rPr>
              <a:t>acceso</a:t>
            </a:r>
            <a:r>
              <a:rPr lang="en-US" sz="1600" spc="-10" dirty="0">
                <a:cs typeface="Source Sans Pro"/>
              </a:rPr>
              <a:t> </a:t>
            </a:r>
            <a:r>
              <a:rPr lang="en-US" sz="1600" spc="-10" dirty="0" err="1">
                <a:cs typeface="Source Sans Pro"/>
              </a:rPr>
              <a:t>remoto</a:t>
            </a:r>
            <a:r>
              <a:rPr lang="en-US" sz="1600" spc="-10" dirty="0">
                <a:cs typeface="Source Sans Pro"/>
              </a:rPr>
              <a:t>.</a:t>
            </a:r>
          </a:p>
          <a:p>
            <a:pPr marL="185738" indent="-185738">
              <a:buSzPct val="100000"/>
              <a:buFont typeface="Arial" charset="0"/>
              <a:buChar char="•"/>
              <a:tabLst>
                <a:tab pos="85725" algn="l"/>
              </a:tabLst>
            </a:pPr>
            <a:r>
              <a:rPr lang="en-US" sz="1600" spc="-10" dirty="0" err="1">
                <a:cs typeface="Source Sans Pro"/>
              </a:rPr>
              <a:t>Política</a:t>
            </a:r>
            <a:r>
              <a:rPr lang="en-US" sz="1600" spc="-10" dirty="0">
                <a:cs typeface="Source Sans Pro"/>
              </a:rPr>
              <a:t> del </a:t>
            </a:r>
            <a:r>
              <a:rPr lang="en-US" sz="1600" spc="-10" dirty="0" err="1">
                <a:cs typeface="Source Sans Pro"/>
              </a:rPr>
              <a:t>acceso</a:t>
            </a:r>
            <a:r>
              <a:rPr lang="en-US" sz="1600" spc="-10" dirty="0">
                <a:cs typeface="Source Sans Pro"/>
              </a:rPr>
              <a:t> de </a:t>
            </a:r>
            <a:r>
              <a:rPr lang="en-US" sz="1600" spc="-10" dirty="0" err="1">
                <a:cs typeface="Source Sans Pro"/>
              </a:rPr>
              <a:t>componentes</a:t>
            </a:r>
            <a:r>
              <a:rPr lang="en-US" sz="1600" spc="-10" dirty="0">
                <a:cs typeface="Source Sans Pro"/>
              </a:rPr>
              <a:t>, </a:t>
            </a:r>
            <a:r>
              <a:rPr lang="en-US" sz="1600" spc="-10" dirty="0" err="1">
                <a:cs typeface="Source Sans Pro"/>
              </a:rPr>
              <a:t>información</a:t>
            </a:r>
            <a:r>
              <a:rPr lang="en-US" sz="1600" spc="-10" dirty="0">
                <a:cs typeface="Source Sans Pro"/>
              </a:rPr>
              <a:t> y </a:t>
            </a:r>
            <a:r>
              <a:rPr lang="en-US" sz="1600" spc="-10" dirty="0" err="1">
                <a:cs typeface="Source Sans Pro"/>
              </a:rPr>
              <a:t>servicios</a:t>
            </a:r>
            <a:r>
              <a:rPr lang="en-US" sz="1600" spc="-10" dirty="0">
                <a:cs typeface="Source Sans Pro"/>
              </a:rPr>
              <a:t> IT </a:t>
            </a:r>
            <a:r>
              <a:rPr lang="en-US" sz="1600" spc="-10" dirty="0" err="1">
                <a:cs typeface="Source Sans Pro"/>
              </a:rPr>
              <a:t>por</a:t>
            </a:r>
            <a:r>
              <a:rPr lang="en-US" sz="1600" spc="-10" dirty="0">
                <a:cs typeface="Source Sans Pro"/>
              </a:rPr>
              <a:t> parte del </a:t>
            </a:r>
            <a:r>
              <a:rPr lang="en-US" sz="1600" spc="-10" dirty="0" err="1">
                <a:cs typeface="Source Sans Pro"/>
              </a:rPr>
              <a:t>proveedor</a:t>
            </a:r>
            <a:r>
              <a:rPr lang="en-US" sz="1600" spc="-10" dirty="0">
                <a:cs typeface="Source Sans Pro"/>
              </a:rPr>
              <a:t>.</a:t>
            </a:r>
          </a:p>
          <a:p>
            <a:pPr marL="185738" indent="-185738">
              <a:buSzPct val="100000"/>
              <a:buFont typeface="Arial" charset="0"/>
              <a:buChar char="•"/>
              <a:tabLst>
                <a:tab pos="85725" algn="l"/>
              </a:tabLst>
            </a:pPr>
            <a:r>
              <a:rPr lang="en-US" sz="1600" spc="-10" dirty="0" err="1">
                <a:cs typeface="Source Sans Pro"/>
              </a:rPr>
              <a:t>Política</a:t>
            </a:r>
            <a:r>
              <a:rPr lang="en-US" sz="1600" spc="-10" dirty="0">
                <a:cs typeface="Source Sans Pro"/>
              </a:rPr>
              <a:t> de </a:t>
            </a:r>
            <a:r>
              <a:rPr lang="en-US" sz="1600" spc="-10" dirty="0" err="1">
                <a:cs typeface="Source Sans Pro"/>
              </a:rPr>
              <a:t>negociación</a:t>
            </a:r>
            <a:r>
              <a:rPr lang="en-US" sz="1600" spc="-10" dirty="0">
                <a:cs typeface="Source Sans Pro"/>
              </a:rPr>
              <a:t> de </a:t>
            </a:r>
            <a:r>
              <a:rPr lang="en-US" sz="1600" spc="-10" dirty="0" err="1">
                <a:cs typeface="Source Sans Pro"/>
              </a:rPr>
              <a:t>activos</a:t>
            </a:r>
            <a:r>
              <a:rPr lang="en-US" sz="1600" spc="-10" dirty="0">
                <a:cs typeface="Source Sans Pro"/>
              </a:rPr>
              <a:t>.</a:t>
            </a:r>
          </a:p>
        </p:txBody>
      </p:sp>
      <p:sp>
        <p:nvSpPr>
          <p:cNvPr id="5" name="Rectangle 5"/>
          <p:cNvSpPr/>
          <p:nvPr/>
        </p:nvSpPr>
        <p:spPr>
          <a:xfrm>
            <a:off x="512024" y="331345"/>
            <a:ext cx="4213980" cy="200055"/>
          </a:xfrm>
          <a:prstGeom prst="rect">
            <a:avLst/>
          </a:prstGeom>
        </p:spPr>
        <p:txBody>
          <a:bodyPr wrap="square" lIns="0" tIns="0" rIns="0" bIns="0">
            <a:spAutoFit/>
          </a:bodyPr>
          <a:lstStyle/>
          <a:p>
            <a:r>
              <a:rPr lang="en-US" sz="1300" dirty="0" smtClean="0">
                <a:solidFill>
                  <a:srgbClr val="438AD7"/>
                </a:solidFill>
              </a:rPr>
              <a:t>/ POLÍTICA DE SEGURIDAD</a:t>
            </a:r>
            <a:endParaRPr lang="en-US" sz="1300" dirty="0">
              <a:solidFill>
                <a:srgbClr val="438AD7"/>
              </a:solidFill>
            </a:endParaRP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Tree>
    <p:extLst>
      <p:ext uri="{BB962C8B-B14F-4D97-AF65-F5344CB8AC3E}">
        <p14:creationId xmlns:p14="http://schemas.microsoft.com/office/powerpoint/2010/main" val="1058427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2215991"/>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ESTRUCTURA</a:t>
            </a:r>
            <a:endParaRPr lang="en-US" sz="1600" spc="-10" dirty="0">
              <a:cs typeface="Source Sans Pro"/>
            </a:endParaRPr>
          </a:p>
          <a:p>
            <a:pPr marL="342900" indent="-342900">
              <a:buSzPct val="100000"/>
              <a:buFont typeface="+mj-lt"/>
              <a:buAutoNum type="arabicPeriod"/>
              <a:tabLst>
                <a:tab pos="85725" algn="l"/>
              </a:tabLst>
            </a:pPr>
            <a:r>
              <a:rPr lang="en-US" sz="1600" spc="-10" dirty="0" err="1">
                <a:cs typeface="Source Sans Pro"/>
              </a:rPr>
              <a:t>Resumen</a:t>
            </a:r>
            <a:r>
              <a:rPr lang="en-US" sz="1600" spc="-10" dirty="0">
                <a:cs typeface="Source Sans Pro"/>
              </a:rPr>
              <a:t>.</a:t>
            </a:r>
          </a:p>
          <a:p>
            <a:pPr marL="342900" indent="-342900">
              <a:buSzPct val="100000"/>
              <a:buFont typeface="+mj-lt"/>
              <a:buAutoNum type="arabicPeriod"/>
              <a:tabLst>
                <a:tab pos="85725" algn="l"/>
              </a:tabLst>
            </a:pPr>
            <a:r>
              <a:rPr lang="en-US" sz="1600" spc="-10" dirty="0" err="1">
                <a:cs typeface="Source Sans Pro"/>
              </a:rPr>
              <a:t>Introducción</a:t>
            </a:r>
            <a:r>
              <a:rPr lang="en-US" sz="1600" spc="-10" dirty="0">
                <a:cs typeface="Source Sans Pro"/>
              </a:rPr>
              <a:t>.</a:t>
            </a:r>
          </a:p>
          <a:p>
            <a:pPr marL="342900" indent="-342900">
              <a:buSzPct val="100000"/>
              <a:buFont typeface="+mj-lt"/>
              <a:buAutoNum type="arabicPeriod"/>
              <a:tabLst>
                <a:tab pos="85725" algn="l"/>
              </a:tabLst>
            </a:pPr>
            <a:r>
              <a:rPr lang="en-US" sz="1600" spc="-10" dirty="0" err="1">
                <a:cs typeface="Source Sans Pro"/>
              </a:rPr>
              <a:t>Ámbito</a:t>
            </a:r>
            <a:r>
              <a:rPr lang="en-US" sz="1600" spc="-10" dirty="0">
                <a:cs typeface="Source Sans Pro"/>
              </a:rPr>
              <a:t> de </a:t>
            </a:r>
            <a:r>
              <a:rPr lang="en-US" sz="1600" spc="-10" dirty="0" err="1">
                <a:cs typeface="Source Sans Pro"/>
              </a:rPr>
              <a:t>aplicación</a:t>
            </a:r>
            <a:r>
              <a:rPr lang="en-US" sz="1600" spc="-10" dirty="0">
                <a:cs typeface="Source Sans Pro"/>
              </a:rPr>
              <a:t>.</a:t>
            </a:r>
          </a:p>
          <a:p>
            <a:pPr marL="342900" indent="-342900">
              <a:buSzPct val="100000"/>
              <a:buFont typeface="+mj-lt"/>
              <a:buAutoNum type="arabicPeriod"/>
              <a:tabLst>
                <a:tab pos="85725" algn="l"/>
              </a:tabLst>
            </a:pPr>
            <a:r>
              <a:rPr lang="en-US" sz="1600" spc="-10" dirty="0" err="1">
                <a:cs typeface="Source Sans Pro"/>
              </a:rPr>
              <a:t>Objetivos</a:t>
            </a:r>
            <a:r>
              <a:rPr lang="en-US" sz="1600" spc="-10" dirty="0">
                <a:cs typeface="Source Sans Pro"/>
              </a:rPr>
              <a:t>.</a:t>
            </a:r>
          </a:p>
          <a:p>
            <a:pPr marL="342900" indent="-342900">
              <a:buSzPct val="100000"/>
              <a:buFont typeface="+mj-lt"/>
              <a:buAutoNum type="arabicPeriod"/>
              <a:tabLst>
                <a:tab pos="85725" algn="l"/>
              </a:tabLst>
            </a:pPr>
            <a:r>
              <a:rPr lang="en-US" sz="1600" spc="-10" dirty="0" err="1">
                <a:cs typeface="Source Sans Pro"/>
              </a:rPr>
              <a:t>Principios</a:t>
            </a:r>
            <a:r>
              <a:rPr lang="en-US" sz="1600" spc="-10" dirty="0">
                <a:cs typeface="Source Sans Pro"/>
              </a:rPr>
              <a:t>.</a:t>
            </a:r>
          </a:p>
          <a:p>
            <a:pPr marL="342900" indent="-342900">
              <a:buSzPct val="100000"/>
              <a:buFont typeface="+mj-lt"/>
              <a:buAutoNum type="arabicPeriod"/>
              <a:tabLst>
                <a:tab pos="85725" algn="l"/>
              </a:tabLst>
            </a:pPr>
            <a:r>
              <a:rPr lang="en-US" sz="1600" spc="-10" dirty="0" err="1">
                <a:cs typeface="Source Sans Pro"/>
              </a:rPr>
              <a:t>Responsabilidades</a:t>
            </a:r>
            <a:r>
              <a:rPr lang="en-US" sz="1600" spc="-10" dirty="0">
                <a:cs typeface="Source Sans Pro"/>
              </a:rPr>
              <a:t>.</a:t>
            </a:r>
          </a:p>
          <a:p>
            <a:pPr marL="342900" indent="-342900">
              <a:buSzPct val="100000"/>
              <a:buFont typeface="+mj-lt"/>
              <a:buAutoNum type="arabicPeriod"/>
              <a:tabLst>
                <a:tab pos="85725" algn="l"/>
              </a:tabLst>
            </a:pPr>
            <a:r>
              <a:rPr lang="en-US" sz="1600" spc="-10" dirty="0" err="1">
                <a:cs typeface="Source Sans Pro"/>
              </a:rPr>
              <a:t>Resultados</a:t>
            </a:r>
            <a:r>
              <a:rPr lang="en-US" sz="1600" spc="-10" dirty="0">
                <a:cs typeface="Source Sans Pro"/>
              </a:rPr>
              <a:t> </a:t>
            </a:r>
            <a:r>
              <a:rPr lang="en-US" sz="1600" spc="-10" dirty="0" err="1">
                <a:cs typeface="Source Sans Pro"/>
              </a:rPr>
              <a:t>importantes</a:t>
            </a:r>
            <a:r>
              <a:rPr lang="en-US" sz="1600" spc="-10" dirty="0">
                <a:cs typeface="Source Sans Pro"/>
              </a:rPr>
              <a:t>.</a:t>
            </a:r>
          </a:p>
          <a:p>
            <a:pPr marL="342900" indent="-342900">
              <a:buSzPct val="100000"/>
              <a:buFont typeface="+mj-lt"/>
              <a:buAutoNum type="arabicPeriod"/>
              <a:tabLst>
                <a:tab pos="85725" algn="l"/>
              </a:tabLst>
            </a:pPr>
            <a:r>
              <a:rPr lang="en-US" sz="1600" spc="-10" dirty="0" err="1">
                <a:cs typeface="Source Sans Pro"/>
              </a:rPr>
              <a:t>Políticas</a:t>
            </a:r>
            <a:r>
              <a:rPr lang="en-US" sz="1600" spc="-10" dirty="0">
                <a:cs typeface="Source Sans Pro"/>
              </a:rPr>
              <a:t> </a:t>
            </a:r>
            <a:r>
              <a:rPr lang="en-US" sz="1600" spc="-10" dirty="0" err="1">
                <a:cs typeface="Source Sans Pro"/>
              </a:rPr>
              <a:t>relacionadas</a:t>
            </a:r>
            <a:r>
              <a:rPr lang="en-US" sz="1600" spc="-10" dirty="0">
                <a:cs typeface="Source Sans Pro"/>
              </a:rPr>
              <a:t>.</a:t>
            </a:r>
          </a:p>
        </p:txBody>
      </p:sp>
      <p:sp>
        <p:nvSpPr>
          <p:cNvPr id="5" name="Rectangle 5"/>
          <p:cNvSpPr/>
          <p:nvPr/>
        </p:nvSpPr>
        <p:spPr>
          <a:xfrm>
            <a:off x="512024" y="331345"/>
            <a:ext cx="4213980" cy="200055"/>
          </a:xfrm>
          <a:prstGeom prst="rect">
            <a:avLst/>
          </a:prstGeom>
        </p:spPr>
        <p:txBody>
          <a:bodyPr wrap="square" lIns="0" tIns="0" rIns="0" bIns="0">
            <a:spAutoFit/>
          </a:bodyPr>
          <a:lstStyle/>
          <a:p>
            <a:r>
              <a:rPr lang="en-US" sz="1300" dirty="0" smtClean="0">
                <a:solidFill>
                  <a:srgbClr val="438AD7"/>
                </a:solidFill>
              </a:rPr>
              <a:t>/ POLÍTICA DE SEGURIDAD</a:t>
            </a:r>
            <a:endParaRPr lang="en-US" sz="1300" dirty="0">
              <a:solidFill>
                <a:srgbClr val="438AD7"/>
              </a:solidFill>
            </a:endParaRP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Tree>
    <p:extLst>
      <p:ext uri="{BB962C8B-B14F-4D97-AF65-F5344CB8AC3E}">
        <p14:creationId xmlns:p14="http://schemas.microsoft.com/office/powerpoint/2010/main" val="28523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1477328"/>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PROCESO DE ELABORACIÓN</a:t>
            </a:r>
          </a:p>
          <a:p>
            <a:pPr marL="342900" indent="-342900">
              <a:buSzPct val="100000"/>
              <a:buFont typeface="+mj-lt"/>
              <a:buAutoNum type="arabicPeriod"/>
              <a:tabLst>
                <a:tab pos="85725" algn="l"/>
              </a:tabLst>
            </a:pPr>
            <a:r>
              <a:rPr lang="en-US" sz="1600" spc="-10" dirty="0" err="1" smtClean="0">
                <a:cs typeface="Source Sans Pro"/>
              </a:rPr>
              <a:t>Designar</a:t>
            </a:r>
            <a:r>
              <a:rPr lang="en-US" sz="1600" spc="-10" dirty="0" smtClean="0">
                <a:cs typeface="Source Sans Pro"/>
              </a:rPr>
              <a:t> </a:t>
            </a:r>
            <a:r>
              <a:rPr lang="en-US" sz="1600" spc="-10" dirty="0">
                <a:cs typeface="Source Sans Pro"/>
              </a:rPr>
              <a:t>a </a:t>
            </a:r>
            <a:r>
              <a:rPr lang="en-US" sz="1600" spc="-10" dirty="0" err="1">
                <a:cs typeface="Source Sans Pro"/>
              </a:rPr>
              <a:t>una</a:t>
            </a:r>
            <a:r>
              <a:rPr lang="en-US" sz="1600" spc="-10" dirty="0">
                <a:cs typeface="Source Sans Pro"/>
              </a:rPr>
              <a:t> persona </a:t>
            </a:r>
            <a:r>
              <a:rPr lang="en-US" sz="1600" spc="-10" dirty="0" err="1">
                <a:cs typeface="Source Sans Pro"/>
              </a:rPr>
              <a:t>responsable</a:t>
            </a:r>
            <a:r>
              <a:rPr lang="en-US" sz="1600" spc="-10" dirty="0">
                <a:cs typeface="Source Sans Pro"/>
              </a:rPr>
              <a:t>.</a:t>
            </a:r>
          </a:p>
          <a:p>
            <a:pPr marL="342900" indent="-342900">
              <a:buSzPct val="100000"/>
              <a:buFont typeface="+mj-lt"/>
              <a:buAutoNum type="arabicPeriod"/>
              <a:tabLst>
                <a:tab pos="85725" algn="l"/>
              </a:tabLst>
            </a:pPr>
            <a:r>
              <a:rPr lang="en-US" sz="1600" spc="-10" dirty="0" err="1">
                <a:cs typeface="Source Sans Pro"/>
              </a:rPr>
              <a:t>Identificar</a:t>
            </a:r>
            <a:r>
              <a:rPr lang="en-US" sz="1600" spc="-10" dirty="0">
                <a:cs typeface="Source Sans Pro"/>
              </a:rPr>
              <a:t> </a:t>
            </a:r>
            <a:r>
              <a:rPr lang="en-US" sz="1600" spc="-10" dirty="0" err="1">
                <a:cs typeface="Source Sans Pro"/>
              </a:rPr>
              <a:t>los</a:t>
            </a:r>
            <a:r>
              <a:rPr lang="en-US" sz="1600" spc="-10" dirty="0">
                <a:cs typeface="Source Sans Pro"/>
              </a:rPr>
              <a:t> </a:t>
            </a:r>
            <a:r>
              <a:rPr lang="en-US" sz="1600" spc="-10" dirty="0" err="1">
                <a:cs typeface="Source Sans Pro"/>
              </a:rPr>
              <a:t>componentes</a:t>
            </a:r>
            <a:r>
              <a:rPr lang="en-US" sz="1600" spc="-10" dirty="0">
                <a:cs typeface="Source Sans Pro"/>
              </a:rPr>
              <a:t> de la </a:t>
            </a:r>
            <a:r>
              <a:rPr lang="en-US" sz="1600" spc="-10" dirty="0" err="1">
                <a:cs typeface="Source Sans Pro"/>
              </a:rPr>
              <a:t>política</a:t>
            </a:r>
            <a:r>
              <a:rPr lang="en-US" sz="1600" spc="-10" dirty="0">
                <a:cs typeface="Source Sans Pro"/>
              </a:rPr>
              <a:t>.</a:t>
            </a:r>
          </a:p>
          <a:p>
            <a:pPr marL="342900" indent="-342900">
              <a:buSzPct val="100000"/>
              <a:buFont typeface="+mj-lt"/>
              <a:buAutoNum type="arabicPeriod"/>
              <a:tabLst>
                <a:tab pos="85725" algn="l"/>
              </a:tabLst>
            </a:pPr>
            <a:r>
              <a:rPr lang="en-US" sz="1600" spc="-10" dirty="0" err="1">
                <a:cs typeface="Source Sans Pro"/>
              </a:rPr>
              <a:t>Escribir</a:t>
            </a:r>
            <a:r>
              <a:rPr lang="en-US" sz="1600" spc="-10" dirty="0">
                <a:cs typeface="Source Sans Pro"/>
              </a:rPr>
              <a:t> las </a:t>
            </a:r>
            <a:r>
              <a:rPr lang="en-US" sz="1600" spc="-10" dirty="0" err="1">
                <a:cs typeface="Source Sans Pro"/>
              </a:rPr>
              <a:t>secciones</a:t>
            </a:r>
            <a:r>
              <a:rPr lang="en-US" sz="1600" spc="-10" dirty="0">
                <a:cs typeface="Source Sans Pro"/>
              </a:rPr>
              <a:t>.</a:t>
            </a:r>
          </a:p>
          <a:p>
            <a:pPr marL="342900" indent="-342900">
              <a:buSzPct val="100000"/>
              <a:buFont typeface="+mj-lt"/>
              <a:buAutoNum type="arabicPeriod"/>
              <a:tabLst>
                <a:tab pos="85725" algn="l"/>
              </a:tabLst>
            </a:pPr>
            <a:r>
              <a:rPr lang="en-US" sz="1600" spc="-10" dirty="0" err="1">
                <a:cs typeface="Source Sans Pro"/>
              </a:rPr>
              <a:t>Validación</a:t>
            </a:r>
            <a:r>
              <a:rPr lang="en-US" sz="1600" spc="-10" dirty="0">
                <a:cs typeface="Source Sans Pro"/>
              </a:rPr>
              <a:t> de </a:t>
            </a:r>
            <a:r>
              <a:rPr lang="en-US" sz="1600" spc="-10" dirty="0" err="1">
                <a:cs typeface="Source Sans Pro"/>
              </a:rPr>
              <a:t>contenido</a:t>
            </a:r>
            <a:r>
              <a:rPr lang="en-US" sz="1600" spc="-10" dirty="0">
                <a:cs typeface="Source Sans Pro"/>
              </a:rPr>
              <a:t> y de forma.</a:t>
            </a:r>
          </a:p>
          <a:p>
            <a:pPr marL="342900" indent="-342900">
              <a:buSzPct val="100000"/>
              <a:buFont typeface="+mj-lt"/>
              <a:buAutoNum type="arabicPeriod"/>
              <a:tabLst>
                <a:tab pos="85725" algn="l"/>
              </a:tabLst>
            </a:pPr>
            <a:r>
              <a:rPr lang="en-US" sz="1600" spc="-10" dirty="0" err="1">
                <a:cs typeface="Source Sans Pro"/>
              </a:rPr>
              <a:t>Validación</a:t>
            </a:r>
            <a:r>
              <a:rPr lang="en-US" sz="1600" spc="-10" dirty="0">
                <a:cs typeface="Source Sans Pro"/>
              </a:rPr>
              <a:t> </a:t>
            </a:r>
            <a:r>
              <a:rPr lang="en-US" sz="1600" spc="-10" dirty="0" err="1">
                <a:cs typeface="Source Sans Pro"/>
              </a:rPr>
              <a:t>por</a:t>
            </a:r>
            <a:r>
              <a:rPr lang="en-US" sz="1600" spc="-10" dirty="0">
                <a:cs typeface="Source Sans Pro"/>
              </a:rPr>
              <a:t> parte de las </a:t>
            </a:r>
            <a:r>
              <a:rPr lang="en-US" sz="1600" spc="-10" dirty="0" err="1">
                <a:cs typeface="Source Sans Pro"/>
              </a:rPr>
              <a:t>partes</a:t>
            </a:r>
            <a:r>
              <a:rPr lang="en-US" sz="1600" spc="-10" dirty="0">
                <a:cs typeface="Source Sans Pro"/>
              </a:rPr>
              <a:t> </a:t>
            </a:r>
            <a:r>
              <a:rPr lang="en-US" sz="1600" spc="-10" dirty="0" err="1">
                <a:cs typeface="Source Sans Pro"/>
              </a:rPr>
              <a:t>interesadas</a:t>
            </a:r>
            <a:r>
              <a:rPr lang="en-US" sz="1600" spc="-10" dirty="0">
                <a:cs typeface="Source Sans Pro"/>
              </a:rPr>
              <a:t>.</a:t>
            </a:r>
          </a:p>
        </p:txBody>
      </p:sp>
      <p:sp>
        <p:nvSpPr>
          <p:cNvPr id="5" name="Rectangle 5"/>
          <p:cNvSpPr/>
          <p:nvPr/>
        </p:nvSpPr>
        <p:spPr>
          <a:xfrm>
            <a:off x="512024" y="331345"/>
            <a:ext cx="4213980" cy="200055"/>
          </a:xfrm>
          <a:prstGeom prst="rect">
            <a:avLst/>
          </a:prstGeom>
        </p:spPr>
        <p:txBody>
          <a:bodyPr wrap="square" lIns="0" tIns="0" rIns="0" bIns="0">
            <a:spAutoFit/>
          </a:bodyPr>
          <a:lstStyle/>
          <a:p>
            <a:r>
              <a:rPr lang="en-US" sz="1300" dirty="0" smtClean="0">
                <a:solidFill>
                  <a:srgbClr val="438AD7"/>
                </a:solidFill>
              </a:rPr>
              <a:t>/ POLÍTICA DE SEGURIDAD</a:t>
            </a:r>
            <a:endParaRPr lang="en-US" sz="1300" dirty="0">
              <a:solidFill>
                <a:srgbClr val="438AD7"/>
              </a:solidFill>
            </a:endParaRP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Tree>
    <p:extLst>
      <p:ext uri="{BB962C8B-B14F-4D97-AF65-F5344CB8AC3E}">
        <p14:creationId xmlns:p14="http://schemas.microsoft.com/office/powerpoint/2010/main" val="106371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246221"/>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REVISIÓN</a:t>
            </a:r>
          </a:p>
        </p:txBody>
      </p:sp>
      <p:sp>
        <p:nvSpPr>
          <p:cNvPr id="5" name="Rectangle 5"/>
          <p:cNvSpPr/>
          <p:nvPr/>
        </p:nvSpPr>
        <p:spPr>
          <a:xfrm>
            <a:off x="512024" y="331345"/>
            <a:ext cx="4213980" cy="200055"/>
          </a:xfrm>
          <a:prstGeom prst="rect">
            <a:avLst/>
          </a:prstGeom>
        </p:spPr>
        <p:txBody>
          <a:bodyPr wrap="square" lIns="0" tIns="0" rIns="0" bIns="0">
            <a:spAutoFit/>
          </a:bodyPr>
          <a:lstStyle/>
          <a:p>
            <a:r>
              <a:rPr lang="en-US" sz="1300" dirty="0" smtClean="0">
                <a:solidFill>
                  <a:srgbClr val="438AD7"/>
                </a:solidFill>
              </a:rPr>
              <a:t>/ POLÍTICA DE SEGURIDAD</a:t>
            </a:r>
            <a:endParaRPr lang="en-US" sz="1300" dirty="0">
              <a:solidFill>
                <a:srgbClr val="438AD7"/>
              </a:solidFill>
            </a:endParaRP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pic>
        <p:nvPicPr>
          <p:cNvPr id="2" name="Imagen 1"/>
          <p:cNvPicPr>
            <a:picLocks noChangeAspect="1"/>
          </p:cNvPicPr>
          <p:nvPr/>
        </p:nvPicPr>
        <p:blipFill rotWithShape="1">
          <a:blip r:embed="rId3">
            <a:extLst>
              <a:ext uri="{28A0092B-C50C-407E-A947-70E740481C1C}">
                <a14:useLocalDpi xmlns:a14="http://schemas.microsoft.com/office/drawing/2010/main" val="0"/>
              </a:ext>
            </a:extLst>
          </a:blip>
          <a:srcRect t="3150" b="12504"/>
          <a:stretch/>
        </p:blipFill>
        <p:spPr>
          <a:xfrm>
            <a:off x="1174334" y="2182089"/>
            <a:ext cx="6795333" cy="2980461"/>
          </a:xfrm>
          <a:prstGeom prst="rect">
            <a:avLst/>
          </a:prstGeom>
        </p:spPr>
      </p:pic>
      <p:sp>
        <p:nvSpPr>
          <p:cNvPr id="6" name="Marcador de contenido 7"/>
          <p:cNvSpPr txBox="1">
            <a:spLocks/>
          </p:cNvSpPr>
          <p:nvPr/>
        </p:nvSpPr>
        <p:spPr>
          <a:xfrm>
            <a:off x="1182120" y="1288472"/>
            <a:ext cx="6779761" cy="826454"/>
          </a:xfrm>
          <a:prstGeom prst="rect">
            <a:avLst/>
          </a:prstGeom>
          <a:solidFill>
            <a:srgbClr val="F2D164"/>
          </a:solidFill>
          <a:ln w="38100">
            <a:noFill/>
          </a:ln>
        </p:spPr>
        <p:txBody>
          <a:bodyPr lIns="251999" tIns="251999" rIns="252000" bIns="251999" anchor="ctr" anchorCtr="1"/>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just">
              <a:buNone/>
            </a:pPr>
            <a:r>
              <a:rPr lang="es-PE" sz="1600" dirty="0"/>
              <a:t>A fin de garantizar su adecuación a las necesidades de seguridad de la organización, el contenido de la política del SGSI debe ser revisado con </a:t>
            </a:r>
            <a:r>
              <a:rPr lang="es-PE" sz="1600" b="1" dirty="0"/>
              <a:t>regularidad.</a:t>
            </a:r>
          </a:p>
        </p:txBody>
      </p:sp>
      <p:sp>
        <p:nvSpPr>
          <p:cNvPr id="11" name="object 7"/>
          <p:cNvSpPr txBox="1"/>
          <p:nvPr/>
        </p:nvSpPr>
        <p:spPr>
          <a:xfrm>
            <a:off x="1937102" y="3063838"/>
            <a:ext cx="2866529" cy="1453796"/>
          </a:xfrm>
          <a:prstGeom prst="rect">
            <a:avLst/>
          </a:prstGeom>
        </p:spPr>
        <p:txBody>
          <a:bodyPr vert="horz" wrap="square" lIns="0" tIns="0" rIns="0" bIns="0" rtlCol="0">
            <a:spAutoFit/>
          </a:bodyPr>
          <a:lstStyle/>
          <a:p>
            <a:pPr>
              <a:lnSpc>
                <a:spcPts val="3680"/>
              </a:lnSpc>
              <a:buSzPct val="100000"/>
              <a:tabLst>
                <a:tab pos="85725" algn="l"/>
              </a:tabLst>
            </a:pPr>
            <a:r>
              <a:rPr lang="en-US" sz="4400" b="1" spc="-10">
                <a:solidFill>
                  <a:srgbClr val="D2032C"/>
                </a:solidFill>
                <a:cs typeface="Source Sans Pro"/>
              </a:rPr>
              <a:t>¿</a:t>
            </a:r>
            <a:r>
              <a:rPr lang="en-US" sz="4400" b="1" spc="-10" smtClean="0">
                <a:solidFill>
                  <a:srgbClr val="D2032C"/>
                </a:solidFill>
                <a:cs typeface="Source Sans Pro"/>
              </a:rPr>
              <a:t>REGU</a:t>
            </a:r>
            <a:br>
              <a:rPr lang="en-US" sz="4400" b="1" spc="-10" smtClean="0">
                <a:solidFill>
                  <a:srgbClr val="D2032C"/>
                </a:solidFill>
                <a:cs typeface="Source Sans Pro"/>
              </a:rPr>
            </a:br>
            <a:r>
              <a:rPr lang="en-US" sz="4400" b="1" spc="-10" smtClean="0">
                <a:solidFill>
                  <a:srgbClr val="D2032C"/>
                </a:solidFill>
                <a:cs typeface="Source Sans Pro"/>
              </a:rPr>
              <a:t>LARI</a:t>
            </a:r>
            <a:br>
              <a:rPr lang="en-US" sz="4400" b="1" spc="-10" smtClean="0">
                <a:solidFill>
                  <a:srgbClr val="D2032C"/>
                </a:solidFill>
                <a:cs typeface="Source Sans Pro"/>
              </a:rPr>
            </a:br>
            <a:r>
              <a:rPr lang="en-US" sz="4400" b="1" spc="-10" smtClean="0">
                <a:solidFill>
                  <a:srgbClr val="D2032C"/>
                </a:solidFill>
                <a:cs typeface="Source Sans Pro"/>
              </a:rPr>
              <a:t>DAD?</a:t>
            </a:r>
            <a:endParaRPr lang="en-US" sz="4400" b="1" spc="-10" dirty="0" smtClean="0">
              <a:solidFill>
                <a:srgbClr val="D2032C"/>
              </a:solidFill>
              <a:cs typeface="Source Sans Pro"/>
            </a:endParaRPr>
          </a:p>
        </p:txBody>
      </p:sp>
    </p:spTree>
    <p:extLst>
      <p:ext uri="{BB962C8B-B14F-4D97-AF65-F5344CB8AC3E}">
        <p14:creationId xmlns:p14="http://schemas.microsoft.com/office/powerpoint/2010/main" val="161709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246221"/>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REVISIÓN</a:t>
            </a:r>
          </a:p>
        </p:txBody>
      </p:sp>
      <p:sp>
        <p:nvSpPr>
          <p:cNvPr id="5" name="Rectangle 5"/>
          <p:cNvSpPr/>
          <p:nvPr/>
        </p:nvSpPr>
        <p:spPr>
          <a:xfrm>
            <a:off x="512024" y="331345"/>
            <a:ext cx="4213980" cy="200055"/>
          </a:xfrm>
          <a:prstGeom prst="rect">
            <a:avLst/>
          </a:prstGeom>
        </p:spPr>
        <p:txBody>
          <a:bodyPr wrap="square" lIns="0" tIns="0" rIns="0" bIns="0">
            <a:spAutoFit/>
          </a:bodyPr>
          <a:lstStyle/>
          <a:p>
            <a:r>
              <a:rPr lang="en-US" sz="1300" dirty="0" smtClean="0">
                <a:solidFill>
                  <a:srgbClr val="438AD7"/>
                </a:solidFill>
              </a:rPr>
              <a:t>/ POLÍTICA DE SEGURIDAD</a:t>
            </a:r>
            <a:endParaRPr lang="en-US" sz="1300" dirty="0">
              <a:solidFill>
                <a:srgbClr val="438AD7"/>
              </a:solidFill>
            </a:endParaRP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graphicFrame>
        <p:nvGraphicFramePr>
          <p:cNvPr id="9" name="Diagrama 8"/>
          <p:cNvGraphicFramePr/>
          <p:nvPr>
            <p:extLst>
              <p:ext uri="{D42A27DB-BD31-4B8C-83A1-F6EECF244321}">
                <p14:modId xmlns:p14="http://schemas.microsoft.com/office/powerpoint/2010/main" val="1402841527"/>
              </p:ext>
            </p:extLst>
          </p:nvPr>
        </p:nvGraphicFramePr>
        <p:xfrm>
          <a:off x="1618674" y="1220354"/>
          <a:ext cx="5906653" cy="39377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4878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734671" y="949325"/>
            <a:ext cx="6941016" cy="424814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5" name="Rectángulo 10"/>
          <p:cNvSpPr/>
          <p:nvPr/>
        </p:nvSpPr>
        <p:spPr>
          <a:xfrm>
            <a:off x="1908269" y="1055146"/>
            <a:ext cx="6647217" cy="1865126"/>
          </a:xfrm>
          <a:prstGeom prst="rect">
            <a:avLst/>
          </a:prstGeom>
        </p:spPr>
        <p:txBody>
          <a:bodyPr wrap="square">
            <a:spAutoFit/>
          </a:bodyPr>
          <a:lstStyle/>
          <a:p>
            <a:pPr defTabSz="731342"/>
            <a:r>
              <a:rPr lang="es-PE" sz="1600" b="1" dirty="0" smtClean="0">
                <a:solidFill>
                  <a:srgbClr val="5F9ADA"/>
                </a:solidFill>
              </a:rPr>
              <a:t>TAREA GRUPAL</a:t>
            </a:r>
          </a:p>
          <a:p>
            <a:pPr defTabSz="731342"/>
            <a:endParaRPr lang="es-PE" sz="1600" dirty="0">
              <a:solidFill>
                <a:srgbClr val="558ED5"/>
              </a:solidFill>
            </a:endParaRPr>
          </a:p>
          <a:p>
            <a:pPr defTabSz="731342"/>
            <a:r>
              <a:rPr lang="es-PE" sz="1600" b="1" dirty="0">
                <a:solidFill>
                  <a:srgbClr val="000000"/>
                </a:solidFill>
              </a:rPr>
              <a:t>Objetivo</a:t>
            </a:r>
          </a:p>
          <a:p>
            <a:pPr marL="185738" indent="-185738" defTabSz="731342">
              <a:buFont typeface="Arial" charset="0"/>
              <a:buChar char="•"/>
            </a:pPr>
            <a:r>
              <a:rPr lang="es-PE" sz="1600" dirty="0">
                <a:solidFill>
                  <a:srgbClr val="000000"/>
                </a:solidFill>
              </a:rPr>
              <a:t>Dominar la elaboración de una Política de Seguridad de la Información.</a:t>
            </a:r>
          </a:p>
          <a:p>
            <a:pPr marL="174625" indent="-174625" defTabSz="731342">
              <a:buFont typeface="+mj-lt"/>
              <a:buAutoNum type="arabicPeriod"/>
            </a:pPr>
            <a:endParaRPr lang="es-PE" sz="1600" dirty="0" smtClean="0">
              <a:solidFill>
                <a:srgbClr val="000000"/>
              </a:solidFill>
            </a:endParaRPr>
          </a:p>
          <a:p>
            <a:pPr marL="176213" indent="-176213" defTabSz="731342">
              <a:buFont typeface="Arial"/>
              <a:buChar char="•"/>
            </a:pPr>
            <a:endParaRPr lang="es-PE" sz="1600" dirty="0" smtClean="0">
              <a:solidFill>
                <a:srgbClr val="000000"/>
              </a:solidFill>
            </a:endParaRPr>
          </a:p>
          <a:p>
            <a:pPr marL="285750" indent="-285750" defTabSz="731342">
              <a:lnSpc>
                <a:spcPct val="120000"/>
              </a:lnSpc>
              <a:buFont typeface="Arial"/>
              <a:buChar char="•"/>
            </a:pPr>
            <a:endParaRPr lang="es-PE" sz="1600" dirty="0">
              <a:solidFill>
                <a:srgbClr val="000000"/>
              </a:solidFill>
            </a:endParaRPr>
          </a:p>
        </p:txBody>
      </p:sp>
      <p:sp>
        <p:nvSpPr>
          <p:cNvPr id="7" name="Rectangle 5"/>
          <p:cNvSpPr/>
          <p:nvPr/>
        </p:nvSpPr>
        <p:spPr>
          <a:xfrm>
            <a:off x="512024" y="331345"/>
            <a:ext cx="3031276" cy="200055"/>
          </a:xfrm>
          <a:prstGeom prst="rect">
            <a:avLst/>
          </a:prstGeom>
        </p:spPr>
        <p:txBody>
          <a:bodyPr wrap="square" lIns="0" tIns="0" rIns="0" bIns="0">
            <a:spAutoFit/>
          </a:bodyPr>
          <a:lstStyle/>
          <a:p>
            <a:r>
              <a:rPr lang="en-US" sz="1300" dirty="0">
                <a:solidFill>
                  <a:srgbClr val="438AD7"/>
                </a:solidFill>
              </a:rPr>
              <a:t>/ </a:t>
            </a:r>
            <a:r>
              <a:rPr lang="en-US" sz="1300" dirty="0" smtClean="0">
                <a:solidFill>
                  <a:srgbClr val="438AD7"/>
                </a:solidFill>
              </a:rPr>
              <a:t>POLÍTICA </a:t>
            </a:r>
            <a:r>
              <a:rPr lang="en-US" sz="1300" smtClean="0">
                <a:solidFill>
                  <a:srgbClr val="438AD7"/>
                </a:solidFill>
              </a:rPr>
              <a:t>DE SEGURIDAD (TAREA</a:t>
            </a:r>
            <a:r>
              <a:rPr lang="en-US" sz="1300" dirty="0" smtClean="0">
                <a:solidFill>
                  <a:srgbClr val="438AD7"/>
                </a:solidFill>
              </a:rPr>
              <a:t>)</a:t>
            </a:r>
            <a:endParaRPr lang="en-US" sz="1300" dirty="0">
              <a:solidFill>
                <a:srgbClr val="438AD7"/>
              </a:solidFill>
            </a:endParaRPr>
          </a:p>
        </p:txBody>
      </p:sp>
    </p:spTree>
    <p:custDataLst>
      <p:tags r:id="rId1"/>
    </p:custDataLst>
    <p:extLst>
      <p:ext uri="{BB962C8B-B14F-4D97-AF65-F5344CB8AC3E}">
        <p14:creationId xmlns:p14="http://schemas.microsoft.com/office/powerpoint/2010/main" val="643335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734671" y="949325"/>
            <a:ext cx="6941016" cy="424814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5" name="Rectángulo 10"/>
          <p:cNvSpPr/>
          <p:nvPr/>
        </p:nvSpPr>
        <p:spPr>
          <a:xfrm>
            <a:off x="1908269" y="1055146"/>
            <a:ext cx="6647217" cy="3785652"/>
          </a:xfrm>
          <a:prstGeom prst="rect">
            <a:avLst/>
          </a:prstGeom>
        </p:spPr>
        <p:txBody>
          <a:bodyPr wrap="square">
            <a:spAutoFit/>
          </a:bodyPr>
          <a:lstStyle/>
          <a:p>
            <a:pPr defTabSz="731342"/>
            <a:r>
              <a:rPr lang="es-PE" sz="1600" b="1" dirty="0" smtClean="0">
                <a:solidFill>
                  <a:srgbClr val="5F9ADA"/>
                </a:solidFill>
              </a:rPr>
              <a:t>TAREA GRUPAL</a:t>
            </a:r>
          </a:p>
          <a:p>
            <a:pPr defTabSz="731342"/>
            <a:endParaRPr lang="es-PE" sz="1600" dirty="0">
              <a:solidFill>
                <a:srgbClr val="558ED5"/>
              </a:solidFill>
            </a:endParaRPr>
          </a:p>
          <a:p>
            <a:pPr defTabSz="731342"/>
            <a:r>
              <a:rPr lang="es-PE" sz="1600" dirty="0" smtClean="0">
                <a:solidFill>
                  <a:srgbClr val="000000"/>
                </a:solidFill>
              </a:rPr>
              <a:t>En </a:t>
            </a:r>
            <a:r>
              <a:rPr lang="es-PE" sz="1600" dirty="0">
                <a:solidFill>
                  <a:srgbClr val="000000"/>
                </a:solidFill>
              </a:rPr>
              <a:t>grupo de 4 integrantes elaborar una política de seguridad de la Información</a:t>
            </a:r>
            <a:r>
              <a:rPr lang="es-PE" sz="1600" dirty="0" smtClean="0">
                <a:solidFill>
                  <a:srgbClr val="000000"/>
                </a:solidFill>
              </a:rPr>
              <a:t>.</a:t>
            </a:r>
          </a:p>
          <a:p>
            <a:pPr marL="185738" indent="-185738" defTabSz="731342">
              <a:buFont typeface="Arial" charset="0"/>
              <a:buChar char="•"/>
            </a:pPr>
            <a:r>
              <a:rPr lang="es-PE" sz="1600" dirty="0">
                <a:solidFill>
                  <a:srgbClr val="000000"/>
                </a:solidFill>
              </a:rPr>
              <a:t>Para elaborar la Política de Seguridad de la Información, se deberá tener en cuenta las partes que la constituyen:</a:t>
            </a:r>
          </a:p>
          <a:p>
            <a:pPr marL="185738" indent="-185738" defTabSz="731342">
              <a:buFont typeface="Arial" charset="0"/>
              <a:buChar char="•"/>
            </a:pPr>
            <a:r>
              <a:rPr lang="es-PE" sz="1600" dirty="0">
                <a:solidFill>
                  <a:srgbClr val="000000"/>
                </a:solidFill>
              </a:rPr>
              <a:t>Resumen.</a:t>
            </a:r>
          </a:p>
          <a:p>
            <a:pPr marL="185738" indent="-185738" defTabSz="731342">
              <a:buFont typeface="Arial" charset="0"/>
              <a:buChar char="•"/>
            </a:pPr>
            <a:r>
              <a:rPr lang="es-PE" sz="1600" dirty="0">
                <a:solidFill>
                  <a:srgbClr val="000000"/>
                </a:solidFill>
              </a:rPr>
              <a:t>Introducción.</a:t>
            </a:r>
          </a:p>
          <a:p>
            <a:pPr marL="185738" indent="-185738" defTabSz="731342">
              <a:buFont typeface="Arial" charset="0"/>
              <a:buChar char="•"/>
            </a:pPr>
            <a:r>
              <a:rPr lang="es-PE" sz="1600" dirty="0">
                <a:solidFill>
                  <a:srgbClr val="000000"/>
                </a:solidFill>
              </a:rPr>
              <a:t>Ámbito de aplicación.</a:t>
            </a:r>
          </a:p>
          <a:p>
            <a:pPr marL="185738" indent="-185738" defTabSz="731342">
              <a:buFont typeface="Arial" charset="0"/>
              <a:buChar char="•"/>
            </a:pPr>
            <a:r>
              <a:rPr lang="es-PE" sz="1600" dirty="0">
                <a:solidFill>
                  <a:srgbClr val="000000"/>
                </a:solidFill>
              </a:rPr>
              <a:t>Objetivos.</a:t>
            </a:r>
          </a:p>
          <a:p>
            <a:pPr marL="185738" indent="-185738" defTabSz="731342">
              <a:buFont typeface="Arial" charset="0"/>
              <a:buChar char="•"/>
            </a:pPr>
            <a:r>
              <a:rPr lang="es-PE" sz="1600" dirty="0">
                <a:solidFill>
                  <a:srgbClr val="000000"/>
                </a:solidFill>
              </a:rPr>
              <a:t>Principios.</a:t>
            </a:r>
          </a:p>
          <a:p>
            <a:pPr marL="185738" indent="-185738" defTabSz="731342">
              <a:buFont typeface="Arial" charset="0"/>
              <a:buChar char="•"/>
            </a:pPr>
            <a:r>
              <a:rPr lang="es-PE" sz="1600" dirty="0">
                <a:solidFill>
                  <a:srgbClr val="000000"/>
                </a:solidFill>
              </a:rPr>
              <a:t>Responsabilidades.</a:t>
            </a:r>
          </a:p>
          <a:p>
            <a:pPr marL="185738" indent="-185738" defTabSz="731342">
              <a:buFont typeface="Arial" charset="0"/>
              <a:buChar char="•"/>
            </a:pPr>
            <a:r>
              <a:rPr lang="es-PE" sz="1600" dirty="0">
                <a:solidFill>
                  <a:srgbClr val="000000"/>
                </a:solidFill>
              </a:rPr>
              <a:t>Resultados importantes.</a:t>
            </a:r>
          </a:p>
          <a:p>
            <a:pPr marL="185738" indent="-185738" defTabSz="731342">
              <a:buFont typeface="Arial" charset="0"/>
              <a:buChar char="•"/>
            </a:pPr>
            <a:r>
              <a:rPr lang="es-PE" sz="1600" dirty="0">
                <a:solidFill>
                  <a:srgbClr val="000000"/>
                </a:solidFill>
              </a:rPr>
              <a:t>Políticas relacionadas.</a:t>
            </a:r>
          </a:p>
          <a:p>
            <a:pPr marL="185738" indent="-185738" defTabSz="731342">
              <a:buFont typeface="Arial" charset="0"/>
              <a:buChar char="•"/>
            </a:pPr>
            <a:endParaRPr lang="es-PE" sz="1600" dirty="0">
              <a:solidFill>
                <a:srgbClr val="000000"/>
              </a:solidFill>
            </a:endParaRPr>
          </a:p>
        </p:txBody>
      </p:sp>
      <p:sp>
        <p:nvSpPr>
          <p:cNvPr id="7" name="Rectangle 5"/>
          <p:cNvSpPr/>
          <p:nvPr/>
        </p:nvSpPr>
        <p:spPr>
          <a:xfrm>
            <a:off x="512024" y="331345"/>
            <a:ext cx="3031276" cy="200055"/>
          </a:xfrm>
          <a:prstGeom prst="rect">
            <a:avLst/>
          </a:prstGeom>
        </p:spPr>
        <p:txBody>
          <a:bodyPr wrap="square" lIns="0" tIns="0" rIns="0" bIns="0">
            <a:spAutoFit/>
          </a:bodyPr>
          <a:lstStyle/>
          <a:p>
            <a:r>
              <a:rPr lang="en-US" sz="1300" dirty="0">
                <a:solidFill>
                  <a:srgbClr val="438AD7"/>
                </a:solidFill>
              </a:rPr>
              <a:t>/ </a:t>
            </a:r>
            <a:r>
              <a:rPr lang="en-US" sz="1300" dirty="0" smtClean="0">
                <a:solidFill>
                  <a:srgbClr val="438AD7"/>
                </a:solidFill>
              </a:rPr>
              <a:t>POLÍTICA </a:t>
            </a:r>
            <a:r>
              <a:rPr lang="en-US" sz="1300" smtClean="0">
                <a:solidFill>
                  <a:srgbClr val="438AD7"/>
                </a:solidFill>
              </a:rPr>
              <a:t>DE SEGURIDAD (TAREA</a:t>
            </a:r>
            <a:r>
              <a:rPr lang="en-US" sz="1300" dirty="0" smtClean="0">
                <a:solidFill>
                  <a:srgbClr val="438AD7"/>
                </a:solidFill>
              </a:rPr>
              <a:t>)</a:t>
            </a:r>
            <a:endParaRPr lang="en-US" sz="1300" dirty="0">
              <a:solidFill>
                <a:srgbClr val="438AD7"/>
              </a:solidFill>
            </a:endParaRPr>
          </a:p>
        </p:txBody>
      </p:sp>
    </p:spTree>
    <p:custDataLst>
      <p:tags r:id="rId1"/>
    </p:custDataLst>
    <p:extLst>
      <p:ext uri="{BB962C8B-B14F-4D97-AF65-F5344CB8AC3E}">
        <p14:creationId xmlns:p14="http://schemas.microsoft.com/office/powerpoint/2010/main" val="1300474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734671" y="949325"/>
            <a:ext cx="6941016" cy="424814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5" name="Rectángulo 10"/>
          <p:cNvSpPr/>
          <p:nvPr/>
        </p:nvSpPr>
        <p:spPr>
          <a:xfrm>
            <a:off x="1908269" y="1055146"/>
            <a:ext cx="6647217" cy="2062103"/>
          </a:xfrm>
          <a:prstGeom prst="rect">
            <a:avLst/>
          </a:prstGeom>
        </p:spPr>
        <p:txBody>
          <a:bodyPr wrap="square">
            <a:spAutoFit/>
          </a:bodyPr>
          <a:lstStyle/>
          <a:p>
            <a:pPr defTabSz="731342"/>
            <a:r>
              <a:rPr lang="es-PE" sz="1600" b="1" dirty="0" smtClean="0">
                <a:solidFill>
                  <a:srgbClr val="5F9ADA"/>
                </a:solidFill>
              </a:rPr>
              <a:t>TAREA GRUPAL</a:t>
            </a:r>
          </a:p>
          <a:p>
            <a:pPr defTabSz="731342"/>
            <a:endParaRPr lang="es-PE" sz="1600" dirty="0">
              <a:solidFill>
                <a:srgbClr val="558ED5"/>
              </a:solidFill>
            </a:endParaRPr>
          </a:p>
          <a:p>
            <a:pPr defTabSz="731342"/>
            <a:r>
              <a:rPr lang="es-PE" sz="1600" dirty="0">
                <a:solidFill>
                  <a:srgbClr val="000000"/>
                </a:solidFill>
              </a:rPr>
              <a:t>Instrucciones para la entrega de la tarea.</a:t>
            </a:r>
          </a:p>
          <a:p>
            <a:pPr marL="185738" indent="-185738" defTabSz="731342">
              <a:buFont typeface="Arial" charset="0"/>
              <a:buChar char="•"/>
            </a:pPr>
            <a:r>
              <a:rPr lang="es-PE" sz="1600" dirty="0">
                <a:solidFill>
                  <a:srgbClr val="000000"/>
                </a:solidFill>
              </a:rPr>
              <a:t>En clase se deberán presentar los 5 primeros puntos de la estructura.</a:t>
            </a:r>
          </a:p>
          <a:p>
            <a:pPr marL="185738" indent="-185738" defTabSz="731342">
              <a:buFont typeface="Arial" charset="0"/>
              <a:buChar char="•"/>
            </a:pPr>
            <a:r>
              <a:rPr lang="es-PE" sz="1600" dirty="0">
                <a:solidFill>
                  <a:srgbClr val="000000"/>
                </a:solidFill>
              </a:rPr>
              <a:t>La fecha máxima de entrega del desarrollo total de la Política será luego de 4 días de dictada la clase.</a:t>
            </a:r>
          </a:p>
          <a:p>
            <a:pPr marL="185738" indent="-185738" defTabSz="731342">
              <a:buFont typeface="Arial" charset="0"/>
              <a:buChar char="•"/>
            </a:pPr>
            <a:r>
              <a:rPr lang="es-PE" sz="1600" dirty="0">
                <a:solidFill>
                  <a:srgbClr val="000000"/>
                </a:solidFill>
              </a:rPr>
              <a:t>El envío se realizará al correo del instructor del curso.</a:t>
            </a:r>
          </a:p>
          <a:p>
            <a:pPr marL="185738" indent="-185738" defTabSz="731342">
              <a:buFont typeface="Arial" charset="0"/>
              <a:buChar char="•"/>
            </a:pPr>
            <a:endParaRPr lang="es-PE" sz="1600" dirty="0">
              <a:solidFill>
                <a:srgbClr val="000000"/>
              </a:solidFill>
            </a:endParaRPr>
          </a:p>
        </p:txBody>
      </p:sp>
      <p:sp>
        <p:nvSpPr>
          <p:cNvPr id="7" name="Rectangle 5"/>
          <p:cNvSpPr/>
          <p:nvPr/>
        </p:nvSpPr>
        <p:spPr>
          <a:xfrm>
            <a:off x="512024" y="331345"/>
            <a:ext cx="3031276" cy="200055"/>
          </a:xfrm>
          <a:prstGeom prst="rect">
            <a:avLst/>
          </a:prstGeom>
        </p:spPr>
        <p:txBody>
          <a:bodyPr wrap="square" lIns="0" tIns="0" rIns="0" bIns="0">
            <a:spAutoFit/>
          </a:bodyPr>
          <a:lstStyle/>
          <a:p>
            <a:r>
              <a:rPr lang="en-US" sz="1300" dirty="0">
                <a:solidFill>
                  <a:srgbClr val="438AD7"/>
                </a:solidFill>
              </a:rPr>
              <a:t>/ </a:t>
            </a:r>
            <a:r>
              <a:rPr lang="en-US" sz="1300" dirty="0" smtClean="0">
                <a:solidFill>
                  <a:srgbClr val="438AD7"/>
                </a:solidFill>
              </a:rPr>
              <a:t>POLÍTICA </a:t>
            </a:r>
            <a:r>
              <a:rPr lang="en-US" sz="1300" smtClean="0">
                <a:solidFill>
                  <a:srgbClr val="438AD7"/>
                </a:solidFill>
              </a:rPr>
              <a:t>DE SEGURIDAD (TAREA</a:t>
            </a:r>
            <a:r>
              <a:rPr lang="en-US" sz="1300" dirty="0" smtClean="0">
                <a:solidFill>
                  <a:srgbClr val="438AD7"/>
                </a:solidFill>
              </a:rPr>
              <a:t>)</a:t>
            </a:r>
            <a:endParaRPr lang="en-US" sz="1300" dirty="0">
              <a:solidFill>
                <a:srgbClr val="438AD7"/>
              </a:solidFill>
            </a:endParaRPr>
          </a:p>
        </p:txBody>
      </p:sp>
    </p:spTree>
    <p:custDataLst>
      <p:tags r:id="rId1"/>
    </p:custDataLst>
    <p:extLst>
      <p:ext uri="{BB962C8B-B14F-4D97-AF65-F5344CB8AC3E}">
        <p14:creationId xmlns:p14="http://schemas.microsoft.com/office/powerpoint/2010/main" val="960879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7"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smtClean="0">
                <a:solidFill>
                  <a:schemeClr val="bg1"/>
                </a:solidFill>
                <a:latin typeface="Calibri"/>
                <a:cs typeface="Calibri"/>
              </a:rPr>
              <a:t>/ </a:t>
            </a:r>
            <a:r>
              <a:rPr lang="es-PE" sz="2800" b="1" dirty="0" smtClean="0">
                <a:solidFill>
                  <a:schemeClr val="bg1"/>
                </a:solidFill>
                <a:cs typeface="Calibri"/>
              </a:rPr>
              <a:t>RESUMEN</a:t>
            </a:r>
            <a:endParaRPr lang="es-PE" sz="2800" b="1" dirty="0">
              <a:solidFill>
                <a:schemeClr val="bg1"/>
              </a:solidFill>
              <a:cs typeface="Calibri"/>
            </a:endParaRPr>
          </a:p>
        </p:txBody>
      </p:sp>
    </p:spTree>
    <p:custDataLst>
      <p:tags r:id="rId1"/>
    </p:custDataLst>
    <p:extLst>
      <p:ext uri="{BB962C8B-B14F-4D97-AF65-F5344CB8AC3E}">
        <p14:creationId xmlns:p14="http://schemas.microsoft.com/office/powerpoint/2010/main" val="426277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512024" y="331345"/>
            <a:ext cx="4213980"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RESUMEN</a:t>
            </a: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6" name="object 7"/>
          <p:cNvSpPr txBox="1"/>
          <p:nvPr/>
        </p:nvSpPr>
        <p:spPr>
          <a:xfrm>
            <a:off x="507698" y="954483"/>
            <a:ext cx="8167990" cy="246221"/>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CONCEPTO</a:t>
            </a:r>
            <a:endParaRPr lang="en-US" sz="1600" b="1" spc="-10" dirty="0">
              <a:cs typeface="Source Sans Pro"/>
            </a:endParaRPr>
          </a:p>
        </p:txBody>
      </p:sp>
      <p:sp>
        <p:nvSpPr>
          <p:cNvPr id="9" name="Marcador de contenido 7"/>
          <p:cNvSpPr txBox="1">
            <a:spLocks/>
          </p:cNvSpPr>
          <p:nvPr/>
        </p:nvSpPr>
        <p:spPr>
          <a:xfrm>
            <a:off x="639348" y="1288472"/>
            <a:ext cx="7865305" cy="826454"/>
          </a:xfrm>
          <a:prstGeom prst="rect">
            <a:avLst/>
          </a:prstGeom>
          <a:solidFill>
            <a:srgbClr val="F2D164"/>
          </a:solidFill>
          <a:ln w="38100">
            <a:noFill/>
          </a:ln>
        </p:spPr>
        <p:txBody>
          <a:bodyPr lIns="251999" tIns="251999" rIns="252000" bIns="251999" anchor="ctr" anchorCtr="1"/>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just">
              <a:buFont typeface="Arial"/>
              <a:buNone/>
            </a:pPr>
            <a:r>
              <a:rPr lang="es-PE" sz="1600" smtClean="0"/>
              <a:t>Conjunto de políticas para la Seguridad de la Información. </a:t>
            </a:r>
            <a:r>
              <a:rPr lang="es-PE" sz="1600" dirty="0" smtClean="0"/>
              <a:t>Deberá estar </a:t>
            </a:r>
            <a:r>
              <a:rPr lang="es-PE" sz="1600" b="1" dirty="0" smtClean="0"/>
              <a:t>definido</a:t>
            </a:r>
            <a:r>
              <a:rPr lang="es-PE" sz="1600" dirty="0" smtClean="0"/>
              <a:t> y </a:t>
            </a:r>
            <a:r>
              <a:rPr lang="es-PE" sz="1600" b="1" dirty="0" smtClean="0"/>
              <a:t>probado</a:t>
            </a:r>
            <a:r>
              <a:rPr lang="es-PE" sz="1600" dirty="0" smtClean="0"/>
              <a:t> por la gerencia, </a:t>
            </a:r>
            <a:r>
              <a:rPr lang="es-PE" sz="1600" b="1" dirty="0" smtClean="0"/>
              <a:t>publicado</a:t>
            </a:r>
            <a:r>
              <a:rPr lang="es-PE" sz="1600" dirty="0" smtClean="0"/>
              <a:t> y </a:t>
            </a:r>
            <a:r>
              <a:rPr lang="es-PE" sz="1600" b="1" dirty="0" smtClean="0"/>
              <a:t>comunicado</a:t>
            </a:r>
            <a:r>
              <a:rPr lang="es-PE" sz="1600" dirty="0" smtClean="0"/>
              <a:t> a los empleados y las partes externas.</a:t>
            </a:r>
            <a:endParaRPr lang="es-PE" sz="1600" dirty="0"/>
          </a:p>
        </p:txBody>
      </p:sp>
      <p:graphicFrame>
        <p:nvGraphicFramePr>
          <p:cNvPr id="10" name="Diagrama 9"/>
          <p:cNvGraphicFramePr/>
          <p:nvPr>
            <p:extLst>
              <p:ext uri="{D42A27DB-BD31-4B8C-83A1-F6EECF244321}">
                <p14:modId xmlns:p14="http://schemas.microsoft.com/office/powerpoint/2010/main" val="1886779809"/>
              </p:ext>
            </p:extLst>
          </p:nvPr>
        </p:nvGraphicFramePr>
        <p:xfrm>
          <a:off x="935433" y="2522495"/>
          <a:ext cx="7273135" cy="20287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09772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246221"/>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REVISIÓN</a:t>
            </a: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pic>
        <p:nvPicPr>
          <p:cNvPr id="2" name="Imagen 1"/>
          <p:cNvPicPr>
            <a:picLocks noChangeAspect="1"/>
          </p:cNvPicPr>
          <p:nvPr/>
        </p:nvPicPr>
        <p:blipFill rotWithShape="1">
          <a:blip r:embed="rId3">
            <a:extLst>
              <a:ext uri="{28A0092B-C50C-407E-A947-70E740481C1C}">
                <a14:useLocalDpi xmlns:a14="http://schemas.microsoft.com/office/drawing/2010/main" val="0"/>
              </a:ext>
            </a:extLst>
          </a:blip>
          <a:srcRect t="3150" b="12504"/>
          <a:stretch/>
        </p:blipFill>
        <p:spPr>
          <a:xfrm>
            <a:off x="1174334" y="2182089"/>
            <a:ext cx="6795333" cy="2980461"/>
          </a:xfrm>
          <a:prstGeom prst="rect">
            <a:avLst/>
          </a:prstGeom>
        </p:spPr>
      </p:pic>
      <p:sp>
        <p:nvSpPr>
          <p:cNvPr id="6" name="Marcador de contenido 7"/>
          <p:cNvSpPr txBox="1">
            <a:spLocks/>
          </p:cNvSpPr>
          <p:nvPr/>
        </p:nvSpPr>
        <p:spPr>
          <a:xfrm>
            <a:off x="1182120" y="1288472"/>
            <a:ext cx="6779761" cy="826454"/>
          </a:xfrm>
          <a:prstGeom prst="rect">
            <a:avLst/>
          </a:prstGeom>
          <a:solidFill>
            <a:srgbClr val="F2D164"/>
          </a:solidFill>
          <a:ln w="38100">
            <a:noFill/>
          </a:ln>
        </p:spPr>
        <p:txBody>
          <a:bodyPr lIns="251999" tIns="251999" rIns="252000" bIns="251999" anchor="ctr" anchorCtr="1"/>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just">
              <a:buNone/>
            </a:pPr>
            <a:r>
              <a:rPr lang="es-PE" sz="1600" dirty="0"/>
              <a:t>A fin de garantizar su adecuación a las necesidades de seguridad de la organización, el contenido de la política del SGSI debe ser revisado con </a:t>
            </a:r>
            <a:r>
              <a:rPr lang="es-PE" sz="1600" b="1" dirty="0"/>
              <a:t>regularidad.</a:t>
            </a:r>
          </a:p>
        </p:txBody>
      </p:sp>
      <p:sp>
        <p:nvSpPr>
          <p:cNvPr id="11" name="object 7"/>
          <p:cNvSpPr txBox="1"/>
          <p:nvPr/>
        </p:nvSpPr>
        <p:spPr>
          <a:xfrm>
            <a:off x="1937102" y="3063838"/>
            <a:ext cx="2866529" cy="1453796"/>
          </a:xfrm>
          <a:prstGeom prst="rect">
            <a:avLst/>
          </a:prstGeom>
        </p:spPr>
        <p:txBody>
          <a:bodyPr vert="horz" wrap="square" lIns="0" tIns="0" rIns="0" bIns="0" rtlCol="0">
            <a:spAutoFit/>
          </a:bodyPr>
          <a:lstStyle/>
          <a:p>
            <a:pPr>
              <a:lnSpc>
                <a:spcPts val="3680"/>
              </a:lnSpc>
              <a:buSzPct val="100000"/>
              <a:tabLst>
                <a:tab pos="85725" algn="l"/>
              </a:tabLst>
            </a:pPr>
            <a:r>
              <a:rPr lang="en-US" sz="4400" b="1" spc="-10">
                <a:solidFill>
                  <a:srgbClr val="D2032C"/>
                </a:solidFill>
                <a:cs typeface="Source Sans Pro"/>
              </a:rPr>
              <a:t>¿</a:t>
            </a:r>
            <a:r>
              <a:rPr lang="en-US" sz="4400" b="1" spc="-10" smtClean="0">
                <a:solidFill>
                  <a:srgbClr val="D2032C"/>
                </a:solidFill>
                <a:cs typeface="Source Sans Pro"/>
              </a:rPr>
              <a:t>REGU</a:t>
            </a:r>
            <a:br>
              <a:rPr lang="en-US" sz="4400" b="1" spc="-10" smtClean="0">
                <a:solidFill>
                  <a:srgbClr val="D2032C"/>
                </a:solidFill>
                <a:cs typeface="Source Sans Pro"/>
              </a:rPr>
            </a:br>
            <a:r>
              <a:rPr lang="en-US" sz="4400" b="1" spc="-10" smtClean="0">
                <a:solidFill>
                  <a:srgbClr val="D2032C"/>
                </a:solidFill>
                <a:cs typeface="Source Sans Pro"/>
              </a:rPr>
              <a:t>LARI</a:t>
            </a:r>
            <a:br>
              <a:rPr lang="en-US" sz="4400" b="1" spc="-10" smtClean="0">
                <a:solidFill>
                  <a:srgbClr val="D2032C"/>
                </a:solidFill>
                <a:cs typeface="Source Sans Pro"/>
              </a:rPr>
            </a:br>
            <a:r>
              <a:rPr lang="en-US" sz="4400" b="1" spc="-10" smtClean="0">
                <a:solidFill>
                  <a:srgbClr val="D2032C"/>
                </a:solidFill>
                <a:cs typeface="Source Sans Pro"/>
              </a:rPr>
              <a:t>DAD?</a:t>
            </a:r>
            <a:endParaRPr lang="en-US" sz="4400" b="1" spc="-10" dirty="0" smtClean="0">
              <a:solidFill>
                <a:srgbClr val="D2032C"/>
              </a:solidFill>
              <a:cs typeface="Source Sans Pro"/>
            </a:endParaRPr>
          </a:p>
        </p:txBody>
      </p:sp>
      <p:sp>
        <p:nvSpPr>
          <p:cNvPr id="9" name="Rectangle 5"/>
          <p:cNvSpPr/>
          <p:nvPr/>
        </p:nvSpPr>
        <p:spPr>
          <a:xfrm>
            <a:off x="512024" y="331345"/>
            <a:ext cx="4213980"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RESUMEN</a:t>
            </a:r>
          </a:p>
        </p:txBody>
      </p:sp>
    </p:spTree>
    <p:extLst>
      <p:ext uri="{BB962C8B-B14F-4D97-AF65-F5344CB8AC3E}">
        <p14:creationId xmlns:p14="http://schemas.microsoft.com/office/powerpoint/2010/main" val="1586106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246221"/>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REVISIÓN</a:t>
            </a: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graphicFrame>
        <p:nvGraphicFramePr>
          <p:cNvPr id="9" name="Diagrama 8"/>
          <p:cNvGraphicFramePr/>
          <p:nvPr>
            <p:extLst>
              <p:ext uri="{D42A27DB-BD31-4B8C-83A1-F6EECF244321}">
                <p14:modId xmlns:p14="http://schemas.microsoft.com/office/powerpoint/2010/main" val="1402841527"/>
              </p:ext>
            </p:extLst>
          </p:nvPr>
        </p:nvGraphicFramePr>
        <p:xfrm>
          <a:off x="1618674" y="1220354"/>
          <a:ext cx="5906653" cy="39377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Rectangle 5"/>
          <p:cNvSpPr/>
          <p:nvPr/>
        </p:nvSpPr>
        <p:spPr>
          <a:xfrm>
            <a:off x="512024" y="331345"/>
            <a:ext cx="4213980"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RESUMEN</a:t>
            </a:r>
          </a:p>
        </p:txBody>
      </p:sp>
    </p:spTree>
    <p:extLst>
      <p:ext uri="{BB962C8B-B14F-4D97-AF65-F5344CB8AC3E}">
        <p14:creationId xmlns:p14="http://schemas.microsoft.com/office/powerpoint/2010/main" val="136962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OFFICE THEME" val="Yge96mEv"/>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lIns="91425" tIns="91425" rIns="91425" bIns="91425" anchor="t" anchorCtr="0">
        <a:noAutofit/>
      </a:bodyPr>
      <a:lstStyle>
        <a:defPPr marL="174625" indent="-174625">
          <a:spcBef>
            <a:spcPts val="0"/>
          </a:spcBef>
          <a:buSzPct val="100000"/>
          <a:defRPr sz="1500" dirty="0" smtClean="0">
            <a:latin typeface="Calibri"/>
            <a:cs typeface="Calibri"/>
          </a:defRPr>
        </a:defPPr>
      </a:lstStyle>
    </a:tx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5588</TotalTime>
  <Words>1089</Words>
  <Application>Microsoft Office PowerPoint</Application>
  <PresentationFormat>Presentación en pantalla (16:10)</PresentationFormat>
  <Paragraphs>175</Paragraphs>
  <Slides>24</Slides>
  <Notes>20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24</vt:i4>
      </vt:variant>
    </vt:vector>
  </HeadingPairs>
  <TitlesOfParts>
    <vt:vector size="29" baseType="lpstr">
      <vt:lpstr>Arial</vt:lpstr>
      <vt:lpstr>Calibri</vt:lpstr>
      <vt:lpstr>Source Sans Pro</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ISIL</dc:creator>
  <cp:keywords>SCG</cp:keywords>
  <cp:lastModifiedBy>Christian Santamaria Saldaña</cp:lastModifiedBy>
  <cp:revision>444</cp:revision>
  <cp:lastPrinted>2018-01-16T21:42:59Z</cp:lastPrinted>
  <dcterms:created xsi:type="dcterms:W3CDTF">2016-10-06T14:52:02Z</dcterms:created>
  <dcterms:modified xsi:type="dcterms:W3CDTF">2020-10-21T21:41:21Z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