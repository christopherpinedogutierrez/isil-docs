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8.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handoutMasterIdLst>
    <p:handoutMasterId r:id="rId30"/>
  </p:handoutMasterIdLst>
  <p:sldIdLst>
    <p:sldId id="372" r:id="rId2"/>
    <p:sldId id="306" r:id="rId3"/>
    <p:sldId id="432" r:id="rId4"/>
    <p:sldId id="434" r:id="rId5"/>
    <p:sldId id="473" r:id="rId6"/>
    <p:sldId id="315" r:id="rId7"/>
    <p:sldId id="400" r:id="rId8"/>
    <p:sldId id="436" r:id="rId9"/>
    <p:sldId id="458" r:id="rId10"/>
    <p:sldId id="475" r:id="rId11"/>
    <p:sldId id="476" r:id="rId12"/>
    <p:sldId id="477" r:id="rId13"/>
    <p:sldId id="478" r:id="rId14"/>
    <p:sldId id="479" r:id="rId15"/>
    <p:sldId id="480" r:id="rId16"/>
    <p:sldId id="481" r:id="rId17"/>
    <p:sldId id="482" r:id="rId18"/>
    <p:sldId id="483" r:id="rId19"/>
    <p:sldId id="484" r:id="rId20"/>
    <p:sldId id="485" r:id="rId21"/>
    <p:sldId id="486" r:id="rId22"/>
    <p:sldId id="448" r:id="rId23"/>
    <p:sldId id="487" r:id="rId24"/>
    <p:sldId id="488" r:id="rId25"/>
    <p:sldId id="451" r:id="rId26"/>
    <p:sldId id="470" r:id="rId27"/>
    <p:sldId id="471" r:id="rId28"/>
  </p:sldIdLst>
  <p:sldSz cx="9144000" cy="5715000" type="screen16x10"/>
  <p:notesSz cx="6858000" cy="9144000"/>
  <p:custDataLst>
    <p:tags r:id="rId3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465" userDrawn="1">
          <p15:clr>
            <a:srgbClr val="A4A3A4"/>
          </p15:clr>
        </p15:guide>
        <p15:guide id="3" orient="horz" pos="3274" userDrawn="1">
          <p15:clr>
            <a:srgbClr val="A4A3A4"/>
          </p15:clr>
        </p15:guide>
        <p15:guide id="11" pos="295" userDrawn="1">
          <p15:clr>
            <a:srgbClr val="A4A3A4"/>
          </p15:clr>
        </p15:guide>
        <p15:guide id="12" orient="horz" pos="598" userDrawn="1">
          <p15:clr>
            <a:srgbClr val="A4A3A4"/>
          </p15:clr>
        </p15:guide>
        <p15:guide id="13" orient="horz" pos="258" userDrawn="1">
          <p15:clr>
            <a:srgbClr val="A4A3A4"/>
          </p15:clr>
        </p15:guide>
        <p15:guide id="14" pos="2880" userDrawn="1">
          <p15:clr>
            <a:srgbClr val="A4A3A4"/>
          </p15:clr>
        </p15:guide>
        <p15:guide id="15" pos="3039" userDrawn="1">
          <p15:clr>
            <a:srgbClr val="A4A3A4"/>
          </p15:clr>
        </p15:guide>
        <p15:guide id="17" pos="2721" userDrawn="1">
          <p15:clr>
            <a:srgbClr val="A4A3A4"/>
          </p15:clr>
        </p15:guide>
        <p15:guide id="18" pos="1429" userDrawn="1">
          <p15:clr>
            <a:srgbClr val="A4A3A4"/>
          </p15:clr>
        </p15:guide>
        <p15:guide id="20" pos="4309" userDrawn="1">
          <p15:clr>
            <a:srgbClr val="A4A3A4"/>
          </p15:clr>
        </p15:guide>
        <p15:guide id="22" orient="horz" pos="802" userDrawn="1">
          <p15:clr>
            <a:srgbClr val="A4A3A4"/>
          </p15:clr>
        </p15:guide>
        <p15:guide id="23" orient="horz" pos="26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B1B5"/>
    <a:srgbClr val="DFA635"/>
    <a:srgbClr val="99C652"/>
    <a:srgbClr val="E5584B"/>
    <a:srgbClr val="68529F"/>
    <a:srgbClr val="0197A7"/>
    <a:srgbClr val="D2032C"/>
    <a:srgbClr val="F2D164"/>
    <a:srgbClr val="5AB5A3"/>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87" autoAdjust="0"/>
    <p:restoredTop sz="75000" autoAdjust="0"/>
  </p:normalViewPr>
  <p:slideViewPr>
    <p:cSldViewPr snapToGrid="0" snapToObjects="1" showGuides="1">
      <p:cViewPr varScale="1">
        <p:scale>
          <a:sx n="81" d="100"/>
          <a:sy n="81" d="100"/>
        </p:scale>
        <p:origin x="1326" y="90"/>
      </p:cViewPr>
      <p:guideLst>
        <p:guide pos="5465"/>
        <p:guide orient="horz" pos="3274"/>
        <p:guide pos="295"/>
        <p:guide orient="horz" pos="598"/>
        <p:guide orient="horz" pos="258"/>
        <p:guide pos="2880"/>
        <p:guide pos="3039"/>
        <p:guide pos="2721"/>
        <p:guide pos="1429"/>
        <p:guide pos="4309"/>
        <p:guide orient="horz" pos="802"/>
        <p:guide orient="horz" pos="2616"/>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5DAF7F-D3D8-4DC9-AA41-8292FAB36EAD}" type="doc">
      <dgm:prSet loTypeId="urn:microsoft.com/office/officeart/2005/8/layout/cycle5" loCatId="cycle" qsTypeId="urn:microsoft.com/office/officeart/2005/8/quickstyle/simple1" qsCatId="simple" csTypeId="urn:microsoft.com/office/officeart/2005/8/colors/colorful5" csCatId="colorful" phldr="1"/>
      <dgm:spPr/>
      <dgm:t>
        <a:bodyPr/>
        <a:lstStyle/>
        <a:p>
          <a:endParaRPr lang="es-PE"/>
        </a:p>
      </dgm:t>
    </dgm:pt>
    <dgm:pt modelId="{27DCC60B-1756-4463-80AB-B2D81BECDACD}">
      <dgm:prSet phldrT="[Texto]" custT="1"/>
      <dgm:spPr>
        <a:solidFill>
          <a:srgbClr val="2EB1B5"/>
        </a:solidFill>
        <a:ln>
          <a:noFill/>
        </a:ln>
      </dgm:spPr>
      <dgm:t>
        <a:bodyPr/>
        <a:lstStyle/>
        <a:p>
          <a:r>
            <a:rPr lang="es-PE" sz="1600" dirty="0" smtClean="0"/>
            <a:t>Necesidad</a:t>
          </a:r>
          <a:endParaRPr lang="es-PE" sz="1600" dirty="0"/>
        </a:p>
      </dgm:t>
    </dgm:pt>
    <dgm:pt modelId="{E15D1B0B-723E-43CA-9652-71DD48D26A6D}" type="parTrans" cxnId="{6927120B-1510-4295-B10D-2C0393E28C5D}">
      <dgm:prSet/>
      <dgm:spPr/>
      <dgm:t>
        <a:bodyPr/>
        <a:lstStyle/>
        <a:p>
          <a:endParaRPr lang="es-PE" sz="1600"/>
        </a:p>
      </dgm:t>
    </dgm:pt>
    <dgm:pt modelId="{F371B4D0-5492-45B9-A8E0-8F87BAF9F003}" type="sibTrans" cxnId="{6927120B-1510-4295-B10D-2C0393E28C5D}">
      <dgm:prSet/>
      <dgm:spPr>
        <a:ln w="28575">
          <a:solidFill>
            <a:srgbClr val="2EB1B5"/>
          </a:solidFill>
        </a:ln>
      </dgm:spPr>
      <dgm:t>
        <a:bodyPr/>
        <a:lstStyle/>
        <a:p>
          <a:endParaRPr lang="es-PE" sz="1600"/>
        </a:p>
      </dgm:t>
    </dgm:pt>
    <dgm:pt modelId="{5791EEF2-AED5-4D14-91DE-9C5BA25FBF2F}">
      <dgm:prSet phldrT="[Texto]" custT="1"/>
      <dgm:spPr>
        <a:solidFill>
          <a:srgbClr val="68529F"/>
        </a:solidFill>
        <a:ln>
          <a:noFill/>
        </a:ln>
      </dgm:spPr>
      <dgm:t>
        <a:bodyPr/>
        <a:lstStyle/>
        <a:p>
          <a:r>
            <a:rPr lang="es-PE" sz="1600" dirty="0" smtClean="0"/>
            <a:t>Diseño de la solución</a:t>
          </a:r>
          <a:endParaRPr lang="es-PE" sz="1600" dirty="0"/>
        </a:p>
      </dgm:t>
    </dgm:pt>
    <dgm:pt modelId="{62ADAC28-992E-442C-A58A-0C44D570CB95}" type="parTrans" cxnId="{C5905800-E16D-4F94-A9F4-91BC019BBBD1}">
      <dgm:prSet/>
      <dgm:spPr/>
      <dgm:t>
        <a:bodyPr/>
        <a:lstStyle/>
        <a:p>
          <a:endParaRPr lang="es-PE" sz="1600"/>
        </a:p>
      </dgm:t>
    </dgm:pt>
    <dgm:pt modelId="{39816B70-E47C-4AF3-8C26-3AD79FE305D1}" type="sibTrans" cxnId="{C5905800-E16D-4F94-A9F4-91BC019BBBD1}">
      <dgm:prSet/>
      <dgm:spPr>
        <a:ln w="28575">
          <a:solidFill>
            <a:srgbClr val="68529F"/>
          </a:solidFill>
        </a:ln>
      </dgm:spPr>
      <dgm:t>
        <a:bodyPr/>
        <a:lstStyle/>
        <a:p>
          <a:endParaRPr lang="es-PE" sz="1600"/>
        </a:p>
      </dgm:t>
    </dgm:pt>
    <dgm:pt modelId="{85C70A31-3B63-4106-B2AA-8BBD4BF8B1C7}">
      <dgm:prSet phldrT="[Texto]" custT="1"/>
      <dgm:spPr>
        <a:solidFill>
          <a:srgbClr val="0197A7"/>
        </a:solidFill>
        <a:ln>
          <a:noFill/>
        </a:ln>
      </dgm:spPr>
      <dgm:t>
        <a:bodyPr/>
        <a:lstStyle/>
        <a:p>
          <a:r>
            <a:rPr lang="es-PE" sz="1600" dirty="0" smtClean="0"/>
            <a:t>Desarrollo</a:t>
          </a:r>
          <a:endParaRPr lang="es-PE" sz="1600" dirty="0"/>
        </a:p>
      </dgm:t>
    </dgm:pt>
    <dgm:pt modelId="{6E219B56-1189-4BE0-AD5E-F7FFF4A1D41F}" type="parTrans" cxnId="{F45515A8-173A-4270-ACBA-87941D6C8C19}">
      <dgm:prSet/>
      <dgm:spPr/>
      <dgm:t>
        <a:bodyPr/>
        <a:lstStyle/>
        <a:p>
          <a:endParaRPr lang="es-PE" sz="1600"/>
        </a:p>
      </dgm:t>
    </dgm:pt>
    <dgm:pt modelId="{A9E485BF-4592-4CD6-94DB-A5FD809BF6CB}" type="sibTrans" cxnId="{F45515A8-173A-4270-ACBA-87941D6C8C19}">
      <dgm:prSet/>
      <dgm:spPr>
        <a:ln w="28575">
          <a:solidFill>
            <a:srgbClr val="0197A7"/>
          </a:solidFill>
        </a:ln>
      </dgm:spPr>
      <dgm:t>
        <a:bodyPr/>
        <a:lstStyle/>
        <a:p>
          <a:endParaRPr lang="es-PE" sz="1600"/>
        </a:p>
      </dgm:t>
    </dgm:pt>
    <dgm:pt modelId="{C775DD4D-908A-407D-8C2E-ABDB961DCC8C}">
      <dgm:prSet phldrT="[Texto]" custT="1"/>
      <dgm:spPr>
        <a:solidFill>
          <a:srgbClr val="E5584B"/>
        </a:solidFill>
        <a:ln>
          <a:noFill/>
        </a:ln>
      </dgm:spPr>
      <dgm:t>
        <a:bodyPr/>
        <a:lstStyle/>
        <a:p>
          <a:r>
            <a:rPr lang="es-PE" sz="1600" dirty="0" smtClean="0"/>
            <a:t>Pruebas</a:t>
          </a:r>
          <a:endParaRPr lang="es-PE" sz="1600" dirty="0"/>
        </a:p>
      </dgm:t>
    </dgm:pt>
    <dgm:pt modelId="{91F403D0-85B5-4424-8B25-D2B56F5E2BB8}" type="parTrans" cxnId="{9D76C902-9467-47D3-A8FF-52471CE35E3E}">
      <dgm:prSet/>
      <dgm:spPr/>
      <dgm:t>
        <a:bodyPr/>
        <a:lstStyle/>
        <a:p>
          <a:endParaRPr lang="es-PE" sz="1600"/>
        </a:p>
      </dgm:t>
    </dgm:pt>
    <dgm:pt modelId="{248426DA-7539-4500-B9FD-4EA8068B90EE}" type="sibTrans" cxnId="{9D76C902-9467-47D3-A8FF-52471CE35E3E}">
      <dgm:prSet/>
      <dgm:spPr>
        <a:ln w="28575">
          <a:solidFill>
            <a:srgbClr val="E5584B"/>
          </a:solidFill>
        </a:ln>
      </dgm:spPr>
      <dgm:t>
        <a:bodyPr/>
        <a:lstStyle/>
        <a:p>
          <a:endParaRPr lang="es-PE" sz="1600"/>
        </a:p>
      </dgm:t>
    </dgm:pt>
    <dgm:pt modelId="{606DDC22-7566-4165-AC78-20C3FB49A669}">
      <dgm:prSet phldrT="[Texto]" custT="1"/>
      <dgm:spPr>
        <a:solidFill>
          <a:srgbClr val="DFA635"/>
        </a:solidFill>
        <a:ln>
          <a:noFill/>
        </a:ln>
      </dgm:spPr>
      <dgm:t>
        <a:bodyPr/>
        <a:lstStyle/>
        <a:p>
          <a:r>
            <a:rPr lang="es-PE" sz="1600" dirty="0" smtClean="0"/>
            <a:t>Entrega</a:t>
          </a:r>
          <a:endParaRPr lang="es-PE" sz="1600" dirty="0"/>
        </a:p>
      </dgm:t>
    </dgm:pt>
    <dgm:pt modelId="{051647F2-97A3-4883-B3D2-FD6E8796C979}" type="parTrans" cxnId="{88A92D42-A77A-4BB3-A59C-E590A99C4E97}">
      <dgm:prSet/>
      <dgm:spPr/>
      <dgm:t>
        <a:bodyPr/>
        <a:lstStyle/>
        <a:p>
          <a:endParaRPr lang="es-PE" sz="1600"/>
        </a:p>
      </dgm:t>
    </dgm:pt>
    <dgm:pt modelId="{5F5AA660-B963-4E1B-84B4-8BCE1A28AEE3}" type="sibTrans" cxnId="{88A92D42-A77A-4BB3-A59C-E590A99C4E97}">
      <dgm:prSet/>
      <dgm:spPr>
        <a:ln w="28575">
          <a:solidFill>
            <a:srgbClr val="DFA635"/>
          </a:solidFill>
        </a:ln>
      </dgm:spPr>
      <dgm:t>
        <a:bodyPr/>
        <a:lstStyle/>
        <a:p>
          <a:endParaRPr lang="es-PE" sz="1600"/>
        </a:p>
      </dgm:t>
    </dgm:pt>
    <dgm:pt modelId="{917E02AA-3F52-4DDF-86F2-44EE1881836F}" type="pres">
      <dgm:prSet presAssocID="{7B5DAF7F-D3D8-4DC9-AA41-8292FAB36EAD}" presName="cycle" presStyleCnt="0">
        <dgm:presLayoutVars>
          <dgm:dir/>
          <dgm:resizeHandles val="exact"/>
        </dgm:presLayoutVars>
      </dgm:prSet>
      <dgm:spPr/>
      <dgm:t>
        <a:bodyPr/>
        <a:lstStyle/>
        <a:p>
          <a:endParaRPr lang="es-PE"/>
        </a:p>
      </dgm:t>
    </dgm:pt>
    <dgm:pt modelId="{EBC97F8E-B6DB-4995-8053-A7C47109201A}" type="pres">
      <dgm:prSet presAssocID="{27DCC60B-1756-4463-80AB-B2D81BECDACD}" presName="node" presStyleLbl="node1" presStyleIdx="0" presStyleCnt="5">
        <dgm:presLayoutVars>
          <dgm:bulletEnabled val="1"/>
        </dgm:presLayoutVars>
      </dgm:prSet>
      <dgm:spPr/>
      <dgm:t>
        <a:bodyPr/>
        <a:lstStyle/>
        <a:p>
          <a:endParaRPr lang="es-PE"/>
        </a:p>
      </dgm:t>
    </dgm:pt>
    <dgm:pt modelId="{219CCD31-E6CA-4B31-9D76-C7CA3DCBD356}" type="pres">
      <dgm:prSet presAssocID="{27DCC60B-1756-4463-80AB-B2D81BECDACD}" presName="spNode" presStyleCnt="0"/>
      <dgm:spPr/>
    </dgm:pt>
    <dgm:pt modelId="{43984210-A414-49B5-93FA-4F513F952737}" type="pres">
      <dgm:prSet presAssocID="{F371B4D0-5492-45B9-A8E0-8F87BAF9F003}" presName="sibTrans" presStyleLbl="sibTrans1D1" presStyleIdx="0" presStyleCnt="5"/>
      <dgm:spPr/>
      <dgm:t>
        <a:bodyPr/>
        <a:lstStyle/>
        <a:p>
          <a:endParaRPr lang="es-PE"/>
        </a:p>
      </dgm:t>
    </dgm:pt>
    <dgm:pt modelId="{17358A65-F720-4EBA-9777-E5B6741DEA34}" type="pres">
      <dgm:prSet presAssocID="{5791EEF2-AED5-4D14-91DE-9C5BA25FBF2F}" presName="node" presStyleLbl="node1" presStyleIdx="1" presStyleCnt="5">
        <dgm:presLayoutVars>
          <dgm:bulletEnabled val="1"/>
        </dgm:presLayoutVars>
      </dgm:prSet>
      <dgm:spPr/>
      <dgm:t>
        <a:bodyPr/>
        <a:lstStyle/>
        <a:p>
          <a:endParaRPr lang="es-PE"/>
        </a:p>
      </dgm:t>
    </dgm:pt>
    <dgm:pt modelId="{95E43AFA-3751-4357-A7FC-E79BAEA0064E}" type="pres">
      <dgm:prSet presAssocID="{5791EEF2-AED5-4D14-91DE-9C5BA25FBF2F}" presName="spNode" presStyleCnt="0"/>
      <dgm:spPr/>
    </dgm:pt>
    <dgm:pt modelId="{BD52687F-6530-4FD8-9E0E-98A2C70A635B}" type="pres">
      <dgm:prSet presAssocID="{39816B70-E47C-4AF3-8C26-3AD79FE305D1}" presName="sibTrans" presStyleLbl="sibTrans1D1" presStyleIdx="1" presStyleCnt="5"/>
      <dgm:spPr/>
      <dgm:t>
        <a:bodyPr/>
        <a:lstStyle/>
        <a:p>
          <a:endParaRPr lang="es-PE"/>
        </a:p>
      </dgm:t>
    </dgm:pt>
    <dgm:pt modelId="{B2D19423-8CDE-4C01-B7D7-F363F1014C60}" type="pres">
      <dgm:prSet presAssocID="{85C70A31-3B63-4106-B2AA-8BBD4BF8B1C7}" presName="node" presStyleLbl="node1" presStyleIdx="2" presStyleCnt="5">
        <dgm:presLayoutVars>
          <dgm:bulletEnabled val="1"/>
        </dgm:presLayoutVars>
      </dgm:prSet>
      <dgm:spPr/>
      <dgm:t>
        <a:bodyPr/>
        <a:lstStyle/>
        <a:p>
          <a:endParaRPr lang="es-PE"/>
        </a:p>
      </dgm:t>
    </dgm:pt>
    <dgm:pt modelId="{4EE0865B-9F59-4E6A-A0DE-8EFCAF191E45}" type="pres">
      <dgm:prSet presAssocID="{85C70A31-3B63-4106-B2AA-8BBD4BF8B1C7}" presName="spNode" presStyleCnt="0"/>
      <dgm:spPr/>
    </dgm:pt>
    <dgm:pt modelId="{15A9826F-7DB4-4B3F-ABAE-A6E77C5038C1}" type="pres">
      <dgm:prSet presAssocID="{A9E485BF-4592-4CD6-94DB-A5FD809BF6CB}" presName="sibTrans" presStyleLbl="sibTrans1D1" presStyleIdx="2" presStyleCnt="5"/>
      <dgm:spPr/>
      <dgm:t>
        <a:bodyPr/>
        <a:lstStyle/>
        <a:p>
          <a:endParaRPr lang="es-PE"/>
        </a:p>
      </dgm:t>
    </dgm:pt>
    <dgm:pt modelId="{912816D7-D041-4421-A416-56AED6090B01}" type="pres">
      <dgm:prSet presAssocID="{C775DD4D-908A-407D-8C2E-ABDB961DCC8C}" presName="node" presStyleLbl="node1" presStyleIdx="3" presStyleCnt="5">
        <dgm:presLayoutVars>
          <dgm:bulletEnabled val="1"/>
        </dgm:presLayoutVars>
      </dgm:prSet>
      <dgm:spPr/>
      <dgm:t>
        <a:bodyPr/>
        <a:lstStyle/>
        <a:p>
          <a:endParaRPr lang="es-PE"/>
        </a:p>
      </dgm:t>
    </dgm:pt>
    <dgm:pt modelId="{2F13709F-D401-4BB7-9207-74175B0E1320}" type="pres">
      <dgm:prSet presAssocID="{C775DD4D-908A-407D-8C2E-ABDB961DCC8C}" presName="spNode" presStyleCnt="0"/>
      <dgm:spPr/>
    </dgm:pt>
    <dgm:pt modelId="{77A39BCF-EE13-4917-9D31-1DC8AFB81141}" type="pres">
      <dgm:prSet presAssocID="{248426DA-7539-4500-B9FD-4EA8068B90EE}" presName="sibTrans" presStyleLbl="sibTrans1D1" presStyleIdx="3" presStyleCnt="5"/>
      <dgm:spPr/>
      <dgm:t>
        <a:bodyPr/>
        <a:lstStyle/>
        <a:p>
          <a:endParaRPr lang="es-PE"/>
        </a:p>
      </dgm:t>
    </dgm:pt>
    <dgm:pt modelId="{5A3E8C90-7D91-44CA-9DF1-08659A2C7014}" type="pres">
      <dgm:prSet presAssocID="{606DDC22-7566-4165-AC78-20C3FB49A669}" presName="node" presStyleLbl="node1" presStyleIdx="4" presStyleCnt="5">
        <dgm:presLayoutVars>
          <dgm:bulletEnabled val="1"/>
        </dgm:presLayoutVars>
      </dgm:prSet>
      <dgm:spPr/>
      <dgm:t>
        <a:bodyPr/>
        <a:lstStyle/>
        <a:p>
          <a:endParaRPr lang="es-PE"/>
        </a:p>
      </dgm:t>
    </dgm:pt>
    <dgm:pt modelId="{941D94FD-5C47-486F-8551-5D2C60314656}" type="pres">
      <dgm:prSet presAssocID="{606DDC22-7566-4165-AC78-20C3FB49A669}" presName="spNode" presStyleCnt="0"/>
      <dgm:spPr/>
    </dgm:pt>
    <dgm:pt modelId="{FF7EAE07-B35F-46B8-9178-E33D7435E283}" type="pres">
      <dgm:prSet presAssocID="{5F5AA660-B963-4E1B-84B4-8BCE1A28AEE3}" presName="sibTrans" presStyleLbl="sibTrans1D1" presStyleIdx="4" presStyleCnt="5"/>
      <dgm:spPr/>
      <dgm:t>
        <a:bodyPr/>
        <a:lstStyle/>
        <a:p>
          <a:endParaRPr lang="es-PE"/>
        </a:p>
      </dgm:t>
    </dgm:pt>
  </dgm:ptLst>
  <dgm:cxnLst>
    <dgm:cxn modelId="{69EAAE04-8433-9641-A823-CC814F8687DC}" type="presOf" srcId="{A9E485BF-4592-4CD6-94DB-A5FD809BF6CB}" destId="{15A9826F-7DB4-4B3F-ABAE-A6E77C5038C1}" srcOrd="0" destOrd="0" presId="urn:microsoft.com/office/officeart/2005/8/layout/cycle5"/>
    <dgm:cxn modelId="{825A0F4C-1226-8C46-AE76-877F939C9A59}" type="presOf" srcId="{39816B70-E47C-4AF3-8C26-3AD79FE305D1}" destId="{BD52687F-6530-4FD8-9E0E-98A2C70A635B}" srcOrd="0" destOrd="0" presId="urn:microsoft.com/office/officeart/2005/8/layout/cycle5"/>
    <dgm:cxn modelId="{249D81E8-38B9-C54C-BCDD-5AC2185F0886}" type="presOf" srcId="{606DDC22-7566-4165-AC78-20C3FB49A669}" destId="{5A3E8C90-7D91-44CA-9DF1-08659A2C7014}" srcOrd="0" destOrd="0" presId="urn:microsoft.com/office/officeart/2005/8/layout/cycle5"/>
    <dgm:cxn modelId="{7B53BA0B-6459-2044-9184-A4366968AE17}" type="presOf" srcId="{7B5DAF7F-D3D8-4DC9-AA41-8292FAB36EAD}" destId="{917E02AA-3F52-4DDF-86F2-44EE1881836F}" srcOrd="0" destOrd="0" presId="urn:microsoft.com/office/officeart/2005/8/layout/cycle5"/>
    <dgm:cxn modelId="{F45515A8-173A-4270-ACBA-87941D6C8C19}" srcId="{7B5DAF7F-D3D8-4DC9-AA41-8292FAB36EAD}" destId="{85C70A31-3B63-4106-B2AA-8BBD4BF8B1C7}" srcOrd="2" destOrd="0" parTransId="{6E219B56-1189-4BE0-AD5E-F7FFF4A1D41F}" sibTransId="{A9E485BF-4592-4CD6-94DB-A5FD809BF6CB}"/>
    <dgm:cxn modelId="{9D76C902-9467-47D3-A8FF-52471CE35E3E}" srcId="{7B5DAF7F-D3D8-4DC9-AA41-8292FAB36EAD}" destId="{C775DD4D-908A-407D-8C2E-ABDB961DCC8C}" srcOrd="3" destOrd="0" parTransId="{91F403D0-85B5-4424-8B25-D2B56F5E2BB8}" sibTransId="{248426DA-7539-4500-B9FD-4EA8068B90EE}"/>
    <dgm:cxn modelId="{6927120B-1510-4295-B10D-2C0393E28C5D}" srcId="{7B5DAF7F-D3D8-4DC9-AA41-8292FAB36EAD}" destId="{27DCC60B-1756-4463-80AB-B2D81BECDACD}" srcOrd="0" destOrd="0" parTransId="{E15D1B0B-723E-43CA-9652-71DD48D26A6D}" sibTransId="{F371B4D0-5492-45B9-A8E0-8F87BAF9F003}"/>
    <dgm:cxn modelId="{44D3E665-2C19-0148-8318-FCC7618AA832}" type="presOf" srcId="{248426DA-7539-4500-B9FD-4EA8068B90EE}" destId="{77A39BCF-EE13-4917-9D31-1DC8AFB81141}" srcOrd="0" destOrd="0" presId="urn:microsoft.com/office/officeart/2005/8/layout/cycle5"/>
    <dgm:cxn modelId="{C5905800-E16D-4F94-A9F4-91BC019BBBD1}" srcId="{7B5DAF7F-D3D8-4DC9-AA41-8292FAB36EAD}" destId="{5791EEF2-AED5-4D14-91DE-9C5BA25FBF2F}" srcOrd="1" destOrd="0" parTransId="{62ADAC28-992E-442C-A58A-0C44D570CB95}" sibTransId="{39816B70-E47C-4AF3-8C26-3AD79FE305D1}"/>
    <dgm:cxn modelId="{AFB26A70-D3D9-7744-938C-C2F4F5C995D6}" type="presOf" srcId="{85C70A31-3B63-4106-B2AA-8BBD4BF8B1C7}" destId="{B2D19423-8CDE-4C01-B7D7-F363F1014C60}" srcOrd="0" destOrd="0" presId="urn:microsoft.com/office/officeart/2005/8/layout/cycle5"/>
    <dgm:cxn modelId="{51BB6BBE-67C6-044D-992F-14FFF29C7B06}" type="presOf" srcId="{5791EEF2-AED5-4D14-91DE-9C5BA25FBF2F}" destId="{17358A65-F720-4EBA-9777-E5B6741DEA34}" srcOrd="0" destOrd="0" presId="urn:microsoft.com/office/officeart/2005/8/layout/cycle5"/>
    <dgm:cxn modelId="{88A92D42-A77A-4BB3-A59C-E590A99C4E97}" srcId="{7B5DAF7F-D3D8-4DC9-AA41-8292FAB36EAD}" destId="{606DDC22-7566-4165-AC78-20C3FB49A669}" srcOrd="4" destOrd="0" parTransId="{051647F2-97A3-4883-B3D2-FD6E8796C979}" sibTransId="{5F5AA660-B963-4E1B-84B4-8BCE1A28AEE3}"/>
    <dgm:cxn modelId="{D5D91C71-F3B0-7C40-BB08-018577410553}" type="presOf" srcId="{27DCC60B-1756-4463-80AB-B2D81BECDACD}" destId="{EBC97F8E-B6DB-4995-8053-A7C47109201A}" srcOrd="0" destOrd="0" presId="urn:microsoft.com/office/officeart/2005/8/layout/cycle5"/>
    <dgm:cxn modelId="{83CA2DF0-075D-1B4D-9C56-28768C6ECBBF}" type="presOf" srcId="{F371B4D0-5492-45B9-A8E0-8F87BAF9F003}" destId="{43984210-A414-49B5-93FA-4F513F952737}" srcOrd="0" destOrd="0" presId="urn:microsoft.com/office/officeart/2005/8/layout/cycle5"/>
    <dgm:cxn modelId="{F95C401C-F44D-DC4E-91B3-4B4753272873}" type="presOf" srcId="{5F5AA660-B963-4E1B-84B4-8BCE1A28AEE3}" destId="{FF7EAE07-B35F-46B8-9178-E33D7435E283}" srcOrd="0" destOrd="0" presId="urn:microsoft.com/office/officeart/2005/8/layout/cycle5"/>
    <dgm:cxn modelId="{68F445A4-4B15-A94C-9966-DEEC6CC3FF53}" type="presOf" srcId="{C775DD4D-908A-407D-8C2E-ABDB961DCC8C}" destId="{912816D7-D041-4421-A416-56AED6090B01}" srcOrd="0" destOrd="0" presId="urn:microsoft.com/office/officeart/2005/8/layout/cycle5"/>
    <dgm:cxn modelId="{3F2182DC-79FF-7A4C-8193-2C4698DEFB5E}" type="presParOf" srcId="{917E02AA-3F52-4DDF-86F2-44EE1881836F}" destId="{EBC97F8E-B6DB-4995-8053-A7C47109201A}" srcOrd="0" destOrd="0" presId="urn:microsoft.com/office/officeart/2005/8/layout/cycle5"/>
    <dgm:cxn modelId="{96C72BF1-CFC8-F04F-B575-D27E37A7CC1A}" type="presParOf" srcId="{917E02AA-3F52-4DDF-86F2-44EE1881836F}" destId="{219CCD31-E6CA-4B31-9D76-C7CA3DCBD356}" srcOrd="1" destOrd="0" presId="urn:microsoft.com/office/officeart/2005/8/layout/cycle5"/>
    <dgm:cxn modelId="{CC3C132C-272C-2749-849C-5797AC9F73A8}" type="presParOf" srcId="{917E02AA-3F52-4DDF-86F2-44EE1881836F}" destId="{43984210-A414-49B5-93FA-4F513F952737}" srcOrd="2" destOrd="0" presId="urn:microsoft.com/office/officeart/2005/8/layout/cycle5"/>
    <dgm:cxn modelId="{830F1052-BAAA-484C-9523-DE670B756C39}" type="presParOf" srcId="{917E02AA-3F52-4DDF-86F2-44EE1881836F}" destId="{17358A65-F720-4EBA-9777-E5B6741DEA34}" srcOrd="3" destOrd="0" presId="urn:microsoft.com/office/officeart/2005/8/layout/cycle5"/>
    <dgm:cxn modelId="{7D534DAA-15F1-7242-AB58-232B5D8B495F}" type="presParOf" srcId="{917E02AA-3F52-4DDF-86F2-44EE1881836F}" destId="{95E43AFA-3751-4357-A7FC-E79BAEA0064E}" srcOrd="4" destOrd="0" presId="urn:microsoft.com/office/officeart/2005/8/layout/cycle5"/>
    <dgm:cxn modelId="{BCF86291-8C90-B64A-B122-16DD50F45FD3}" type="presParOf" srcId="{917E02AA-3F52-4DDF-86F2-44EE1881836F}" destId="{BD52687F-6530-4FD8-9E0E-98A2C70A635B}" srcOrd="5" destOrd="0" presId="urn:microsoft.com/office/officeart/2005/8/layout/cycle5"/>
    <dgm:cxn modelId="{B74DB687-A943-344E-A21F-8F0E698C97D5}" type="presParOf" srcId="{917E02AA-3F52-4DDF-86F2-44EE1881836F}" destId="{B2D19423-8CDE-4C01-B7D7-F363F1014C60}" srcOrd="6" destOrd="0" presId="urn:microsoft.com/office/officeart/2005/8/layout/cycle5"/>
    <dgm:cxn modelId="{ECD741D9-E60D-534C-A225-C6776E07A69E}" type="presParOf" srcId="{917E02AA-3F52-4DDF-86F2-44EE1881836F}" destId="{4EE0865B-9F59-4E6A-A0DE-8EFCAF191E45}" srcOrd="7" destOrd="0" presId="urn:microsoft.com/office/officeart/2005/8/layout/cycle5"/>
    <dgm:cxn modelId="{F782189D-0770-C34C-BF32-7A090536F2AB}" type="presParOf" srcId="{917E02AA-3F52-4DDF-86F2-44EE1881836F}" destId="{15A9826F-7DB4-4B3F-ABAE-A6E77C5038C1}" srcOrd="8" destOrd="0" presId="urn:microsoft.com/office/officeart/2005/8/layout/cycle5"/>
    <dgm:cxn modelId="{2B31CB43-72F2-6445-B44C-2CF95E5887E1}" type="presParOf" srcId="{917E02AA-3F52-4DDF-86F2-44EE1881836F}" destId="{912816D7-D041-4421-A416-56AED6090B01}" srcOrd="9" destOrd="0" presId="urn:microsoft.com/office/officeart/2005/8/layout/cycle5"/>
    <dgm:cxn modelId="{38367A22-6149-C04A-91B8-80E348E9913A}" type="presParOf" srcId="{917E02AA-3F52-4DDF-86F2-44EE1881836F}" destId="{2F13709F-D401-4BB7-9207-74175B0E1320}" srcOrd="10" destOrd="0" presId="urn:microsoft.com/office/officeart/2005/8/layout/cycle5"/>
    <dgm:cxn modelId="{5EA6169D-63B7-174D-9124-117D1DFD35EC}" type="presParOf" srcId="{917E02AA-3F52-4DDF-86F2-44EE1881836F}" destId="{77A39BCF-EE13-4917-9D31-1DC8AFB81141}" srcOrd="11" destOrd="0" presId="urn:microsoft.com/office/officeart/2005/8/layout/cycle5"/>
    <dgm:cxn modelId="{FEF435D4-FFB3-A24C-B4E4-7601A109CBE9}" type="presParOf" srcId="{917E02AA-3F52-4DDF-86F2-44EE1881836F}" destId="{5A3E8C90-7D91-44CA-9DF1-08659A2C7014}" srcOrd="12" destOrd="0" presId="urn:microsoft.com/office/officeart/2005/8/layout/cycle5"/>
    <dgm:cxn modelId="{4E486DAD-97A2-7F48-A0FF-781BCB0F8B86}" type="presParOf" srcId="{917E02AA-3F52-4DDF-86F2-44EE1881836F}" destId="{941D94FD-5C47-486F-8551-5D2C60314656}" srcOrd="13" destOrd="0" presId="urn:microsoft.com/office/officeart/2005/8/layout/cycle5"/>
    <dgm:cxn modelId="{FF5EA2F8-6429-F948-8CBB-3911E390BBD8}" type="presParOf" srcId="{917E02AA-3F52-4DDF-86F2-44EE1881836F}" destId="{FF7EAE07-B35F-46B8-9178-E33D7435E283}" srcOrd="14" destOrd="0" presId="urn:microsoft.com/office/officeart/2005/8/layout/cycle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C1C1F4-B068-49DD-8085-E83DE5FE91C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F8AC1D50-8DEC-42E2-996D-CF1010A8B2A4}">
      <dgm:prSet phldrT="[Texto]" custT="1"/>
      <dgm:spPr>
        <a:solidFill>
          <a:srgbClr val="2EB1B5"/>
        </a:solidFill>
      </dgm:spPr>
      <dgm:t>
        <a:bodyPr/>
        <a:lstStyle/>
        <a:p>
          <a:r>
            <a:rPr lang="es-PE" sz="1600" dirty="0" smtClean="0"/>
            <a:t>Objetivo</a:t>
          </a:r>
          <a:endParaRPr lang="es-PE" sz="1600" dirty="0"/>
        </a:p>
      </dgm:t>
    </dgm:pt>
    <dgm:pt modelId="{786E19C0-B5FB-4042-A047-1BE4F50904A1}" type="parTrans" cxnId="{8F299412-9ED5-4DEE-A8CF-4E0F884EEADC}">
      <dgm:prSet/>
      <dgm:spPr/>
      <dgm:t>
        <a:bodyPr/>
        <a:lstStyle/>
        <a:p>
          <a:endParaRPr lang="es-PE" sz="1600"/>
        </a:p>
      </dgm:t>
    </dgm:pt>
    <dgm:pt modelId="{D92CC6DE-1600-4B15-AB03-51E3F49D26E4}" type="sibTrans" cxnId="{8F299412-9ED5-4DEE-A8CF-4E0F884EEADC}">
      <dgm:prSet/>
      <dgm:spPr/>
      <dgm:t>
        <a:bodyPr/>
        <a:lstStyle/>
        <a:p>
          <a:endParaRPr lang="es-PE" sz="1600"/>
        </a:p>
      </dgm:t>
    </dgm:pt>
    <dgm:pt modelId="{2776DF3A-71EB-5443-BCFC-497880F7F9B8}">
      <dgm:prSet phldrT="[Texto]" custT="1"/>
      <dgm:spPr>
        <a:solidFill>
          <a:srgbClr val="2EB1B5"/>
        </a:solidFill>
      </dgm:spPr>
      <dgm:t>
        <a:bodyPr/>
        <a:lstStyle/>
        <a:p>
          <a:r>
            <a:rPr lang="es-PE" sz="1600" dirty="0" smtClean="0"/>
            <a:t>Análisis y especificación</a:t>
          </a:r>
          <a:endParaRPr lang="es-PE" sz="1600" dirty="0"/>
        </a:p>
      </dgm:t>
    </dgm:pt>
    <dgm:pt modelId="{32D0A3A1-5481-924C-A27A-DF646B4C8224}" type="parTrans" cxnId="{EE0AEB10-F1B7-EA4D-BBBF-99B680753492}">
      <dgm:prSet/>
      <dgm:spPr/>
      <dgm:t>
        <a:bodyPr/>
        <a:lstStyle/>
        <a:p>
          <a:endParaRPr lang="es-ES_tradnl"/>
        </a:p>
      </dgm:t>
    </dgm:pt>
    <dgm:pt modelId="{1F2E5139-AAEA-9849-81E2-A5122C02EC6F}" type="sibTrans" cxnId="{EE0AEB10-F1B7-EA4D-BBBF-99B680753492}">
      <dgm:prSet/>
      <dgm:spPr/>
      <dgm:t>
        <a:bodyPr/>
        <a:lstStyle/>
        <a:p>
          <a:endParaRPr lang="es-ES_tradnl"/>
        </a:p>
      </dgm:t>
    </dgm:pt>
    <dgm:pt modelId="{86A58F4D-15BA-5F46-8FA8-91DF45F82E8E}">
      <dgm:prSet phldrT="[Texto]" custT="1"/>
      <dgm:spPr>
        <a:solidFill>
          <a:srgbClr val="2EB1B5"/>
        </a:solidFill>
      </dgm:spPr>
      <dgm:t>
        <a:bodyPr/>
        <a:lstStyle/>
        <a:p>
          <a:r>
            <a:rPr lang="es-PE" sz="1600" dirty="0" smtClean="0"/>
            <a:t>Aplicación en redes públicas</a:t>
          </a:r>
          <a:endParaRPr lang="es-PE" sz="1600" dirty="0"/>
        </a:p>
      </dgm:t>
    </dgm:pt>
    <dgm:pt modelId="{F12C22D5-BC1C-E349-A1A9-C91519B20387}" type="parTrans" cxnId="{FFFAACCE-0DDA-2949-A42C-5B92A4090F68}">
      <dgm:prSet/>
      <dgm:spPr/>
      <dgm:t>
        <a:bodyPr/>
        <a:lstStyle/>
        <a:p>
          <a:endParaRPr lang="es-ES_tradnl"/>
        </a:p>
      </dgm:t>
    </dgm:pt>
    <dgm:pt modelId="{3D6ED5F5-DB70-8243-A03F-DE868013E3C4}" type="sibTrans" cxnId="{FFFAACCE-0DDA-2949-A42C-5B92A4090F68}">
      <dgm:prSet/>
      <dgm:spPr/>
      <dgm:t>
        <a:bodyPr/>
        <a:lstStyle/>
        <a:p>
          <a:endParaRPr lang="es-ES_tradnl"/>
        </a:p>
      </dgm:t>
    </dgm:pt>
    <dgm:pt modelId="{5E7E9D74-3406-064B-92B2-0C4AEC722C07}">
      <dgm:prSet phldrT="[Texto]" custT="1"/>
      <dgm:spPr>
        <a:solidFill>
          <a:srgbClr val="2EB1B5"/>
        </a:solidFill>
      </dgm:spPr>
      <dgm:t>
        <a:bodyPr/>
        <a:lstStyle/>
        <a:p>
          <a:r>
            <a:rPr lang="es-PE" sz="1600" dirty="0" smtClean="0"/>
            <a:t>Transacciones de servicios de aplicaciones</a:t>
          </a:r>
          <a:endParaRPr lang="es-PE" sz="1600" dirty="0"/>
        </a:p>
      </dgm:t>
    </dgm:pt>
    <dgm:pt modelId="{BDC6A5EE-ADAC-794C-ADF2-1A1144AB60F9}" type="parTrans" cxnId="{E3B6332A-88AF-E341-B9BA-68B22D069E80}">
      <dgm:prSet/>
      <dgm:spPr/>
      <dgm:t>
        <a:bodyPr/>
        <a:lstStyle/>
        <a:p>
          <a:endParaRPr lang="es-ES_tradnl"/>
        </a:p>
      </dgm:t>
    </dgm:pt>
    <dgm:pt modelId="{965CB180-5BF3-BC43-93C1-F4365D4A779D}" type="sibTrans" cxnId="{E3B6332A-88AF-E341-B9BA-68B22D069E80}">
      <dgm:prSet/>
      <dgm:spPr/>
      <dgm:t>
        <a:bodyPr/>
        <a:lstStyle/>
        <a:p>
          <a:endParaRPr lang="es-ES_tradnl"/>
        </a:p>
      </dgm:t>
    </dgm:pt>
    <dgm:pt modelId="{1C1067FD-E418-4B60-B9E3-ACF1A4CBDC81}" type="pres">
      <dgm:prSet presAssocID="{6EC1C1F4-B068-49DD-8085-E83DE5FE91C0}" presName="linear" presStyleCnt="0">
        <dgm:presLayoutVars>
          <dgm:animLvl val="lvl"/>
          <dgm:resizeHandles val="exact"/>
        </dgm:presLayoutVars>
      </dgm:prSet>
      <dgm:spPr/>
      <dgm:t>
        <a:bodyPr/>
        <a:lstStyle/>
        <a:p>
          <a:endParaRPr lang="es-PE"/>
        </a:p>
      </dgm:t>
    </dgm:pt>
    <dgm:pt modelId="{3777373B-7A8D-4433-8A8C-4992208C3102}" type="pres">
      <dgm:prSet presAssocID="{F8AC1D50-8DEC-42E2-996D-CF1010A8B2A4}" presName="parentText" presStyleLbl="node1" presStyleIdx="0" presStyleCnt="4">
        <dgm:presLayoutVars>
          <dgm:chMax val="0"/>
          <dgm:bulletEnabled val="1"/>
        </dgm:presLayoutVars>
      </dgm:prSet>
      <dgm:spPr/>
      <dgm:t>
        <a:bodyPr/>
        <a:lstStyle/>
        <a:p>
          <a:endParaRPr lang="es-PE"/>
        </a:p>
      </dgm:t>
    </dgm:pt>
    <dgm:pt modelId="{77C821BE-E8B1-43B2-BC83-DA1F290CCBAD}" type="pres">
      <dgm:prSet presAssocID="{D92CC6DE-1600-4B15-AB03-51E3F49D26E4}" presName="spacer" presStyleCnt="0"/>
      <dgm:spPr/>
    </dgm:pt>
    <dgm:pt modelId="{9E77782E-9529-3343-AE79-FD27581CBB52}" type="pres">
      <dgm:prSet presAssocID="{2776DF3A-71EB-5443-BCFC-497880F7F9B8}" presName="parentText" presStyleLbl="node1" presStyleIdx="1" presStyleCnt="4">
        <dgm:presLayoutVars>
          <dgm:chMax val="0"/>
          <dgm:bulletEnabled val="1"/>
        </dgm:presLayoutVars>
      </dgm:prSet>
      <dgm:spPr/>
      <dgm:t>
        <a:bodyPr/>
        <a:lstStyle/>
        <a:p>
          <a:endParaRPr lang="es-ES_tradnl"/>
        </a:p>
      </dgm:t>
    </dgm:pt>
    <dgm:pt modelId="{8AD488DE-59EB-B343-BCBC-1D5E3CF3F972}" type="pres">
      <dgm:prSet presAssocID="{1F2E5139-AAEA-9849-81E2-A5122C02EC6F}" presName="spacer" presStyleCnt="0"/>
      <dgm:spPr/>
    </dgm:pt>
    <dgm:pt modelId="{DD5FDF62-7E18-E44A-BD84-ED3A450B5C6C}" type="pres">
      <dgm:prSet presAssocID="{86A58F4D-15BA-5F46-8FA8-91DF45F82E8E}" presName="parentText" presStyleLbl="node1" presStyleIdx="2" presStyleCnt="4">
        <dgm:presLayoutVars>
          <dgm:chMax val="0"/>
          <dgm:bulletEnabled val="1"/>
        </dgm:presLayoutVars>
      </dgm:prSet>
      <dgm:spPr/>
      <dgm:t>
        <a:bodyPr/>
        <a:lstStyle/>
        <a:p>
          <a:endParaRPr lang="es-ES_tradnl"/>
        </a:p>
      </dgm:t>
    </dgm:pt>
    <dgm:pt modelId="{9F2C8D5D-1D52-9841-8EF2-D968798D1E3C}" type="pres">
      <dgm:prSet presAssocID="{3D6ED5F5-DB70-8243-A03F-DE868013E3C4}" presName="spacer" presStyleCnt="0"/>
      <dgm:spPr/>
    </dgm:pt>
    <dgm:pt modelId="{4E79245E-9996-CC44-BBF4-B9A805B27A5F}" type="pres">
      <dgm:prSet presAssocID="{5E7E9D74-3406-064B-92B2-0C4AEC722C07}" presName="parentText" presStyleLbl="node1" presStyleIdx="3" presStyleCnt="4" custLinFactNeighborX="-40542" custLinFactNeighborY="-36306">
        <dgm:presLayoutVars>
          <dgm:chMax val="0"/>
          <dgm:bulletEnabled val="1"/>
        </dgm:presLayoutVars>
      </dgm:prSet>
      <dgm:spPr/>
      <dgm:t>
        <a:bodyPr/>
        <a:lstStyle/>
        <a:p>
          <a:endParaRPr lang="es-ES_tradnl"/>
        </a:p>
      </dgm:t>
    </dgm:pt>
  </dgm:ptLst>
  <dgm:cxnLst>
    <dgm:cxn modelId="{8F299412-9ED5-4DEE-A8CF-4E0F884EEADC}" srcId="{6EC1C1F4-B068-49DD-8085-E83DE5FE91C0}" destId="{F8AC1D50-8DEC-42E2-996D-CF1010A8B2A4}" srcOrd="0" destOrd="0" parTransId="{786E19C0-B5FB-4042-A047-1BE4F50904A1}" sibTransId="{D92CC6DE-1600-4B15-AB03-51E3F49D26E4}"/>
    <dgm:cxn modelId="{E3B6332A-88AF-E341-B9BA-68B22D069E80}" srcId="{6EC1C1F4-B068-49DD-8085-E83DE5FE91C0}" destId="{5E7E9D74-3406-064B-92B2-0C4AEC722C07}" srcOrd="3" destOrd="0" parTransId="{BDC6A5EE-ADAC-794C-ADF2-1A1144AB60F9}" sibTransId="{965CB180-5BF3-BC43-93C1-F4365D4A779D}"/>
    <dgm:cxn modelId="{88E8CC6A-2E66-D34C-958B-04EAA818BC55}" type="presOf" srcId="{2776DF3A-71EB-5443-BCFC-497880F7F9B8}" destId="{9E77782E-9529-3343-AE79-FD27581CBB52}" srcOrd="0" destOrd="0" presId="urn:microsoft.com/office/officeart/2005/8/layout/vList2"/>
    <dgm:cxn modelId="{1908BDFE-0756-7E4E-BC30-46989F2FBF1B}" type="presOf" srcId="{86A58F4D-15BA-5F46-8FA8-91DF45F82E8E}" destId="{DD5FDF62-7E18-E44A-BD84-ED3A450B5C6C}" srcOrd="0" destOrd="0" presId="urn:microsoft.com/office/officeart/2005/8/layout/vList2"/>
    <dgm:cxn modelId="{7A06B475-382D-134B-9E6D-B0C6F9DD9F7A}" type="presOf" srcId="{5E7E9D74-3406-064B-92B2-0C4AEC722C07}" destId="{4E79245E-9996-CC44-BBF4-B9A805B27A5F}" srcOrd="0" destOrd="0" presId="urn:microsoft.com/office/officeart/2005/8/layout/vList2"/>
    <dgm:cxn modelId="{58351E3F-A441-BB46-A9EE-E1BE434B50F2}" type="presOf" srcId="{6EC1C1F4-B068-49DD-8085-E83DE5FE91C0}" destId="{1C1067FD-E418-4B60-B9E3-ACF1A4CBDC81}" srcOrd="0" destOrd="0" presId="urn:microsoft.com/office/officeart/2005/8/layout/vList2"/>
    <dgm:cxn modelId="{40F5B1C5-62B1-6146-A1F0-C1180ECD01C8}" type="presOf" srcId="{F8AC1D50-8DEC-42E2-996D-CF1010A8B2A4}" destId="{3777373B-7A8D-4433-8A8C-4992208C3102}" srcOrd="0" destOrd="0" presId="urn:microsoft.com/office/officeart/2005/8/layout/vList2"/>
    <dgm:cxn modelId="{EE0AEB10-F1B7-EA4D-BBBF-99B680753492}" srcId="{6EC1C1F4-B068-49DD-8085-E83DE5FE91C0}" destId="{2776DF3A-71EB-5443-BCFC-497880F7F9B8}" srcOrd="1" destOrd="0" parTransId="{32D0A3A1-5481-924C-A27A-DF646B4C8224}" sibTransId="{1F2E5139-AAEA-9849-81E2-A5122C02EC6F}"/>
    <dgm:cxn modelId="{FFFAACCE-0DDA-2949-A42C-5B92A4090F68}" srcId="{6EC1C1F4-B068-49DD-8085-E83DE5FE91C0}" destId="{86A58F4D-15BA-5F46-8FA8-91DF45F82E8E}" srcOrd="2" destOrd="0" parTransId="{F12C22D5-BC1C-E349-A1A9-C91519B20387}" sibTransId="{3D6ED5F5-DB70-8243-A03F-DE868013E3C4}"/>
    <dgm:cxn modelId="{3595A292-1078-F14E-AEB4-1D9DF3A52647}" type="presParOf" srcId="{1C1067FD-E418-4B60-B9E3-ACF1A4CBDC81}" destId="{3777373B-7A8D-4433-8A8C-4992208C3102}" srcOrd="0" destOrd="0" presId="urn:microsoft.com/office/officeart/2005/8/layout/vList2"/>
    <dgm:cxn modelId="{81DA7A5D-440B-AE43-B793-961713979F60}" type="presParOf" srcId="{1C1067FD-E418-4B60-B9E3-ACF1A4CBDC81}" destId="{77C821BE-E8B1-43B2-BC83-DA1F290CCBAD}" srcOrd="1" destOrd="0" presId="urn:microsoft.com/office/officeart/2005/8/layout/vList2"/>
    <dgm:cxn modelId="{3FA1B098-7658-764D-B156-97A7AD81DDC3}" type="presParOf" srcId="{1C1067FD-E418-4B60-B9E3-ACF1A4CBDC81}" destId="{9E77782E-9529-3343-AE79-FD27581CBB52}" srcOrd="2" destOrd="0" presId="urn:microsoft.com/office/officeart/2005/8/layout/vList2"/>
    <dgm:cxn modelId="{6F5B78CE-DE63-2F49-BFB2-40DB7F94ECCF}" type="presParOf" srcId="{1C1067FD-E418-4B60-B9E3-ACF1A4CBDC81}" destId="{8AD488DE-59EB-B343-BCBC-1D5E3CF3F972}" srcOrd="3" destOrd="0" presId="urn:microsoft.com/office/officeart/2005/8/layout/vList2"/>
    <dgm:cxn modelId="{847CB444-7732-DC4F-9ACD-C549D21D5280}" type="presParOf" srcId="{1C1067FD-E418-4B60-B9E3-ACF1A4CBDC81}" destId="{DD5FDF62-7E18-E44A-BD84-ED3A450B5C6C}" srcOrd="4" destOrd="0" presId="urn:microsoft.com/office/officeart/2005/8/layout/vList2"/>
    <dgm:cxn modelId="{1DD730C4-BE43-754A-9147-EF9465EDCA24}" type="presParOf" srcId="{1C1067FD-E418-4B60-B9E3-ACF1A4CBDC81}" destId="{9F2C8D5D-1D52-9841-8EF2-D968798D1E3C}" srcOrd="5" destOrd="0" presId="urn:microsoft.com/office/officeart/2005/8/layout/vList2"/>
    <dgm:cxn modelId="{91CF1894-CC09-EC44-B6F1-A8E6F9B738FE}" type="presParOf" srcId="{1C1067FD-E418-4B60-B9E3-ACF1A4CBDC81}" destId="{4E79245E-9996-CC44-BBF4-B9A805B27A5F}"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580A023-5473-4C09-9AD3-6CC4F2BD479E}" type="doc">
      <dgm:prSet loTypeId="urn:microsoft.com/office/officeart/2005/8/layout/orgChart1" loCatId="hierarchy" qsTypeId="urn:microsoft.com/office/officeart/2005/8/quickstyle/simple1" qsCatId="simple" csTypeId="urn:microsoft.com/office/officeart/2005/8/colors/accent5_5" csCatId="accent5" phldr="1"/>
      <dgm:spPr/>
      <dgm:t>
        <a:bodyPr/>
        <a:lstStyle/>
        <a:p>
          <a:endParaRPr lang="es-PE"/>
        </a:p>
      </dgm:t>
    </dgm:pt>
    <dgm:pt modelId="{1CFEDA62-E621-45B6-81B7-7CA0DF19BE0B}">
      <dgm:prSet phldrT="[Texto]" custT="1"/>
      <dgm:spPr>
        <a:solidFill>
          <a:srgbClr val="68529F"/>
        </a:solidFill>
      </dgm:spPr>
      <dgm:t>
        <a:bodyPr/>
        <a:lstStyle/>
        <a:p>
          <a:r>
            <a:rPr lang="es-PE" sz="1600" dirty="0" smtClean="0"/>
            <a:t>A.14.1 Requisitos de seguridad de los sistemas</a:t>
          </a:r>
          <a:br>
            <a:rPr lang="es-PE" sz="1600" dirty="0" smtClean="0"/>
          </a:br>
          <a:r>
            <a:rPr lang="es-PE" sz="1600" dirty="0" smtClean="0"/>
            <a:t>de información</a:t>
          </a:r>
          <a:endParaRPr lang="es-PE" sz="1600" dirty="0"/>
        </a:p>
      </dgm:t>
    </dgm:pt>
    <dgm:pt modelId="{0700C93D-A4CB-4B96-84CE-B49B558F2924}" type="parTrans" cxnId="{962284F4-41E6-448E-B0EA-6DE27CB57514}">
      <dgm:prSet/>
      <dgm:spPr/>
      <dgm:t>
        <a:bodyPr/>
        <a:lstStyle/>
        <a:p>
          <a:endParaRPr lang="es-PE" sz="1100"/>
        </a:p>
      </dgm:t>
    </dgm:pt>
    <dgm:pt modelId="{CC81F1C7-7291-4FD3-9E79-50C95E843145}" type="sibTrans" cxnId="{962284F4-41E6-448E-B0EA-6DE27CB57514}">
      <dgm:prSet/>
      <dgm:spPr/>
      <dgm:t>
        <a:bodyPr/>
        <a:lstStyle/>
        <a:p>
          <a:endParaRPr lang="es-PE" sz="1100"/>
        </a:p>
      </dgm:t>
    </dgm:pt>
    <dgm:pt modelId="{B7448275-937C-4470-B239-A762E1132317}">
      <dgm:prSet phldrT="[Texto]" custT="1"/>
      <dgm:spPr>
        <a:solidFill>
          <a:srgbClr val="2EB1B5"/>
        </a:solidFill>
      </dgm:spPr>
      <dgm:t>
        <a:bodyPr/>
        <a:lstStyle/>
        <a:p>
          <a:r>
            <a:rPr lang="es-PE" sz="1600" dirty="0" smtClean="0"/>
            <a:t>A.14.1.1 Análisis y especificaciones de</a:t>
          </a:r>
          <a:br>
            <a:rPr lang="es-PE" sz="1600" dirty="0" smtClean="0"/>
          </a:br>
          <a:r>
            <a:rPr lang="es-PE" sz="1600" dirty="0" smtClean="0"/>
            <a:t>los requisitos de seguridad</a:t>
          </a:r>
          <a:endParaRPr lang="es-PE" sz="1600" dirty="0"/>
        </a:p>
      </dgm:t>
    </dgm:pt>
    <dgm:pt modelId="{10422A0E-8626-46F6-B887-21E25845322D}" type="parTrans" cxnId="{557D5898-F67E-4653-9DDF-2E1305C2481E}">
      <dgm:prSet/>
      <dgm:spPr>
        <a:ln w="28575">
          <a:solidFill>
            <a:schemeClr val="bg1">
              <a:lumMod val="75000"/>
            </a:schemeClr>
          </a:solidFill>
        </a:ln>
      </dgm:spPr>
      <dgm:t>
        <a:bodyPr/>
        <a:lstStyle/>
        <a:p>
          <a:endParaRPr lang="es-PE" sz="1100"/>
        </a:p>
      </dgm:t>
    </dgm:pt>
    <dgm:pt modelId="{CA607E5C-476B-4007-B45D-E7B821BE4112}" type="sibTrans" cxnId="{557D5898-F67E-4653-9DDF-2E1305C2481E}">
      <dgm:prSet/>
      <dgm:spPr/>
      <dgm:t>
        <a:bodyPr/>
        <a:lstStyle/>
        <a:p>
          <a:endParaRPr lang="es-PE" sz="1100"/>
        </a:p>
      </dgm:t>
    </dgm:pt>
    <dgm:pt modelId="{5632A320-C7F0-4CDC-98FE-2A96BECAF10D}">
      <dgm:prSet phldrT="[Texto]" custT="1"/>
      <dgm:spPr>
        <a:solidFill>
          <a:srgbClr val="2EB1B5"/>
        </a:solidFill>
      </dgm:spPr>
      <dgm:t>
        <a:bodyPr/>
        <a:lstStyle/>
        <a:p>
          <a:r>
            <a:rPr lang="es-PE" sz="1600" dirty="0" smtClean="0"/>
            <a:t>A.14.1.2 Garantizar servicios de</a:t>
          </a:r>
          <a:br>
            <a:rPr lang="es-PE" sz="1600" dirty="0" smtClean="0"/>
          </a:br>
          <a:r>
            <a:rPr lang="es-PE" sz="1600" dirty="0" smtClean="0"/>
            <a:t>aplicación en</a:t>
          </a:r>
          <a:br>
            <a:rPr lang="es-PE" sz="1600" dirty="0" smtClean="0"/>
          </a:br>
          <a:r>
            <a:rPr lang="es-PE" sz="1600" dirty="0" smtClean="0"/>
            <a:t>redes públicas</a:t>
          </a:r>
          <a:endParaRPr lang="es-PE" sz="1600" dirty="0"/>
        </a:p>
      </dgm:t>
    </dgm:pt>
    <dgm:pt modelId="{10AA4281-08C4-41C2-8759-40F57D40420E}" type="parTrans" cxnId="{9F627562-5DED-4E81-A15F-B9B84A0A5217}">
      <dgm:prSet/>
      <dgm:spPr>
        <a:ln>
          <a:solidFill>
            <a:schemeClr val="bg1">
              <a:lumMod val="75000"/>
            </a:schemeClr>
          </a:solidFill>
        </a:ln>
      </dgm:spPr>
      <dgm:t>
        <a:bodyPr/>
        <a:lstStyle/>
        <a:p>
          <a:endParaRPr lang="es-PE" sz="1100"/>
        </a:p>
      </dgm:t>
    </dgm:pt>
    <dgm:pt modelId="{662C727F-8716-4E3E-8E31-1719CF95F5A2}" type="sibTrans" cxnId="{9F627562-5DED-4E81-A15F-B9B84A0A5217}">
      <dgm:prSet/>
      <dgm:spPr/>
      <dgm:t>
        <a:bodyPr/>
        <a:lstStyle/>
        <a:p>
          <a:endParaRPr lang="es-PE" sz="1100"/>
        </a:p>
      </dgm:t>
    </dgm:pt>
    <dgm:pt modelId="{46B5A241-D4A1-4091-8BAE-08996C0781FE}">
      <dgm:prSet phldrT="[Texto]" custT="1"/>
      <dgm:spPr>
        <a:solidFill>
          <a:srgbClr val="2EB1B5"/>
        </a:solidFill>
      </dgm:spPr>
      <dgm:t>
        <a:bodyPr/>
        <a:lstStyle/>
        <a:p>
          <a:r>
            <a:rPr lang="es-PE" sz="1600" dirty="0" smtClean="0"/>
            <a:t>A.14.1.3  Proteger</a:t>
          </a:r>
          <a:br>
            <a:rPr lang="es-PE" sz="1600" dirty="0" smtClean="0"/>
          </a:br>
          <a:r>
            <a:rPr lang="es-PE" sz="1600" dirty="0" smtClean="0"/>
            <a:t>las transacciones</a:t>
          </a:r>
          <a:br>
            <a:rPr lang="es-PE" sz="1600" dirty="0" smtClean="0"/>
          </a:br>
          <a:r>
            <a:rPr lang="es-PE" sz="1600" dirty="0" smtClean="0"/>
            <a:t>de los servicios</a:t>
          </a:r>
          <a:br>
            <a:rPr lang="es-PE" sz="1600" dirty="0" smtClean="0"/>
          </a:br>
          <a:r>
            <a:rPr lang="es-PE" sz="1600" dirty="0" smtClean="0"/>
            <a:t>de aplicaciones</a:t>
          </a:r>
          <a:endParaRPr lang="es-PE" sz="1600" dirty="0"/>
        </a:p>
      </dgm:t>
    </dgm:pt>
    <dgm:pt modelId="{10D3F234-F6AA-41E1-8303-ABC36FC18653}" type="parTrans" cxnId="{8D4FF80E-06BE-4E95-895E-0953A332724C}">
      <dgm:prSet/>
      <dgm:spPr>
        <a:ln>
          <a:solidFill>
            <a:schemeClr val="bg1">
              <a:lumMod val="75000"/>
            </a:schemeClr>
          </a:solidFill>
        </a:ln>
      </dgm:spPr>
      <dgm:t>
        <a:bodyPr/>
        <a:lstStyle/>
        <a:p>
          <a:endParaRPr lang="es-PE" sz="1100"/>
        </a:p>
      </dgm:t>
    </dgm:pt>
    <dgm:pt modelId="{7AB1439C-5971-405A-AB56-8E64C635EB2F}" type="sibTrans" cxnId="{8D4FF80E-06BE-4E95-895E-0953A332724C}">
      <dgm:prSet/>
      <dgm:spPr/>
      <dgm:t>
        <a:bodyPr/>
        <a:lstStyle/>
        <a:p>
          <a:endParaRPr lang="es-PE" sz="1100"/>
        </a:p>
      </dgm:t>
    </dgm:pt>
    <dgm:pt modelId="{70708133-7F97-45BF-9C10-8090A18B77E8}" type="pres">
      <dgm:prSet presAssocID="{B580A023-5473-4C09-9AD3-6CC4F2BD479E}" presName="hierChild1" presStyleCnt="0">
        <dgm:presLayoutVars>
          <dgm:orgChart val="1"/>
          <dgm:chPref val="1"/>
          <dgm:dir/>
          <dgm:animOne val="branch"/>
          <dgm:animLvl val="lvl"/>
          <dgm:resizeHandles/>
        </dgm:presLayoutVars>
      </dgm:prSet>
      <dgm:spPr/>
      <dgm:t>
        <a:bodyPr/>
        <a:lstStyle/>
        <a:p>
          <a:endParaRPr lang="es-PE"/>
        </a:p>
      </dgm:t>
    </dgm:pt>
    <dgm:pt modelId="{8174BBFF-F76D-423D-968C-BB20383ABF41}" type="pres">
      <dgm:prSet presAssocID="{1CFEDA62-E621-45B6-81B7-7CA0DF19BE0B}" presName="hierRoot1" presStyleCnt="0">
        <dgm:presLayoutVars>
          <dgm:hierBranch val="init"/>
        </dgm:presLayoutVars>
      </dgm:prSet>
      <dgm:spPr/>
    </dgm:pt>
    <dgm:pt modelId="{1B53207F-2457-4DE1-8E76-DD6FCF0A3A94}" type="pres">
      <dgm:prSet presAssocID="{1CFEDA62-E621-45B6-81B7-7CA0DF19BE0B}" presName="rootComposite1" presStyleCnt="0"/>
      <dgm:spPr/>
    </dgm:pt>
    <dgm:pt modelId="{126F27EB-EF2C-423D-B7FD-5E0219D7D588}" type="pres">
      <dgm:prSet presAssocID="{1CFEDA62-E621-45B6-81B7-7CA0DF19BE0B}" presName="rootText1" presStyleLbl="node0" presStyleIdx="0" presStyleCnt="1" custScaleX="124235" custScaleY="134469">
        <dgm:presLayoutVars>
          <dgm:chPref val="3"/>
        </dgm:presLayoutVars>
      </dgm:prSet>
      <dgm:spPr/>
      <dgm:t>
        <a:bodyPr/>
        <a:lstStyle/>
        <a:p>
          <a:endParaRPr lang="es-PE"/>
        </a:p>
      </dgm:t>
    </dgm:pt>
    <dgm:pt modelId="{5703174A-DFEC-47A6-87E0-B1E4BB26E639}" type="pres">
      <dgm:prSet presAssocID="{1CFEDA62-E621-45B6-81B7-7CA0DF19BE0B}" presName="rootConnector1" presStyleLbl="node1" presStyleIdx="0" presStyleCnt="0"/>
      <dgm:spPr/>
      <dgm:t>
        <a:bodyPr/>
        <a:lstStyle/>
        <a:p>
          <a:endParaRPr lang="es-PE"/>
        </a:p>
      </dgm:t>
    </dgm:pt>
    <dgm:pt modelId="{4E570361-5DD1-40A2-823E-C23403C3FF2E}" type="pres">
      <dgm:prSet presAssocID="{1CFEDA62-E621-45B6-81B7-7CA0DF19BE0B}" presName="hierChild2" presStyleCnt="0"/>
      <dgm:spPr/>
    </dgm:pt>
    <dgm:pt modelId="{C4281DFD-D887-41DA-B6F2-3FBADBA6C710}" type="pres">
      <dgm:prSet presAssocID="{10422A0E-8626-46F6-B887-21E25845322D}" presName="Name37" presStyleLbl="parChTrans1D2" presStyleIdx="0" presStyleCnt="3"/>
      <dgm:spPr/>
      <dgm:t>
        <a:bodyPr/>
        <a:lstStyle/>
        <a:p>
          <a:endParaRPr lang="es-PE"/>
        </a:p>
      </dgm:t>
    </dgm:pt>
    <dgm:pt modelId="{0023C08C-1429-4E5B-9FD2-CD840868C8AE}" type="pres">
      <dgm:prSet presAssocID="{B7448275-937C-4470-B239-A762E1132317}" presName="hierRoot2" presStyleCnt="0">
        <dgm:presLayoutVars>
          <dgm:hierBranch val="init"/>
        </dgm:presLayoutVars>
      </dgm:prSet>
      <dgm:spPr/>
    </dgm:pt>
    <dgm:pt modelId="{134AD17D-44F4-4C93-B854-49FB59ADB2CB}" type="pres">
      <dgm:prSet presAssocID="{B7448275-937C-4470-B239-A762E1132317}" presName="rootComposite" presStyleCnt="0"/>
      <dgm:spPr/>
    </dgm:pt>
    <dgm:pt modelId="{FC92D772-C01B-4D45-837B-3353756937D4}" type="pres">
      <dgm:prSet presAssocID="{B7448275-937C-4470-B239-A762E1132317}" presName="rootText" presStyleLbl="node2" presStyleIdx="0" presStyleCnt="3" custScaleY="148396">
        <dgm:presLayoutVars>
          <dgm:chPref val="3"/>
        </dgm:presLayoutVars>
      </dgm:prSet>
      <dgm:spPr/>
      <dgm:t>
        <a:bodyPr/>
        <a:lstStyle/>
        <a:p>
          <a:endParaRPr lang="es-PE"/>
        </a:p>
      </dgm:t>
    </dgm:pt>
    <dgm:pt modelId="{7B388FE9-2F2F-47A2-8064-C147FCA9A3F0}" type="pres">
      <dgm:prSet presAssocID="{B7448275-937C-4470-B239-A762E1132317}" presName="rootConnector" presStyleLbl="node2" presStyleIdx="0" presStyleCnt="3"/>
      <dgm:spPr/>
      <dgm:t>
        <a:bodyPr/>
        <a:lstStyle/>
        <a:p>
          <a:endParaRPr lang="es-PE"/>
        </a:p>
      </dgm:t>
    </dgm:pt>
    <dgm:pt modelId="{933D1101-4290-4C34-B9BE-5575210E76DA}" type="pres">
      <dgm:prSet presAssocID="{B7448275-937C-4470-B239-A762E1132317}" presName="hierChild4" presStyleCnt="0"/>
      <dgm:spPr/>
    </dgm:pt>
    <dgm:pt modelId="{AF997B2D-8C71-4B27-92CE-72C259828446}" type="pres">
      <dgm:prSet presAssocID="{B7448275-937C-4470-B239-A762E1132317}" presName="hierChild5" presStyleCnt="0"/>
      <dgm:spPr/>
    </dgm:pt>
    <dgm:pt modelId="{C9822A5A-EB9C-44D9-B42D-C5E61E5F941B}" type="pres">
      <dgm:prSet presAssocID="{10AA4281-08C4-41C2-8759-40F57D40420E}" presName="Name37" presStyleLbl="parChTrans1D2" presStyleIdx="1" presStyleCnt="3"/>
      <dgm:spPr/>
      <dgm:t>
        <a:bodyPr/>
        <a:lstStyle/>
        <a:p>
          <a:endParaRPr lang="es-PE"/>
        </a:p>
      </dgm:t>
    </dgm:pt>
    <dgm:pt modelId="{946E4497-8344-4D72-913B-0E994C1B04C3}" type="pres">
      <dgm:prSet presAssocID="{5632A320-C7F0-4CDC-98FE-2A96BECAF10D}" presName="hierRoot2" presStyleCnt="0">
        <dgm:presLayoutVars>
          <dgm:hierBranch val="init"/>
        </dgm:presLayoutVars>
      </dgm:prSet>
      <dgm:spPr/>
    </dgm:pt>
    <dgm:pt modelId="{1F1EA7DB-3F78-41B4-A699-13BE7B9A07EC}" type="pres">
      <dgm:prSet presAssocID="{5632A320-C7F0-4CDC-98FE-2A96BECAF10D}" presName="rootComposite" presStyleCnt="0"/>
      <dgm:spPr/>
    </dgm:pt>
    <dgm:pt modelId="{8188F989-E289-4CEB-A739-25BAB3A15BE2}" type="pres">
      <dgm:prSet presAssocID="{5632A320-C7F0-4CDC-98FE-2A96BECAF10D}" presName="rootText" presStyleLbl="node2" presStyleIdx="1" presStyleCnt="3" custScaleY="148396">
        <dgm:presLayoutVars>
          <dgm:chPref val="3"/>
        </dgm:presLayoutVars>
      </dgm:prSet>
      <dgm:spPr/>
      <dgm:t>
        <a:bodyPr/>
        <a:lstStyle/>
        <a:p>
          <a:endParaRPr lang="es-PE"/>
        </a:p>
      </dgm:t>
    </dgm:pt>
    <dgm:pt modelId="{FDD1B955-4718-4061-9FCE-49A3FD052732}" type="pres">
      <dgm:prSet presAssocID="{5632A320-C7F0-4CDC-98FE-2A96BECAF10D}" presName="rootConnector" presStyleLbl="node2" presStyleIdx="1" presStyleCnt="3"/>
      <dgm:spPr/>
      <dgm:t>
        <a:bodyPr/>
        <a:lstStyle/>
        <a:p>
          <a:endParaRPr lang="es-PE"/>
        </a:p>
      </dgm:t>
    </dgm:pt>
    <dgm:pt modelId="{BC9CF0A2-8798-43E5-8527-D38B3FCB0A41}" type="pres">
      <dgm:prSet presAssocID="{5632A320-C7F0-4CDC-98FE-2A96BECAF10D}" presName="hierChild4" presStyleCnt="0"/>
      <dgm:spPr/>
    </dgm:pt>
    <dgm:pt modelId="{E1F4F7A8-BBD0-4E20-B502-D632C0DA4A4F}" type="pres">
      <dgm:prSet presAssocID="{5632A320-C7F0-4CDC-98FE-2A96BECAF10D}" presName="hierChild5" presStyleCnt="0"/>
      <dgm:spPr/>
    </dgm:pt>
    <dgm:pt modelId="{A682D2A3-DD3F-472B-A711-54A5B5DE6035}" type="pres">
      <dgm:prSet presAssocID="{10D3F234-F6AA-41E1-8303-ABC36FC18653}" presName="Name37" presStyleLbl="parChTrans1D2" presStyleIdx="2" presStyleCnt="3"/>
      <dgm:spPr/>
      <dgm:t>
        <a:bodyPr/>
        <a:lstStyle/>
        <a:p>
          <a:endParaRPr lang="es-PE"/>
        </a:p>
      </dgm:t>
    </dgm:pt>
    <dgm:pt modelId="{00EE6EA0-E127-4355-903D-F2FDE0294DAB}" type="pres">
      <dgm:prSet presAssocID="{46B5A241-D4A1-4091-8BAE-08996C0781FE}" presName="hierRoot2" presStyleCnt="0">
        <dgm:presLayoutVars>
          <dgm:hierBranch val="init"/>
        </dgm:presLayoutVars>
      </dgm:prSet>
      <dgm:spPr/>
    </dgm:pt>
    <dgm:pt modelId="{8AF06E62-C492-4E59-9CDB-4A53B9437A4C}" type="pres">
      <dgm:prSet presAssocID="{46B5A241-D4A1-4091-8BAE-08996C0781FE}" presName="rootComposite" presStyleCnt="0"/>
      <dgm:spPr/>
    </dgm:pt>
    <dgm:pt modelId="{4B0BCC66-6B82-4BE7-A91E-5A6ECD4168A6}" type="pres">
      <dgm:prSet presAssocID="{46B5A241-D4A1-4091-8BAE-08996C0781FE}" presName="rootText" presStyleLbl="node2" presStyleIdx="2" presStyleCnt="3" custScaleY="148396">
        <dgm:presLayoutVars>
          <dgm:chPref val="3"/>
        </dgm:presLayoutVars>
      </dgm:prSet>
      <dgm:spPr/>
      <dgm:t>
        <a:bodyPr/>
        <a:lstStyle/>
        <a:p>
          <a:endParaRPr lang="es-PE"/>
        </a:p>
      </dgm:t>
    </dgm:pt>
    <dgm:pt modelId="{B4FE46C6-6EC0-4D70-8BBB-C47689BA4D4D}" type="pres">
      <dgm:prSet presAssocID="{46B5A241-D4A1-4091-8BAE-08996C0781FE}" presName="rootConnector" presStyleLbl="node2" presStyleIdx="2" presStyleCnt="3"/>
      <dgm:spPr/>
      <dgm:t>
        <a:bodyPr/>
        <a:lstStyle/>
        <a:p>
          <a:endParaRPr lang="es-PE"/>
        </a:p>
      </dgm:t>
    </dgm:pt>
    <dgm:pt modelId="{9E87BB5A-8C9D-4442-8BB0-35A782D00ED6}" type="pres">
      <dgm:prSet presAssocID="{46B5A241-D4A1-4091-8BAE-08996C0781FE}" presName="hierChild4" presStyleCnt="0"/>
      <dgm:spPr/>
    </dgm:pt>
    <dgm:pt modelId="{69455763-C8ED-4790-8B54-DE7D628F69EB}" type="pres">
      <dgm:prSet presAssocID="{46B5A241-D4A1-4091-8BAE-08996C0781FE}" presName="hierChild5" presStyleCnt="0"/>
      <dgm:spPr/>
    </dgm:pt>
    <dgm:pt modelId="{86D82236-6DBA-4A2B-9CCA-9CD93BEC42B5}" type="pres">
      <dgm:prSet presAssocID="{1CFEDA62-E621-45B6-81B7-7CA0DF19BE0B}" presName="hierChild3" presStyleCnt="0"/>
      <dgm:spPr/>
    </dgm:pt>
  </dgm:ptLst>
  <dgm:cxnLst>
    <dgm:cxn modelId="{393E7ECB-8416-264B-8AC4-03AC7B28740E}" type="presOf" srcId="{10422A0E-8626-46F6-B887-21E25845322D}" destId="{C4281DFD-D887-41DA-B6F2-3FBADBA6C710}" srcOrd="0" destOrd="0" presId="urn:microsoft.com/office/officeart/2005/8/layout/orgChart1"/>
    <dgm:cxn modelId="{4EF52063-0DCF-5943-9CF6-9BF473969AA4}" type="presOf" srcId="{10D3F234-F6AA-41E1-8303-ABC36FC18653}" destId="{A682D2A3-DD3F-472B-A711-54A5B5DE6035}" srcOrd="0" destOrd="0" presId="urn:microsoft.com/office/officeart/2005/8/layout/orgChart1"/>
    <dgm:cxn modelId="{4F044D2E-E9F6-8A44-8F80-6E7F06D0DD16}" type="presOf" srcId="{B7448275-937C-4470-B239-A762E1132317}" destId="{FC92D772-C01B-4D45-837B-3353756937D4}" srcOrd="0" destOrd="0" presId="urn:microsoft.com/office/officeart/2005/8/layout/orgChart1"/>
    <dgm:cxn modelId="{4F34E64E-281C-2F47-B27A-2886B493C43E}" type="presOf" srcId="{5632A320-C7F0-4CDC-98FE-2A96BECAF10D}" destId="{8188F989-E289-4CEB-A739-25BAB3A15BE2}" srcOrd="0" destOrd="0" presId="urn:microsoft.com/office/officeart/2005/8/layout/orgChart1"/>
    <dgm:cxn modelId="{557D5898-F67E-4653-9DDF-2E1305C2481E}" srcId="{1CFEDA62-E621-45B6-81B7-7CA0DF19BE0B}" destId="{B7448275-937C-4470-B239-A762E1132317}" srcOrd="0" destOrd="0" parTransId="{10422A0E-8626-46F6-B887-21E25845322D}" sibTransId="{CA607E5C-476B-4007-B45D-E7B821BE4112}"/>
    <dgm:cxn modelId="{9F627562-5DED-4E81-A15F-B9B84A0A5217}" srcId="{1CFEDA62-E621-45B6-81B7-7CA0DF19BE0B}" destId="{5632A320-C7F0-4CDC-98FE-2A96BECAF10D}" srcOrd="1" destOrd="0" parTransId="{10AA4281-08C4-41C2-8759-40F57D40420E}" sibTransId="{662C727F-8716-4E3E-8E31-1719CF95F5A2}"/>
    <dgm:cxn modelId="{B18DC312-A27D-B742-84F5-0458C6AA97C3}" type="presOf" srcId="{B7448275-937C-4470-B239-A762E1132317}" destId="{7B388FE9-2F2F-47A2-8064-C147FCA9A3F0}" srcOrd="1" destOrd="0" presId="urn:microsoft.com/office/officeart/2005/8/layout/orgChart1"/>
    <dgm:cxn modelId="{DEE96F0F-D201-0846-A09A-A3D3BE88A844}" type="presOf" srcId="{1CFEDA62-E621-45B6-81B7-7CA0DF19BE0B}" destId="{5703174A-DFEC-47A6-87E0-B1E4BB26E639}" srcOrd="1" destOrd="0" presId="urn:microsoft.com/office/officeart/2005/8/layout/orgChart1"/>
    <dgm:cxn modelId="{267EA44B-C197-4841-9E0A-17F6CC1EF302}" type="presOf" srcId="{1CFEDA62-E621-45B6-81B7-7CA0DF19BE0B}" destId="{126F27EB-EF2C-423D-B7FD-5E0219D7D588}" srcOrd="0" destOrd="0" presId="urn:microsoft.com/office/officeart/2005/8/layout/orgChart1"/>
    <dgm:cxn modelId="{962284F4-41E6-448E-B0EA-6DE27CB57514}" srcId="{B580A023-5473-4C09-9AD3-6CC4F2BD479E}" destId="{1CFEDA62-E621-45B6-81B7-7CA0DF19BE0B}" srcOrd="0" destOrd="0" parTransId="{0700C93D-A4CB-4B96-84CE-B49B558F2924}" sibTransId="{CC81F1C7-7291-4FD3-9E79-50C95E843145}"/>
    <dgm:cxn modelId="{DEB6B71E-176A-6347-8D4F-3AF5736AD2A4}" type="presOf" srcId="{B580A023-5473-4C09-9AD3-6CC4F2BD479E}" destId="{70708133-7F97-45BF-9C10-8090A18B77E8}" srcOrd="0" destOrd="0" presId="urn:microsoft.com/office/officeart/2005/8/layout/orgChart1"/>
    <dgm:cxn modelId="{0AD1866B-1F99-7F47-94A5-21F5BAB40F0A}" type="presOf" srcId="{5632A320-C7F0-4CDC-98FE-2A96BECAF10D}" destId="{FDD1B955-4718-4061-9FCE-49A3FD052732}" srcOrd="1" destOrd="0" presId="urn:microsoft.com/office/officeart/2005/8/layout/orgChart1"/>
    <dgm:cxn modelId="{BE4E4B13-5F7B-CD4B-80A3-03F405518295}" type="presOf" srcId="{46B5A241-D4A1-4091-8BAE-08996C0781FE}" destId="{B4FE46C6-6EC0-4D70-8BBB-C47689BA4D4D}" srcOrd="1" destOrd="0" presId="urn:microsoft.com/office/officeart/2005/8/layout/orgChart1"/>
    <dgm:cxn modelId="{8D4FF80E-06BE-4E95-895E-0953A332724C}" srcId="{1CFEDA62-E621-45B6-81B7-7CA0DF19BE0B}" destId="{46B5A241-D4A1-4091-8BAE-08996C0781FE}" srcOrd="2" destOrd="0" parTransId="{10D3F234-F6AA-41E1-8303-ABC36FC18653}" sibTransId="{7AB1439C-5971-405A-AB56-8E64C635EB2F}"/>
    <dgm:cxn modelId="{CD827945-7303-1A4E-AE47-D956C86BAB6C}" type="presOf" srcId="{46B5A241-D4A1-4091-8BAE-08996C0781FE}" destId="{4B0BCC66-6B82-4BE7-A91E-5A6ECD4168A6}" srcOrd="0" destOrd="0" presId="urn:microsoft.com/office/officeart/2005/8/layout/orgChart1"/>
    <dgm:cxn modelId="{A7CA6C36-03F9-6D40-BAEF-9BE2B86A7F70}" type="presOf" srcId="{10AA4281-08C4-41C2-8759-40F57D40420E}" destId="{C9822A5A-EB9C-44D9-B42D-C5E61E5F941B}" srcOrd="0" destOrd="0" presId="urn:microsoft.com/office/officeart/2005/8/layout/orgChart1"/>
    <dgm:cxn modelId="{110E7134-EABB-A544-B5CA-EEE9AEB180BE}" type="presParOf" srcId="{70708133-7F97-45BF-9C10-8090A18B77E8}" destId="{8174BBFF-F76D-423D-968C-BB20383ABF41}" srcOrd="0" destOrd="0" presId="urn:microsoft.com/office/officeart/2005/8/layout/orgChart1"/>
    <dgm:cxn modelId="{C0608090-281F-1C4A-9A21-CA3E4B9C5966}" type="presParOf" srcId="{8174BBFF-F76D-423D-968C-BB20383ABF41}" destId="{1B53207F-2457-4DE1-8E76-DD6FCF0A3A94}" srcOrd="0" destOrd="0" presId="urn:microsoft.com/office/officeart/2005/8/layout/orgChart1"/>
    <dgm:cxn modelId="{75D1B270-2CBC-C849-A94D-1834B9A64476}" type="presParOf" srcId="{1B53207F-2457-4DE1-8E76-DD6FCF0A3A94}" destId="{126F27EB-EF2C-423D-B7FD-5E0219D7D588}" srcOrd="0" destOrd="0" presId="urn:microsoft.com/office/officeart/2005/8/layout/orgChart1"/>
    <dgm:cxn modelId="{A2B832A1-5AF0-FB43-BE2A-F01175588DF5}" type="presParOf" srcId="{1B53207F-2457-4DE1-8E76-DD6FCF0A3A94}" destId="{5703174A-DFEC-47A6-87E0-B1E4BB26E639}" srcOrd="1" destOrd="0" presId="urn:microsoft.com/office/officeart/2005/8/layout/orgChart1"/>
    <dgm:cxn modelId="{7818E7C1-ED4D-314E-BF28-4BFD360DB5F9}" type="presParOf" srcId="{8174BBFF-F76D-423D-968C-BB20383ABF41}" destId="{4E570361-5DD1-40A2-823E-C23403C3FF2E}" srcOrd="1" destOrd="0" presId="urn:microsoft.com/office/officeart/2005/8/layout/orgChart1"/>
    <dgm:cxn modelId="{48F03405-0CDE-C447-AECC-B274F3BD47C3}" type="presParOf" srcId="{4E570361-5DD1-40A2-823E-C23403C3FF2E}" destId="{C4281DFD-D887-41DA-B6F2-3FBADBA6C710}" srcOrd="0" destOrd="0" presId="urn:microsoft.com/office/officeart/2005/8/layout/orgChart1"/>
    <dgm:cxn modelId="{C8877B86-0596-F94A-9510-F640309119DE}" type="presParOf" srcId="{4E570361-5DD1-40A2-823E-C23403C3FF2E}" destId="{0023C08C-1429-4E5B-9FD2-CD840868C8AE}" srcOrd="1" destOrd="0" presId="urn:microsoft.com/office/officeart/2005/8/layout/orgChart1"/>
    <dgm:cxn modelId="{F15EAE96-3FF6-0E41-A6AC-7AE4B7CA05D6}" type="presParOf" srcId="{0023C08C-1429-4E5B-9FD2-CD840868C8AE}" destId="{134AD17D-44F4-4C93-B854-49FB59ADB2CB}" srcOrd="0" destOrd="0" presId="urn:microsoft.com/office/officeart/2005/8/layout/orgChart1"/>
    <dgm:cxn modelId="{C4A272D3-28DA-8B42-A97D-77A5DCBA399E}" type="presParOf" srcId="{134AD17D-44F4-4C93-B854-49FB59ADB2CB}" destId="{FC92D772-C01B-4D45-837B-3353756937D4}" srcOrd="0" destOrd="0" presId="urn:microsoft.com/office/officeart/2005/8/layout/orgChart1"/>
    <dgm:cxn modelId="{75B1A237-198F-434C-9DFD-75319D1B45E7}" type="presParOf" srcId="{134AD17D-44F4-4C93-B854-49FB59ADB2CB}" destId="{7B388FE9-2F2F-47A2-8064-C147FCA9A3F0}" srcOrd="1" destOrd="0" presId="urn:microsoft.com/office/officeart/2005/8/layout/orgChart1"/>
    <dgm:cxn modelId="{EFC7F12F-5E00-7145-BA8D-52295A030EC3}" type="presParOf" srcId="{0023C08C-1429-4E5B-9FD2-CD840868C8AE}" destId="{933D1101-4290-4C34-B9BE-5575210E76DA}" srcOrd="1" destOrd="0" presId="urn:microsoft.com/office/officeart/2005/8/layout/orgChart1"/>
    <dgm:cxn modelId="{49875B96-A9F2-514F-A6E4-2D87F034E5A6}" type="presParOf" srcId="{0023C08C-1429-4E5B-9FD2-CD840868C8AE}" destId="{AF997B2D-8C71-4B27-92CE-72C259828446}" srcOrd="2" destOrd="0" presId="urn:microsoft.com/office/officeart/2005/8/layout/orgChart1"/>
    <dgm:cxn modelId="{B2327828-EDE0-EF4C-8DB7-4C4E2F9FA7CC}" type="presParOf" srcId="{4E570361-5DD1-40A2-823E-C23403C3FF2E}" destId="{C9822A5A-EB9C-44D9-B42D-C5E61E5F941B}" srcOrd="2" destOrd="0" presId="urn:microsoft.com/office/officeart/2005/8/layout/orgChart1"/>
    <dgm:cxn modelId="{F5E9337D-A470-AE48-A8DA-F6D98DD39DE1}" type="presParOf" srcId="{4E570361-5DD1-40A2-823E-C23403C3FF2E}" destId="{946E4497-8344-4D72-913B-0E994C1B04C3}" srcOrd="3" destOrd="0" presId="urn:microsoft.com/office/officeart/2005/8/layout/orgChart1"/>
    <dgm:cxn modelId="{A05570C9-1B81-8D4D-948D-3CC0C63EFC66}" type="presParOf" srcId="{946E4497-8344-4D72-913B-0E994C1B04C3}" destId="{1F1EA7DB-3F78-41B4-A699-13BE7B9A07EC}" srcOrd="0" destOrd="0" presId="urn:microsoft.com/office/officeart/2005/8/layout/orgChart1"/>
    <dgm:cxn modelId="{045FFA4D-46B8-CF47-8F5E-3DCD77BEE004}" type="presParOf" srcId="{1F1EA7DB-3F78-41B4-A699-13BE7B9A07EC}" destId="{8188F989-E289-4CEB-A739-25BAB3A15BE2}" srcOrd="0" destOrd="0" presId="urn:microsoft.com/office/officeart/2005/8/layout/orgChart1"/>
    <dgm:cxn modelId="{AD792104-A191-BB4D-8021-4DFA5F93959E}" type="presParOf" srcId="{1F1EA7DB-3F78-41B4-A699-13BE7B9A07EC}" destId="{FDD1B955-4718-4061-9FCE-49A3FD052732}" srcOrd="1" destOrd="0" presId="urn:microsoft.com/office/officeart/2005/8/layout/orgChart1"/>
    <dgm:cxn modelId="{BB3B4D32-320B-E641-B1FA-34D887C32417}" type="presParOf" srcId="{946E4497-8344-4D72-913B-0E994C1B04C3}" destId="{BC9CF0A2-8798-43E5-8527-D38B3FCB0A41}" srcOrd="1" destOrd="0" presId="urn:microsoft.com/office/officeart/2005/8/layout/orgChart1"/>
    <dgm:cxn modelId="{264C9E7F-CA77-CF44-9BEA-974F5141C361}" type="presParOf" srcId="{946E4497-8344-4D72-913B-0E994C1B04C3}" destId="{E1F4F7A8-BBD0-4E20-B502-D632C0DA4A4F}" srcOrd="2" destOrd="0" presId="urn:microsoft.com/office/officeart/2005/8/layout/orgChart1"/>
    <dgm:cxn modelId="{A0B579A5-69ED-784E-8703-29B7B973F35D}" type="presParOf" srcId="{4E570361-5DD1-40A2-823E-C23403C3FF2E}" destId="{A682D2A3-DD3F-472B-A711-54A5B5DE6035}" srcOrd="4" destOrd="0" presId="urn:microsoft.com/office/officeart/2005/8/layout/orgChart1"/>
    <dgm:cxn modelId="{174CC807-39FF-2647-A0DE-C8FC8E983632}" type="presParOf" srcId="{4E570361-5DD1-40A2-823E-C23403C3FF2E}" destId="{00EE6EA0-E127-4355-903D-F2FDE0294DAB}" srcOrd="5" destOrd="0" presId="urn:microsoft.com/office/officeart/2005/8/layout/orgChart1"/>
    <dgm:cxn modelId="{5F566632-7ADF-A542-BCC1-A9DB1DA23432}" type="presParOf" srcId="{00EE6EA0-E127-4355-903D-F2FDE0294DAB}" destId="{8AF06E62-C492-4E59-9CDB-4A53B9437A4C}" srcOrd="0" destOrd="0" presId="urn:microsoft.com/office/officeart/2005/8/layout/orgChart1"/>
    <dgm:cxn modelId="{A57DE97B-E16B-9B48-A94F-7BE3979FBA7D}" type="presParOf" srcId="{8AF06E62-C492-4E59-9CDB-4A53B9437A4C}" destId="{4B0BCC66-6B82-4BE7-A91E-5A6ECD4168A6}" srcOrd="0" destOrd="0" presId="urn:microsoft.com/office/officeart/2005/8/layout/orgChart1"/>
    <dgm:cxn modelId="{19CCD2BE-8764-D448-B910-C8EA8B1B50B6}" type="presParOf" srcId="{8AF06E62-C492-4E59-9CDB-4A53B9437A4C}" destId="{B4FE46C6-6EC0-4D70-8BBB-C47689BA4D4D}" srcOrd="1" destOrd="0" presId="urn:microsoft.com/office/officeart/2005/8/layout/orgChart1"/>
    <dgm:cxn modelId="{A073B2A2-0C5E-724E-BBB5-DBFF0A81DE45}" type="presParOf" srcId="{00EE6EA0-E127-4355-903D-F2FDE0294DAB}" destId="{9E87BB5A-8C9D-4442-8BB0-35A782D00ED6}" srcOrd="1" destOrd="0" presId="urn:microsoft.com/office/officeart/2005/8/layout/orgChart1"/>
    <dgm:cxn modelId="{4E115A65-0A91-0E4E-88C7-E2B65C4281FF}" type="presParOf" srcId="{00EE6EA0-E127-4355-903D-F2FDE0294DAB}" destId="{69455763-C8ED-4790-8B54-DE7D628F69EB}" srcOrd="2" destOrd="0" presId="urn:microsoft.com/office/officeart/2005/8/layout/orgChart1"/>
    <dgm:cxn modelId="{3BCC7EE3-469C-DB4F-A8FD-7143252A6F54}" type="presParOf" srcId="{8174BBFF-F76D-423D-968C-BB20383ABF41}" destId="{86D82236-6DBA-4A2B-9CCA-9CD93BEC42B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B5DAF7F-D3D8-4DC9-AA41-8292FAB36EAD}" type="doc">
      <dgm:prSet loTypeId="urn:microsoft.com/office/officeart/2005/8/layout/cycle5" loCatId="cycle" qsTypeId="urn:microsoft.com/office/officeart/2005/8/quickstyle/simple1" qsCatId="simple" csTypeId="urn:microsoft.com/office/officeart/2005/8/colors/colorful5" csCatId="colorful" phldr="1"/>
      <dgm:spPr/>
      <dgm:t>
        <a:bodyPr/>
        <a:lstStyle/>
        <a:p>
          <a:endParaRPr lang="es-PE"/>
        </a:p>
      </dgm:t>
    </dgm:pt>
    <dgm:pt modelId="{27DCC60B-1756-4463-80AB-B2D81BECDACD}">
      <dgm:prSet phldrT="[Texto]" custT="1"/>
      <dgm:spPr>
        <a:solidFill>
          <a:srgbClr val="2EB1B5"/>
        </a:solidFill>
        <a:ln>
          <a:noFill/>
        </a:ln>
      </dgm:spPr>
      <dgm:t>
        <a:bodyPr/>
        <a:lstStyle/>
        <a:p>
          <a:pPr algn="ctr"/>
          <a:r>
            <a:rPr lang="es-PE" sz="1600" dirty="0" smtClean="0"/>
            <a:t>Necesidad</a:t>
          </a:r>
          <a:endParaRPr lang="es-PE" sz="1600" dirty="0"/>
        </a:p>
      </dgm:t>
    </dgm:pt>
    <dgm:pt modelId="{E15D1B0B-723E-43CA-9652-71DD48D26A6D}" type="parTrans" cxnId="{6927120B-1510-4295-B10D-2C0393E28C5D}">
      <dgm:prSet/>
      <dgm:spPr/>
      <dgm:t>
        <a:bodyPr/>
        <a:lstStyle/>
        <a:p>
          <a:pPr algn="ctr"/>
          <a:endParaRPr lang="es-PE" sz="1600"/>
        </a:p>
      </dgm:t>
    </dgm:pt>
    <dgm:pt modelId="{F371B4D0-5492-45B9-A8E0-8F87BAF9F003}" type="sibTrans" cxnId="{6927120B-1510-4295-B10D-2C0393E28C5D}">
      <dgm:prSet/>
      <dgm:spPr>
        <a:ln w="28575">
          <a:solidFill>
            <a:srgbClr val="2EB1B5"/>
          </a:solidFill>
        </a:ln>
      </dgm:spPr>
      <dgm:t>
        <a:bodyPr/>
        <a:lstStyle/>
        <a:p>
          <a:pPr algn="ctr"/>
          <a:endParaRPr lang="es-PE" sz="1600"/>
        </a:p>
      </dgm:t>
    </dgm:pt>
    <dgm:pt modelId="{5791EEF2-AED5-4D14-91DE-9C5BA25FBF2F}">
      <dgm:prSet phldrT="[Texto]" custT="1"/>
      <dgm:spPr>
        <a:solidFill>
          <a:srgbClr val="DFA635"/>
        </a:solidFill>
        <a:ln>
          <a:noFill/>
        </a:ln>
      </dgm:spPr>
      <dgm:t>
        <a:bodyPr/>
        <a:lstStyle/>
        <a:p>
          <a:pPr algn="ctr"/>
          <a:r>
            <a:rPr lang="es-PE" sz="1600" dirty="0" smtClean="0"/>
            <a:t>Diseño de la solución</a:t>
          </a:r>
          <a:endParaRPr lang="es-PE" sz="1600" dirty="0"/>
        </a:p>
      </dgm:t>
    </dgm:pt>
    <dgm:pt modelId="{62ADAC28-992E-442C-A58A-0C44D570CB95}" type="parTrans" cxnId="{C5905800-E16D-4F94-A9F4-91BC019BBBD1}">
      <dgm:prSet/>
      <dgm:spPr/>
      <dgm:t>
        <a:bodyPr/>
        <a:lstStyle/>
        <a:p>
          <a:pPr algn="ctr"/>
          <a:endParaRPr lang="es-PE" sz="1600"/>
        </a:p>
      </dgm:t>
    </dgm:pt>
    <dgm:pt modelId="{39816B70-E47C-4AF3-8C26-3AD79FE305D1}" type="sibTrans" cxnId="{C5905800-E16D-4F94-A9F4-91BC019BBBD1}">
      <dgm:prSet/>
      <dgm:spPr>
        <a:ln w="28575">
          <a:solidFill>
            <a:srgbClr val="DFA635"/>
          </a:solidFill>
        </a:ln>
      </dgm:spPr>
      <dgm:t>
        <a:bodyPr/>
        <a:lstStyle/>
        <a:p>
          <a:pPr algn="ctr"/>
          <a:endParaRPr lang="es-PE" sz="1600"/>
        </a:p>
      </dgm:t>
    </dgm:pt>
    <dgm:pt modelId="{85C70A31-3B63-4106-B2AA-8BBD4BF8B1C7}">
      <dgm:prSet phldrT="[Texto]" custT="1"/>
      <dgm:spPr>
        <a:solidFill>
          <a:srgbClr val="E5584B"/>
        </a:solidFill>
        <a:ln>
          <a:noFill/>
        </a:ln>
      </dgm:spPr>
      <dgm:t>
        <a:bodyPr/>
        <a:lstStyle/>
        <a:p>
          <a:pPr algn="ctr"/>
          <a:r>
            <a:rPr lang="es-PE" sz="1600" dirty="0" smtClean="0"/>
            <a:t>Desarrollo</a:t>
          </a:r>
          <a:endParaRPr lang="es-PE" sz="1600" dirty="0"/>
        </a:p>
      </dgm:t>
    </dgm:pt>
    <dgm:pt modelId="{6E219B56-1189-4BE0-AD5E-F7FFF4A1D41F}" type="parTrans" cxnId="{F45515A8-173A-4270-ACBA-87941D6C8C19}">
      <dgm:prSet/>
      <dgm:spPr/>
      <dgm:t>
        <a:bodyPr/>
        <a:lstStyle/>
        <a:p>
          <a:pPr algn="ctr"/>
          <a:endParaRPr lang="es-PE" sz="1600"/>
        </a:p>
      </dgm:t>
    </dgm:pt>
    <dgm:pt modelId="{A9E485BF-4592-4CD6-94DB-A5FD809BF6CB}" type="sibTrans" cxnId="{F45515A8-173A-4270-ACBA-87941D6C8C19}">
      <dgm:prSet/>
      <dgm:spPr>
        <a:ln w="28575">
          <a:solidFill>
            <a:srgbClr val="E5584B"/>
          </a:solidFill>
        </a:ln>
      </dgm:spPr>
      <dgm:t>
        <a:bodyPr/>
        <a:lstStyle/>
        <a:p>
          <a:pPr algn="ctr"/>
          <a:endParaRPr lang="es-PE" sz="1600"/>
        </a:p>
      </dgm:t>
    </dgm:pt>
    <dgm:pt modelId="{C775DD4D-908A-407D-8C2E-ABDB961DCC8C}">
      <dgm:prSet phldrT="[Texto]" custT="1"/>
      <dgm:spPr>
        <a:solidFill>
          <a:srgbClr val="99C652"/>
        </a:solidFill>
        <a:ln>
          <a:noFill/>
        </a:ln>
      </dgm:spPr>
      <dgm:t>
        <a:bodyPr/>
        <a:lstStyle/>
        <a:p>
          <a:pPr algn="ctr"/>
          <a:r>
            <a:rPr lang="es-PE" sz="1600" dirty="0" smtClean="0"/>
            <a:t>Pruebas</a:t>
          </a:r>
          <a:endParaRPr lang="es-PE" sz="1600" dirty="0"/>
        </a:p>
      </dgm:t>
    </dgm:pt>
    <dgm:pt modelId="{91F403D0-85B5-4424-8B25-D2B56F5E2BB8}" type="parTrans" cxnId="{9D76C902-9467-47D3-A8FF-52471CE35E3E}">
      <dgm:prSet/>
      <dgm:spPr/>
      <dgm:t>
        <a:bodyPr/>
        <a:lstStyle/>
        <a:p>
          <a:pPr algn="ctr"/>
          <a:endParaRPr lang="es-PE" sz="1600"/>
        </a:p>
      </dgm:t>
    </dgm:pt>
    <dgm:pt modelId="{248426DA-7539-4500-B9FD-4EA8068B90EE}" type="sibTrans" cxnId="{9D76C902-9467-47D3-A8FF-52471CE35E3E}">
      <dgm:prSet/>
      <dgm:spPr>
        <a:ln w="28575">
          <a:solidFill>
            <a:srgbClr val="99C652"/>
          </a:solidFill>
        </a:ln>
      </dgm:spPr>
      <dgm:t>
        <a:bodyPr/>
        <a:lstStyle/>
        <a:p>
          <a:pPr algn="ctr"/>
          <a:endParaRPr lang="es-PE" sz="1600"/>
        </a:p>
      </dgm:t>
    </dgm:pt>
    <dgm:pt modelId="{606DDC22-7566-4165-AC78-20C3FB49A669}">
      <dgm:prSet phldrT="[Texto]" custT="1"/>
      <dgm:spPr>
        <a:solidFill>
          <a:srgbClr val="68529F"/>
        </a:solidFill>
        <a:ln>
          <a:noFill/>
        </a:ln>
      </dgm:spPr>
      <dgm:t>
        <a:bodyPr/>
        <a:lstStyle/>
        <a:p>
          <a:pPr algn="ctr"/>
          <a:r>
            <a:rPr lang="es-PE" sz="1600" dirty="0" smtClean="0"/>
            <a:t>Entrega</a:t>
          </a:r>
          <a:endParaRPr lang="es-PE" sz="1600" dirty="0"/>
        </a:p>
      </dgm:t>
    </dgm:pt>
    <dgm:pt modelId="{051647F2-97A3-4883-B3D2-FD6E8796C979}" type="parTrans" cxnId="{88A92D42-A77A-4BB3-A59C-E590A99C4E97}">
      <dgm:prSet/>
      <dgm:spPr/>
      <dgm:t>
        <a:bodyPr/>
        <a:lstStyle/>
        <a:p>
          <a:pPr algn="ctr"/>
          <a:endParaRPr lang="es-PE" sz="1600"/>
        </a:p>
      </dgm:t>
    </dgm:pt>
    <dgm:pt modelId="{5F5AA660-B963-4E1B-84B4-8BCE1A28AEE3}" type="sibTrans" cxnId="{88A92D42-A77A-4BB3-A59C-E590A99C4E97}">
      <dgm:prSet/>
      <dgm:spPr>
        <a:ln w="28575">
          <a:solidFill>
            <a:srgbClr val="68529F"/>
          </a:solidFill>
        </a:ln>
      </dgm:spPr>
      <dgm:t>
        <a:bodyPr/>
        <a:lstStyle/>
        <a:p>
          <a:pPr algn="ctr"/>
          <a:endParaRPr lang="es-PE" sz="1600"/>
        </a:p>
      </dgm:t>
    </dgm:pt>
    <dgm:pt modelId="{917E02AA-3F52-4DDF-86F2-44EE1881836F}" type="pres">
      <dgm:prSet presAssocID="{7B5DAF7F-D3D8-4DC9-AA41-8292FAB36EAD}" presName="cycle" presStyleCnt="0">
        <dgm:presLayoutVars>
          <dgm:dir/>
          <dgm:resizeHandles val="exact"/>
        </dgm:presLayoutVars>
      </dgm:prSet>
      <dgm:spPr/>
      <dgm:t>
        <a:bodyPr/>
        <a:lstStyle/>
        <a:p>
          <a:endParaRPr lang="es-PE"/>
        </a:p>
      </dgm:t>
    </dgm:pt>
    <dgm:pt modelId="{EBC97F8E-B6DB-4995-8053-A7C47109201A}" type="pres">
      <dgm:prSet presAssocID="{27DCC60B-1756-4463-80AB-B2D81BECDACD}" presName="node" presStyleLbl="node1" presStyleIdx="0" presStyleCnt="5">
        <dgm:presLayoutVars>
          <dgm:bulletEnabled val="1"/>
        </dgm:presLayoutVars>
      </dgm:prSet>
      <dgm:spPr/>
      <dgm:t>
        <a:bodyPr/>
        <a:lstStyle/>
        <a:p>
          <a:endParaRPr lang="es-PE"/>
        </a:p>
      </dgm:t>
    </dgm:pt>
    <dgm:pt modelId="{219CCD31-E6CA-4B31-9D76-C7CA3DCBD356}" type="pres">
      <dgm:prSet presAssocID="{27DCC60B-1756-4463-80AB-B2D81BECDACD}" presName="spNode" presStyleCnt="0"/>
      <dgm:spPr/>
    </dgm:pt>
    <dgm:pt modelId="{43984210-A414-49B5-93FA-4F513F952737}" type="pres">
      <dgm:prSet presAssocID="{F371B4D0-5492-45B9-A8E0-8F87BAF9F003}" presName="sibTrans" presStyleLbl="sibTrans1D1" presStyleIdx="0" presStyleCnt="5"/>
      <dgm:spPr/>
      <dgm:t>
        <a:bodyPr/>
        <a:lstStyle/>
        <a:p>
          <a:endParaRPr lang="es-PE"/>
        </a:p>
      </dgm:t>
    </dgm:pt>
    <dgm:pt modelId="{17358A65-F720-4EBA-9777-E5B6741DEA34}" type="pres">
      <dgm:prSet presAssocID="{5791EEF2-AED5-4D14-91DE-9C5BA25FBF2F}" presName="node" presStyleLbl="node1" presStyleIdx="1" presStyleCnt="5">
        <dgm:presLayoutVars>
          <dgm:bulletEnabled val="1"/>
        </dgm:presLayoutVars>
      </dgm:prSet>
      <dgm:spPr/>
      <dgm:t>
        <a:bodyPr/>
        <a:lstStyle/>
        <a:p>
          <a:endParaRPr lang="es-PE"/>
        </a:p>
      </dgm:t>
    </dgm:pt>
    <dgm:pt modelId="{95E43AFA-3751-4357-A7FC-E79BAEA0064E}" type="pres">
      <dgm:prSet presAssocID="{5791EEF2-AED5-4D14-91DE-9C5BA25FBF2F}" presName="spNode" presStyleCnt="0"/>
      <dgm:spPr/>
    </dgm:pt>
    <dgm:pt modelId="{BD52687F-6530-4FD8-9E0E-98A2C70A635B}" type="pres">
      <dgm:prSet presAssocID="{39816B70-E47C-4AF3-8C26-3AD79FE305D1}" presName="sibTrans" presStyleLbl="sibTrans1D1" presStyleIdx="1" presStyleCnt="5"/>
      <dgm:spPr/>
      <dgm:t>
        <a:bodyPr/>
        <a:lstStyle/>
        <a:p>
          <a:endParaRPr lang="es-PE"/>
        </a:p>
      </dgm:t>
    </dgm:pt>
    <dgm:pt modelId="{B2D19423-8CDE-4C01-B7D7-F363F1014C60}" type="pres">
      <dgm:prSet presAssocID="{85C70A31-3B63-4106-B2AA-8BBD4BF8B1C7}" presName="node" presStyleLbl="node1" presStyleIdx="2" presStyleCnt="5">
        <dgm:presLayoutVars>
          <dgm:bulletEnabled val="1"/>
        </dgm:presLayoutVars>
      </dgm:prSet>
      <dgm:spPr/>
      <dgm:t>
        <a:bodyPr/>
        <a:lstStyle/>
        <a:p>
          <a:endParaRPr lang="es-PE"/>
        </a:p>
      </dgm:t>
    </dgm:pt>
    <dgm:pt modelId="{4EE0865B-9F59-4E6A-A0DE-8EFCAF191E45}" type="pres">
      <dgm:prSet presAssocID="{85C70A31-3B63-4106-B2AA-8BBD4BF8B1C7}" presName="spNode" presStyleCnt="0"/>
      <dgm:spPr/>
    </dgm:pt>
    <dgm:pt modelId="{15A9826F-7DB4-4B3F-ABAE-A6E77C5038C1}" type="pres">
      <dgm:prSet presAssocID="{A9E485BF-4592-4CD6-94DB-A5FD809BF6CB}" presName="sibTrans" presStyleLbl="sibTrans1D1" presStyleIdx="2" presStyleCnt="5"/>
      <dgm:spPr/>
      <dgm:t>
        <a:bodyPr/>
        <a:lstStyle/>
        <a:p>
          <a:endParaRPr lang="es-PE"/>
        </a:p>
      </dgm:t>
    </dgm:pt>
    <dgm:pt modelId="{912816D7-D041-4421-A416-56AED6090B01}" type="pres">
      <dgm:prSet presAssocID="{C775DD4D-908A-407D-8C2E-ABDB961DCC8C}" presName="node" presStyleLbl="node1" presStyleIdx="3" presStyleCnt="5">
        <dgm:presLayoutVars>
          <dgm:bulletEnabled val="1"/>
        </dgm:presLayoutVars>
      </dgm:prSet>
      <dgm:spPr/>
      <dgm:t>
        <a:bodyPr/>
        <a:lstStyle/>
        <a:p>
          <a:endParaRPr lang="es-PE"/>
        </a:p>
      </dgm:t>
    </dgm:pt>
    <dgm:pt modelId="{2F13709F-D401-4BB7-9207-74175B0E1320}" type="pres">
      <dgm:prSet presAssocID="{C775DD4D-908A-407D-8C2E-ABDB961DCC8C}" presName="spNode" presStyleCnt="0"/>
      <dgm:spPr/>
    </dgm:pt>
    <dgm:pt modelId="{77A39BCF-EE13-4917-9D31-1DC8AFB81141}" type="pres">
      <dgm:prSet presAssocID="{248426DA-7539-4500-B9FD-4EA8068B90EE}" presName="sibTrans" presStyleLbl="sibTrans1D1" presStyleIdx="3" presStyleCnt="5"/>
      <dgm:spPr/>
      <dgm:t>
        <a:bodyPr/>
        <a:lstStyle/>
        <a:p>
          <a:endParaRPr lang="es-PE"/>
        </a:p>
      </dgm:t>
    </dgm:pt>
    <dgm:pt modelId="{5A3E8C90-7D91-44CA-9DF1-08659A2C7014}" type="pres">
      <dgm:prSet presAssocID="{606DDC22-7566-4165-AC78-20C3FB49A669}" presName="node" presStyleLbl="node1" presStyleIdx="4" presStyleCnt="5">
        <dgm:presLayoutVars>
          <dgm:bulletEnabled val="1"/>
        </dgm:presLayoutVars>
      </dgm:prSet>
      <dgm:spPr/>
      <dgm:t>
        <a:bodyPr/>
        <a:lstStyle/>
        <a:p>
          <a:endParaRPr lang="es-PE"/>
        </a:p>
      </dgm:t>
    </dgm:pt>
    <dgm:pt modelId="{941D94FD-5C47-486F-8551-5D2C60314656}" type="pres">
      <dgm:prSet presAssocID="{606DDC22-7566-4165-AC78-20C3FB49A669}" presName="spNode" presStyleCnt="0"/>
      <dgm:spPr/>
    </dgm:pt>
    <dgm:pt modelId="{FF7EAE07-B35F-46B8-9178-E33D7435E283}" type="pres">
      <dgm:prSet presAssocID="{5F5AA660-B963-4E1B-84B4-8BCE1A28AEE3}" presName="sibTrans" presStyleLbl="sibTrans1D1" presStyleIdx="4" presStyleCnt="5"/>
      <dgm:spPr/>
      <dgm:t>
        <a:bodyPr/>
        <a:lstStyle/>
        <a:p>
          <a:endParaRPr lang="es-PE"/>
        </a:p>
      </dgm:t>
    </dgm:pt>
  </dgm:ptLst>
  <dgm:cxnLst>
    <dgm:cxn modelId="{4C0B0F50-EA0A-AA4B-819C-472E6120F355}" type="presOf" srcId="{5791EEF2-AED5-4D14-91DE-9C5BA25FBF2F}" destId="{17358A65-F720-4EBA-9777-E5B6741DEA34}" srcOrd="0" destOrd="0" presId="urn:microsoft.com/office/officeart/2005/8/layout/cycle5"/>
    <dgm:cxn modelId="{396DC141-401D-0A40-973A-433FA66B0331}" type="presOf" srcId="{7B5DAF7F-D3D8-4DC9-AA41-8292FAB36EAD}" destId="{917E02AA-3F52-4DDF-86F2-44EE1881836F}" srcOrd="0" destOrd="0" presId="urn:microsoft.com/office/officeart/2005/8/layout/cycle5"/>
    <dgm:cxn modelId="{29ABCA8B-22A6-E04F-BD1D-CB3599FE50C1}" type="presOf" srcId="{85C70A31-3B63-4106-B2AA-8BBD4BF8B1C7}" destId="{B2D19423-8CDE-4C01-B7D7-F363F1014C60}" srcOrd="0" destOrd="0" presId="urn:microsoft.com/office/officeart/2005/8/layout/cycle5"/>
    <dgm:cxn modelId="{54563D47-CF71-EA44-A716-E8104AEE6BDC}" type="presOf" srcId="{A9E485BF-4592-4CD6-94DB-A5FD809BF6CB}" destId="{15A9826F-7DB4-4B3F-ABAE-A6E77C5038C1}" srcOrd="0" destOrd="0" presId="urn:microsoft.com/office/officeart/2005/8/layout/cycle5"/>
    <dgm:cxn modelId="{288AB8EE-526A-844E-9F02-1C8D9A8D0E34}" type="presOf" srcId="{606DDC22-7566-4165-AC78-20C3FB49A669}" destId="{5A3E8C90-7D91-44CA-9DF1-08659A2C7014}" srcOrd="0" destOrd="0" presId="urn:microsoft.com/office/officeart/2005/8/layout/cycle5"/>
    <dgm:cxn modelId="{63CA012D-61FF-C444-8ACC-3D6040E20E07}" type="presOf" srcId="{27DCC60B-1756-4463-80AB-B2D81BECDACD}" destId="{EBC97F8E-B6DB-4995-8053-A7C47109201A}" srcOrd="0" destOrd="0" presId="urn:microsoft.com/office/officeart/2005/8/layout/cycle5"/>
    <dgm:cxn modelId="{EFBDFF30-A2D1-9745-A5E2-C1CFF72ED9B2}" type="presOf" srcId="{248426DA-7539-4500-B9FD-4EA8068B90EE}" destId="{77A39BCF-EE13-4917-9D31-1DC8AFB81141}" srcOrd="0" destOrd="0" presId="urn:microsoft.com/office/officeart/2005/8/layout/cycle5"/>
    <dgm:cxn modelId="{78DF8761-DED3-D04D-9642-44A4AF3A2304}" type="presOf" srcId="{39816B70-E47C-4AF3-8C26-3AD79FE305D1}" destId="{BD52687F-6530-4FD8-9E0E-98A2C70A635B}" srcOrd="0" destOrd="0" presId="urn:microsoft.com/office/officeart/2005/8/layout/cycle5"/>
    <dgm:cxn modelId="{F45515A8-173A-4270-ACBA-87941D6C8C19}" srcId="{7B5DAF7F-D3D8-4DC9-AA41-8292FAB36EAD}" destId="{85C70A31-3B63-4106-B2AA-8BBD4BF8B1C7}" srcOrd="2" destOrd="0" parTransId="{6E219B56-1189-4BE0-AD5E-F7FFF4A1D41F}" sibTransId="{A9E485BF-4592-4CD6-94DB-A5FD809BF6CB}"/>
    <dgm:cxn modelId="{9D76C902-9467-47D3-A8FF-52471CE35E3E}" srcId="{7B5DAF7F-D3D8-4DC9-AA41-8292FAB36EAD}" destId="{C775DD4D-908A-407D-8C2E-ABDB961DCC8C}" srcOrd="3" destOrd="0" parTransId="{91F403D0-85B5-4424-8B25-D2B56F5E2BB8}" sibTransId="{248426DA-7539-4500-B9FD-4EA8068B90EE}"/>
    <dgm:cxn modelId="{6927120B-1510-4295-B10D-2C0393E28C5D}" srcId="{7B5DAF7F-D3D8-4DC9-AA41-8292FAB36EAD}" destId="{27DCC60B-1756-4463-80AB-B2D81BECDACD}" srcOrd="0" destOrd="0" parTransId="{E15D1B0B-723E-43CA-9652-71DD48D26A6D}" sibTransId="{F371B4D0-5492-45B9-A8E0-8F87BAF9F003}"/>
    <dgm:cxn modelId="{C5905800-E16D-4F94-A9F4-91BC019BBBD1}" srcId="{7B5DAF7F-D3D8-4DC9-AA41-8292FAB36EAD}" destId="{5791EEF2-AED5-4D14-91DE-9C5BA25FBF2F}" srcOrd="1" destOrd="0" parTransId="{62ADAC28-992E-442C-A58A-0C44D570CB95}" sibTransId="{39816B70-E47C-4AF3-8C26-3AD79FE305D1}"/>
    <dgm:cxn modelId="{88A92D42-A77A-4BB3-A59C-E590A99C4E97}" srcId="{7B5DAF7F-D3D8-4DC9-AA41-8292FAB36EAD}" destId="{606DDC22-7566-4165-AC78-20C3FB49A669}" srcOrd="4" destOrd="0" parTransId="{051647F2-97A3-4883-B3D2-FD6E8796C979}" sibTransId="{5F5AA660-B963-4E1B-84B4-8BCE1A28AEE3}"/>
    <dgm:cxn modelId="{516FCEB5-9656-2C4F-A9E2-F3969B168072}" type="presOf" srcId="{C775DD4D-908A-407D-8C2E-ABDB961DCC8C}" destId="{912816D7-D041-4421-A416-56AED6090B01}" srcOrd="0" destOrd="0" presId="urn:microsoft.com/office/officeart/2005/8/layout/cycle5"/>
    <dgm:cxn modelId="{DB26053A-E5C3-3345-9A86-42E59AD5C8A3}" type="presOf" srcId="{5F5AA660-B963-4E1B-84B4-8BCE1A28AEE3}" destId="{FF7EAE07-B35F-46B8-9178-E33D7435E283}" srcOrd="0" destOrd="0" presId="urn:microsoft.com/office/officeart/2005/8/layout/cycle5"/>
    <dgm:cxn modelId="{6DFB64C4-767E-6649-AC0A-EDA5EB7591D8}" type="presOf" srcId="{F371B4D0-5492-45B9-A8E0-8F87BAF9F003}" destId="{43984210-A414-49B5-93FA-4F513F952737}" srcOrd="0" destOrd="0" presId="urn:microsoft.com/office/officeart/2005/8/layout/cycle5"/>
    <dgm:cxn modelId="{3CA6F868-75A9-8E40-9321-0515B0A7B173}" type="presParOf" srcId="{917E02AA-3F52-4DDF-86F2-44EE1881836F}" destId="{EBC97F8E-B6DB-4995-8053-A7C47109201A}" srcOrd="0" destOrd="0" presId="urn:microsoft.com/office/officeart/2005/8/layout/cycle5"/>
    <dgm:cxn modelId="{A2EE95AE-48F4-A543-ACAE-8DDA12C4F132}" type="presParOf" srcId="{917E02AA-3F52-4DDF-86F2-44EE1881836F}" destId="{219CCD31-E6CA-4B31-9D76-C7CA3DCBD356}" srcOrd="1" destOrd="0" presId="urn:microsoft.com/office/officeart/2005/8/layout/cycle5"/>
    <dgm:cxn modelId="{F1A29E79-39E7-0445-BC19-29704CBF6951}" type="presParOf" srcId="{917E02AA-3F52-4DDF-86F2-44EE1881836F}" destId="{43984210-A414-49B5-93FA-4F513F952737}" srcOrd="2" destOrd="0" presId="urn:microsoft.com/office/officeart/2005/8/layout/cycle5"/>
    <dgm:cxn modelId="{6F6BDCA9-265D-3B46-9D96-63E4C3F19F88}" type="presParOf" srcId="{917E02AA-3F52-4DDF-86F2-44EE1881836F}" destId="{17358A65-F720-4EBA-9777-E5B6741DEA34}" srcOrd="3" destOrd="0" presId="urn:microsoft.com/office/officeart/2005/8/layout/cycle5"/>
    <dgm:cxn modelId="{96736070-6F18-0B47-92D7-7C8A5B76865B}" type="presParOf" srcId="{917E02AA-3F52-4DDF-86F2-44EE1881836F}" destId="{95E43AFA-3751-4357-A7FC-E79BAEA0064E}" srcOrd="4" destOrd="0" presId="urn:microsoft.com/office/officeart/2005/8/layout/cycle5"/>
    <dgm:cxn modelId="{6EDA20F7-A7DA-404B-8318-46757022B99B}" type="presParOf" srcId="{917E02AA-3F52-4DDF-86F2-44EE1881836F}" destId="{BD52687F-6530-4FD8-9E0E-98A2C70A635B}" srcOrd="5" destOrd="0" presId="urn:microsoft.com/office/officeart/2005/8/layout/cycle5"/>
    <dgm:cxn modelId="{389EB839-CD34-ED46-93B7-B473B4638368}" type="presParOf" srcId="{917E02AA-3F52-4DDF-86F2-44EE1881836F}" destId="{B2D19423-8CDE-4C01-B7D7-F363F1014C60}" srcOrd="6" destOrd="0" presId="urn:microsoft.com/office/officeart/2005/8/layout/cycle5"/>
    <dgm:cxn modelId="{9C460FCF-FCF8-CA46-A3D7-9D042E495126}" type="presParOf" srcId="{917E02AA-3F52-4DDF-86F2-44EE1881836F}" destId="{4EE0865B-9F59-4E6A-A0DE-8EFCAF191E45}" srcOrd="7" destOrd="0" presId="urn:microsoft.com/office/officeart/2005/8/layout/cycle5"/>
    <dgm:cxn modelId="{164C1657-A931-274E-94B1-C806EEE0AAF2}" type="presParOf" srcId="{917E02AA-3F52-4DDF-86F2-44EE1881836F}" destId="{15A9826F-7DB4-4B3F-ABAE-A6E77C5038C1}" srcOrd="8" destOrd="0" presId="urn:microsoft.com/office/officeart/2005/8/layout/cycle5"/>
    <dgm:cxn modelId="{B350EEB9-0541-0B48-8AB1-742A8C7A4481}" type="presParOf" srcId="{917E02AA-3F52-4DDF-86F2-44EE1881836F}" destId="{912816D7-D041-4421-A416-56AED6090B01}" srcOrd="9" destOrd="0" presId="urn:microsoft.com/office/officeart/2005/8/layout/cycle5"/>
    <dgm:cxn modelId="{D34C56C8-7507-384E-A7F4-54F3D4C69727}" type="presParOf" srcId="{917E02AA-3F52-4DDF-86F2-44EE1881836F}" destId="{2F13709F-D401-4BB7-9207-74175B0E1320}" srcOrd="10" destOrd="0" presId="urn:microsoft.com/office/officeart/2005/8/layout/cycle5"/>
    <dgm:cxn modelId="{4DC26C27-2ECB-7B49-8C3F-92242502CDFA}" type="presParOf" srcId="{917E02AA-3F52-4DDF-86F2-44EE1881836F}" destId="{77A39BCF-EE13-4917-9D31-1DC8AFB81141}" srcOrd="11" destOrd="0" presId="urn:microsoft.com/office/officeart/2005/8/layout/cycle5"/>
    <dgm:cxn modelId="{70820B11-94C7-7D4F-9238-5A8899872B18}" type="presParOf" srcId="{917E02AA-3F52-4DDF-86F2-44EE1881836F}" destId="{5A3E8C90-7D91-44CA-9DF1-08659A2C7014}" srcOrd="12" destOrd="0" presId="urn:microsoft.com/office/officeart/2005/8/layout/cycle5"/>
    <dgm:cxn modelId="{DD3A5C52-0ABE-7845-90EF-FAFDDB65760C}" type="presParOf" srcId="{917E02AA-3F52-4DDF-86F2-44EE1881836F}" destId="{941D94FD-5C47-486F-8551-5D2C60314656}" srcOrd="13" destOrd="0" presId="urn:microsoft.com/office/officeart/2005/8/layout/cycle5"/>
    <dgm:cxn modelId="{855E1829-6AA0-E646-873F-98B6A7F6C9BD}" type="presParOf" srcId="{917E02AA-3F52-4DDF-86F2-44EE1881836F}" destId="{FF7EAE07-B35F-46B8-9178-E33D7435E283}" srcOrd="14"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EC1C1F4-B068-49DD-8085-E83DE5FE91C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F8AC1D50-8DEC-42E2-996D-CF1010A8B2A4}">
      <dgm:prSet phldrT="[Texto]" custT="1"/>
      <dgm:spPr>
        <a:solidFill>
          <a:srgbClr val="2EB1B5"/>
        </a:solidFill>
      </dgm:spPr>
      <dgm:t>
        <a:bodyPr/>
        <a:lstStyle/>
        <a:p>
          <a:r>
            <a:rPr lang="es-PE" sz="1800" dirty="0" smtClean="0"/>
            <a:t>Objetivo</a:t>
          </a:r>
          <a:endParaRPr lang="es-PE" sz="1800" dirty="0"/>
        </a:p>
      </dgm:t>
    </dgm:pt>
    <dgm:pt modelId="{786E19C0-B5FB-4042-A047-1BE4F50904A1}" type="parTrans" cxnId="{8F299412-9ED5-4DEE-A8CF-4E0F884EEADC}">
      <dgm:prSet/>
      <dgm:spPr/>
      <dgm:t>
        <a:bodyPr/>
        <a:lstStyle/>
        <a:p>
          <a:endParaRPr lang="es-PE" sz="1600"/>
        </a:p>
      </dgm:t>
    </dgm:pt>
    <dgm:pt modelId="{D92CC6DE-1600-4B15-AB03-51E3F49D26E4}" type="sibTrans" cxnId="{8F299412-9ED5-4DEE-A8CF-4E0F884EEADC}">
      <dgm:prSet/>
      <dgm:spPr/>
      <dgm:t>
        <a:bodyPr/>
        <a:lstStyle/>
        <a:p>
          <a:endParaRPr lang="es-PE" sz="1600"/>
        </a:p>
      </dgm:t>
    </dgm:pt>
    <dgm:pt modelId="{F6F3EB13-E113-5B4A-B68A-8AED05FE5A2F}">
      <dgm:prSet phldrT="[Texto]" custT="1"/>
      <dgm:spPr>
        <a:solidFill>
          <a:srgbClr val="2EB1B5"/>
        </a:solidFill>
      </dgm:spPr>
      <dgm:t>
        <a:bodyPr/>
        <a:lstStyle/>
        <a:p>
          <a:r>
            <a:rPr lang="es-PE" sz="1800" dirty="0" smtClean="0"/>
            <a:t>Protección de los datos de prueba</a:t>
          </a:r>
          <a:endParaRPr lang="es-PE" sz="1800" dirty="0"/>
        </a:p>
      </dgm:t>
    </dgm:pt>
    <dgm:pt modelId="{23450C67-03D2-564F-9802-FE7AB0937427}" type="parTrans" cxnId="{B0903E0E-9675-2042-A0DB-0CD89321F18A}">
      <dgm:prSet/>
      <dgm:spPr/>
      <dgm:t>
        <a:bodyPr/>
        <a:lstStyle/>
        <a:p>
          <a:endParaRPr lang="es-ES_tradnl"/>
        </a:p>
      </dgm:t>
    </dgm:pt>
    <dgm:pt modelId="{F585907B-3406-E241-90F5-F67044883227}" type="sibTrans" cxnId="{B0903E0E-9675-2042-A0DB-0CD89321F18A}">
      <dgm:prSet/>
      <dgm:spPr/>
      <dgm:t>
        <a:bodyPr/>
        <a:lstStyle/>
        <a:p>
          <a:endParaRPr lang="es-ES_tradnl"/>
        </a:p>
      </dgm:t>
    </dgm:pt>
    <dgm:pt modelId="{1C1067FD-E418-4B60-B9E3-ACF1A4CBDC81}" type="pres">
      <dgm:prSet presAssocID="{6EC1C1F4-B068-49DD-8085-E83DE5FE91C0}" presName="linear" presStyleCnt="0">
        <dgm:presLayoutVars>
          <dgm:animLvl val="lvl"/>
          <dgm:resizeHandles val="exact"/>
        </dgm:presLayoutVars>
      </dgm:prSet>
      <dgm:spPr/>
      <dgm:t>
        <a:bodyPr/>
        <a:lstStyle/>
        <a:p>
          <a:endParaRPr lang="es-PE"/>
        </a:p>
      </dgm:t>
    </dgm:pt>
    <dgm:pt modelId="{3777373B-7A8D-4433-8A8C-4992208C3102}" type="pres">
      <dgm:prSet presAssocID="{F8AC1D50-8DEC-42E2-996D-CF1010A8B2A4}" presName="parentText" presStyleLbl="node1" presStyleIdx="0" presStyleCnt="2" custScaleY="51020">
        <dgm:presLayoutVars>
          <dgm:chMax val="0"/>
          <dgm:bulletEnabled val="1"/>
        </dgm:presLayoutVars>
      </dgm:prSet>
      <dgm:spPr/>
      <dgm:t>
        <a:bodyPr/>
        <a:lstStyle/>
        <a:p>
          <a:endParaRPr lang="es-PE"/>
        </a:p>
      </dgm:t>
    </dgm:pt>
    <dgm:pt modelId="{77C821BE-E8B1-43B2-BC83-DA1F290CCBAD}" type="pres">
      <dgm:prSet presAssocID="{D92CC6DE-1600-4B15-AB03-51E3F49D26E4}" presName="spacer" presStyleCnt="0"/>
      <dgm:spPr/>
    </dgm:pt>
    <dgm:pt modelId="{4CB044A9-18B4-B84F-9676-1FE2FF1B9CC7}" type="pres">
      <dgm:prSet presAssocID="{F6F3EB13-E113-5B4A-B68A-8AED05FE5A2F}" presName="parentText" presStyleLbl="node1" presStyleIdx="1" presStyleCnt="2" custScaleY="44187">
        <dgm:presLayoutVars>
          <dgm:chMax val="0"/>
          <dgm:bulletEnabled val="1"/>
        </dgm:presLayoutVars>
      </dgm:prSet>
      <dgm:spPr/>
      <dgm:t>
        <a:bodyPr/>
        <a:lstStyle/>
        <a:p>
          <a:endParaRPr lang="es-ES_tradnl"/>
        </a:p>
      </dgm:t>
    </dgm:pt>
  </dgm:ptLst>
  <dgm:cxnLst>
    <dgm:cxn modelId="{6A009DA4-86CC-C241-A243-C2A432CC174E}" type="presOf" srcId="{F8AC1D50-8DEC-42E2-996D-CF1010A8B2A4}" destId="{3777373B-7A8D-4433-8A8C-4992208C3102}" srcOrd="0" destOrd="0" presId="urn:microsoft.com/office/officeart/2005/8/layout/vList2"/>
    <dgm:cxn modelId="{CCC332C3-5738-9F4D-9652-6284283A1726}" type="presOf" srcId="{F6F3EB13-E113-5B4A-B68A-8AED05FE5A2F}" destId="{4CB044A9-18B4-B84F-9676-1FE2FF1B9CC7}" srcOrd="0" destOrd="0" presId="urn:microsoft.com/office/officeart/2005/8/layout/vList2"/>
    <dgm:cxn modelId="{8F299412-9ED5-4DEE-A8CF-4E0F884EEADC}" srcId="{6EC1C1F4-B068-49DD-8085-E83DE5FE91C0}" destId="{F8AC1D50-8DEC-42E2-996D-CF1010A8B2A4}" srcOrd="0" destOrd="0" parTransId="{786E19C0-B5FB-4042-A047-1BE4F50904A1}" sibTransId="{D92CC6DE-1600-4B15-AB03-51E3F49D26E4}"/>
    <dgm:cxn modelId="{B0903E0E-9675-2042-A0DB-0CD89321F18A}" srcId="{6EC1C1F4-B068-49DD-8085-E83DE5FE91C0}" destId="{F6F3EB13-E113-5B4A-B68A-8AED05FE5A2F}" srcOrd="1" destOrd="0" parTransId="{23450C67-03D2-564F-9802-FE7AB0937427}" sibTransId="{F585907B-3406-E241-90F5-F67044883227}"/>
    <dgm:cxn modelId="{5BC57EC8-392B-594F-B262-0D1B2E173F9D}" type="presOf" srcId="{6EC1C1F4-B068-49DD-8085-E83DE5FE91C0}" destId="{1C1067FD-E418-4B60-B9E3-ACF1A4CBDC81}" srcOrd="0" destOrd="0" presId="urn:microsoft.com/office/officeart/2005/8/layout/vList2"/>
    <dgm:cxn modelId="{0BD93DA5-EA98-8D43-9B77-351E8E6795B5}" type="presParOf" srcId="{1C1067FD-E418-4B60-B9E3-ACF1A4CBDC81}" destId="{3777373B-7A8D-4433-8A8C-4992208C3102}" srcOrd="0" destOrd="0" presId="urn:microsoft.com/office/officeart/2005/8/layout/vList2"/>
    <dgm:cxn modelId="{888AF3BD-3E58-F44F-90B4-B428A062C4EC}" type="presParOf" srcId="{1C1067FD-E418-4B60-B9E3-ACF1A4CBDC81}" destId="{77C821BE-E8B1-43B2-BC83-DA1F290CCBAD}" srcOrd="1" destOrd="0" presId="urn:microsoft.com/office/officeart/2005/8/layout/vList2"/>
    <dgm:cxn modelId="{9250008A-E467-434C-85E4-E738F6BEC4E3}" type="presParOf" srcId="{1C1067FD-E418-4B60-B9E3-ACF1A4CBDC81}" destId="{4CB044A9-18B4-B84F-9676-1FE2FF1B9CC7}"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580A023-5473-4C09-9AD3-6CC4F2BD479E}" type="doc">
      <dgm:prSet loTypeId="urn:microsoft.com/office/officeart/2005/8/layout/orgChart1" loCatId="hierarchy" qsTypeId="urn:microsoft.com/office/officeart/2005/8/quickstyle/simple1" qsCatId="simple" csTypeId="urn:microsoft.com/office/officeart/2005/8/colors/accent5_5" csCatId="accent5" phldr="1"/>
      <dgm:spPr/>
      <dgm:t>
        <a:bodyPr/>
        <a:lstStyle/>
        <a:p>
          <a:endParaRPr lang="es-PE"/>
        </a:p>
      </dgm:t>
    </dgm:pt>
    <dgm:pt modelId="{1CFEDA62-E621-45B6-81B7-7CA0DF19BE0B}">
      <dgm:prSet phldrT="[Texto]" custT="1"/>
      <dgm:spPr>
        <a:solidFill>
          <a:srgbClr val="68529F"/>
        </a:solidFill>
      </dgm:spPr>
      <dgm:t>
        <a:bodyPr/>
        <a:lstStyle/>
        <a:p>
          <a:r>
            <a:rPr lang="es-PE" sz="1800" dirty="0" smtClean="0"/>
            <a:t>A.14.3 Datos</a:t>
          </a:r>
          <a:br>
            <a:rPr lang="es-PE" sz="1800" dirty="0" smtClean="0"/>
          </a:br>
          <a:r>
            <a:rPr lang="es-PE" sz="1800" dirty="0" smtClean="0"/>
            <a:t>de prueba</a:t>
          </a:r>
          <a:endParaRPr lang="es-PE" sz="1800" dirty="0"/>
        </a:p>
      </dgm:t>
    </dgm:pt>
    <dgm:pt modelId="{0700C93D-A4CB-4B96-84CE-B49B558F2924}" type="parTrans" cxnId="{962284F4-41E6-448E-B0EA-6DE27CB57514}">
      <dgm:prSet/>
      <dgm:spPr/>
      <dgm:t>
        <a:bodyPr/>
        <a:lstStyle/>
        <a:p>
          <a:endParaRPr lang="es-PE" sz="1800"/>
        </a:p>
      </dgm:t>
    </dgm:pt>
    <dgm:pt modelId="{CC81F1C7-7291-4FD3-9E79-50C95E843145}" type="sibTrans" cxnId="{962284F4-41E6-448E-B0EA-6DE27CB57514}">
      <dgm:prSet/>
      <dgm:spPr/>
      <dgm:t>
        <a:bodyPr/>
        <a:lstStyle/>
        <a:p>
          <a:endParaRPr lang="es-PE" sz="1800"/>
        </a:p>
      </dgm:t>
    </dgm:pt>
    <dgm:pt modelId="{B7448275-937C-4470-B239-A762E1132317}">
      <dgm:prSet phldrT="[Texto]" custT="1"/>
      <dgm:spPr>
        <a:solidFill>
          <a:srgbClr val="2EB1B5"/>
        </a:solidFill>
      </dgm:spPr>
      <dgm:t>
        <a:bodyPr/>
        <a:lstStyle/>
        <a:p>
          <a:r>
            <a:rPr lang="es-PE" sz="1800" dirty="0" smtClean="0"/>
            <a:t>A.14.3.1 Protección</a:t>
          </a:r>
          <a:br>
            <a:rPr lang="es-PE" sz="1800" dirty="0" smtClean="0"/>
          </a:br>
          <a:r>
            <a:rPr lang="es-PE" sz="1800" dirty="0" smtClean="0"/>
            <a:t>de los datos de</a:t>
          </a:r>
          <a:br>
            <a:rPr lang="es-PE" sz="1800" dirty="0" smtClean="0"/>
          </a:br>
          <a:r>
            <a:rPr lang="es-PE" sz="1800" dirty="0" smtClean="0"/>
            <a:t>prueba del sistema</a:t>
          </a:r>
          <a:endParaRPr lang="es-PE" sz="1800" dirty="0"/>
        </a:p>
      </dgm:t>
    </dgm:pt>
    <dgm:pt modelId="{10422A0E-8626-46F6-B887-21E25845322D}" type="parTrans" cxnId="{557D5898-F67E-4653-9DDF-2E1305C2481E}">
      <dgm:prSet/>
      <dgm:spPr>
        <a:ln w="28575">
          <a:solidFill>
            <a:schemeClr val="bg1">
              <a:lumMod val="75000"/>
            </a:schemeClr>
          </a:solidFill>
        </a:ln>
      </dgm:spPr>
      <dgm:t>
        <a:bodyPr/>
        <a:lstStyle/>
        <a:p>
          <a:endParaRPr lang="es-PE" sz="1800"/>
        </a:p>
      </dgm:t>
    </dgm:pt>
    <dgm:pt modelId="{CA607E5C-476B-4007-B45D-E7B821BE4112}" type="sibTrans" cxnId="{557D5898-F67E-4653-9DDF-2E1305C2481E}">
      <dgm:prSet/>
      <dgm:spPr/>
      <dgm:t>
        <a:bodyPr/>
        <a:lstStyle/>
        <a:p>
          <a:endParaRPr lang="es-PE" sz="1800"/>
        </a:p>
      </dgm:t>
    </dgm:pt>
    <dgm:pt modelId="{70708133-7F97-45BF-9C10-8090A18B77E8}" type="pres">
      <dgm:prSet presAssocID="{B580A023-5473-4C09-9AD3-6CC4F2BD479E}" presName="hierChild1" presStyleCnt="0">
        <dgm:presLayoutVars>
          <dgm:orgChart val="1"/>
          <dgm:chPref val="1"/>
          <dgm:dir/>
          <dgm:animOne val="branch"/>
          <dgm:animLvl val="lvl"/>
          <dgm:resizeHandles/>
        </dgm:presLayoutVars>
      </dgm:prSet>
      <dgm:spPr/>
      <dgm:t>
        <a:bodyPr/>
        <a:lstStyle/>
        <a:p>
          <a:endParaRPr lang="es-PE"/>
        </a:p>
      </dgm:t>
    </dgm:pt>
    <dgm:pt modelId="{8174BBFF-F76D-423D-968C-BB20383ABF41}" type="pres">
      <dgm:prSet presAssocID="{1CFEDA62-E621-45B6-81B7-7CA0DF19BE0B}" presName="hierRoot1" presStyleCnt="0">
        <dgm:presLayoutVars>
          <dgm:hierBranch val="init"/>
        </dgm:presLayoutVars>
      </dgm:prSet>
      <dgm:spPr/>
    </dgm:pt>
    <dgm:pt modelId="{1B53207F-2457-4DE1-8E76-DD6FCF0A3A94}" type="pres">
      <dgm:prSet presAssocID="{1CFEDA62-E621-45B6-81B7-7CA0DF19BE0B}" presName="rootComposite1" presStyleCnt="0"/>
      <dgm:spPr/>
    </dgm:pt>
    <dgm:pt modelId="{126F27EB-EF2C-423D-B7FD-5E0219D7D588}" type="pres">
      <dgm:prSet presAssocID="{1CFEDA62-E621-45B6-81B7-7CA0DF19BE0B}" presName="rootText1" presStyleLbl="node0" presStyleIdx="0" presStyleCnt="1" custScaleX="124235" custScaleY="134469">
        <dgm:presLayoutVars>
          <dgm:chPref val="3"/>
        </dgm:presLayoutVars>
      </dgm:prSet>
      <dgm:spPr/>
      <dgm:t>
        <a:bodyPr/>
        <a:lstStyle/>
        <a:p>
          <a:endParaRPr lang="es-PE"/>
        </a:p>
      </dgm:t>
    </dgm:pt>
    <dgm:pt modelId="{5703174A-DFEC-47A6-87E0-B1E4BB26E639}" type="pres">
      <dgm:prSet presAssocID="{1CFEDA62-E621-45B6-81B7-7CA0DF19BE0B}" presName="rootConnector1" presStyleLbl="node1" presStyleIdx="0" presStyleCnt="0"/>
      <dgm:spPr/>
      <dgm:t>
        <a:bodyPr/>
        <a:lstStyle/>
        <a:p>
          <a:endParaRPr lang="es-PE"/>
        </a:p>
      </dgm:t>
    </dgm:pt>
    <dgm:pt modelId="{4E570361-5DD1-40A2-823E-C23403C3FF2E}" type="pres">
      <dgm:prSet presAssocID="{1CFEDA62-E621-45B6-81B7-7CA0DF19BE0B}" presName="hierChild2" presStyleCnt="0"/>
      <dgm:spPr/>
    </dgm:pt>
    <dgm:pt modelId="{C4281DFD-D887-41DA-B6F2-3FBADBA6C710}" type="pres">
      <dgm:prSet presAssocID="{10422A0E-8626-46F6-B887-21E25845322D}" presName="Name37" presStyleLbl="parChTrans1D2" presStyleIdx="0" presStyleCnt="1"/>
      <dgm:spPr/>
      <dgm:t>
        <a:bodyPr/>
        <a:lstStyle/>
        <a:p>
          <a:endParaRPr lang="es-PE"/>
        </a:p>
      </dgm:t>
    </dgm:pt>
    <dgm:pt modelId="{0023C08C-1429-4E5B-9FD2-CD840868C8AE}" type="pres">
      <dgm:prSet presAssocID="{B7448275-937C-4470-B239-A762E1132317}" presName="hierRoot2" presStyleCnt="0">
        <dgm:presLayoutVars>
          <dgm:hierBranch val="init"/>
        </dgm:presLayoutVars>
      </dgm:prSet>
      <dgm:spPr/>
    </dgm:pt>
    <dgm:pt modelId="{134AD17D-44F4-4C93-B854-49FB59ADB2CB}" type="pres">
      <dgm:prSet presAssocID="{B7448275-937C-4470-B239-A762E1132317}" presName="rootComposite" presStyleCnt="0"/>
      <dgm:spPr/>
    </dgm:pt>
    <dgm:pt modelId="{FC92D772-C01B-4D45-837B-3353756937D4}" type="pres">
      <dgm:prSet presAssocID="{B7448275-937C-4470-B239-A762E1132317}" presName="rootText" presStyleLbl="node2" presStyleIdx="0" presStyleCnt="1" custScaleX="112309" custScaleY="148396">
        <dgm:presLayoutVars>
          <dgm:chPref val="3"/>
        </dgm:presLayoutVars>
      </dgm:prSet>
      <dgm:spPr/>
      <dgm:t>
        <a:bodyPr/>
        <a:lstStyle/>
        <a:p>
          <a:endParaRPr lang="es-PE"/>
        </a:p>
      </dgm:t>
    </dgm:pt>
    <dgm:pt modelId="{7B388FE9-2F2F-47A2-8064-C147FCA9A3F0}" type="pres">
      <dgm:prSet presAssocID="{B7448275-937C-4470-B239-A762E1132317}" presName="rootConnector" presStyleLbl="node2" presStyleIdx="0" presStyleCnt="1"/>
      <dgm:spPr/>
      <dgm:t>
        <a:bodyPr/>
        <a:lstStyle/>
        <a:p>
          <a:endParaRPr lang="es-PE"/>
        </a:p>
      </dgm:t>
    </dgm:pt>
    <dgm:pt modelId="{933D1101-4290-4C34-B9BE-5575210E76DA}" type="pres">
      <dgm:prSet presAssocID="{B7448275-937C-4470-B239-A762E1132317}" presName="hierChild4" presStyleCnt="0"/>
      <dgm:spPr/>
    </dgm:pt>
    <dgm:pt modelId="{AF997B2D-8C71-4B27-92CE-72C259828446}" type="pres">
      <dgm:prSet presAssocID="{B7448275-937C-4470-B239-A762E1132317}" presName="hierChild5" presStyleCnt="0"/>
      <dgm:spPr/>
    </dgm:pt>
    <dgm:pt modelId="{86D82236-6DBA-4A2B-9CCA-9CD93BEC42B5}" type="pres">
      <dgm:prSet presAssocID="{1CFEDA62-E621-45B6-81B7-7CA0DF19BE0B}" presName="hierChild3" presStyleCnt="0"/>
      <dgm:spPr/>
    </dgm:pt>
  </dgm:ptLst>
  <dgm:cxnLst>
    <dgm:cxn modelId="{F03B9CC1-D0FC-394C-AB67-D7559D5F4470}" type="presOf" srcId="{B580A023-5473-4C09-9AD3-6CC4F2BD479E}" destId="{70708133-7F97-45BF-9C10-8090A18B77E8}" srcOrd="0" destOrd="0" presId="urn:microsoft.com/office/officeart/2005/8/layout/orgChart1"/>
    <dgm:cxn modelId="{70D4A580-78B9-AD4C-8258-E56B61E7FE97}" type="presOf" srcId="{B7448275-937C-4470-B239-A762E1132317}" destId="{FC92D772-C01B-4D45-837B-3353756937D4}" srcOrd="0" destOrd="0" presId="urn:microsoft.com/office/officeart/2005/8/layout/orgChart1"/>
    <dgm:cxn modelId="{557D5898-F67E-4653-9DDF-2E1305C2481E}" srcId="{1CFEDA62-E621-45B6-81B7-7CA0DF19BE0B}" destId="{B7448275-937C-4470-B239-A762E1132317}" srcOrd="0" destOrd="0" parTransId="{10422A0E-8626-46F6-B887-21E25845322D}" sibTransId="{CA607E5C-476B-4007-B45D-E7B821BE4112}"/>
    <dgm:cxn modelId="{1522AAD4-864A-734A-AFF0-C25DF1920C17}" type="presOf" srcId="{1CFEDA62-E621-45B6-81B7-7CA0DF19BE0B}" destId="{5703174A-DFEC-47A6-87E0-B1E4BB26E639}" srcOrd="1" destOrd="0" presId="urn:microsoft.com/office/officeart/2005/8/layout/orgChart1"/>
    <dgm:cxn modelId="{A1664B6E-E920-2847-BA36-5B50D7FA53D4}" type="presOf" srcId="{1CFEDA62-E621-45B6-81B7-7CA0DF19BE0B}" destId="{126F27EB-EF2C-423D-B7FD-5E0219D7D588}" srcOrd="0" destOrd="0" presId="urn:microsoft.com/office/officeart/2005/8/layout/orgChart1"/>
    <dgm:cxn modelId="{8E0FACCE-2A6E-9E4B-9214-40D913B237C3}" type="presOf" srcId="{10422A0E-8626-46F6-B887-21E25845322D}" destId="{C4281DFD-D887-41DA-B6F2-3FBADBA6C710}" srcOrd="0" destOrd="0" presId="urn:microsoft.com/office/officeart/2005/8/layout/orgChart1"/>
    <dgm:cxn modelId="{962284F4-41E6-448E-B0EA-6DE27CB57514}" srcId="{B580A023-5473-4C09-9AD3-6CC4F2BD479E}" destId="{1CFEDA62-E621-45B6-81B7-7CA0DF19BE0B}" srcOrd="0" destOrd="0" parTransId="{0700C93D-A4CB-4B96-84CE-B49B558F2924}" sibTransId="{CC81F1C7-7291-4FD3-9E79-50C95E843145}"/>
    <dgm:cxn modelId="{C0585189-0DED-7249-A821-568CBE7489C8}" type="presOf" srcId="{B7448275-937C-4470-B239-A762E1132317}" destId="{7B388FE9-2F2F-47A2-8064-C147FCA9A3F0}" srcOrd="1" destOrd="0" presId="urn:microsoft.com/office/officeart/2005/8/layout/orgChart1"/>
    <dgm:cxn modelId="{4A3EDBD7-3933-5E47-B631-9E56C7F3540E}" type="presParOf" srcId="{70708133-7F97-45BF-9C10-8090A18B77E8}" destId="{8174BBFF-F76D-423D-968C-BB20383ABF41}" srcOrd="0" destOrd="0" presId="urn:microsoft.com/office/officeart/2005/8/layout/orgChart1"/>
    <dgm:cxn modelId="{4D358404-7F89-384F-80AA-10453BA6148B}" type="presParOf" srcId="{8174BBFF-F76D-423D-968C-BB20383ABF41}" destId="{1B53207F-2457-4DE1-8E76-DD6FCF0A3A94}" srcOrd="0" destOrd="0" presId="urn:microsoft.com/office/officeart/2005/8/layout/orgChart1"/>
    <dgm:cxn modelId="{3E98BF92-D6DB-BF47-ABFF-15D4B4B77844}" type="presParOf" srcId="{1B53207F-2457-4DE1-8E76-DD6FCF0A3A94}" destId="{126F27EB-EF2C-423D-B7FD-5E0219D7D588}" srcOrd="0" destOrd="0" presId="urn:microsoft.com/office/officeart/2005/8/layout/orgChart1"/>
    <dgm:cxn modelId="{DA991DA6-C196-6843-ACDB-42F64227B64B}" type="presParOf" srcId="{1B53207F-2457-4DE1-8E76-DD6FCF0A3A94}" destId="{5703174A-DFEC-47A6-87E0-B1E4BB26E639}" srcOrd="1" destOrd="0" presId="urn:microsoft.com/office/officeart/2005/8/layout/orgChart1"/>
    <dgm:cxn modelId="{F3858231-4864-AD4F-961D-F7495C30496E}" type="presParOf" srcId="{8174BBFF-F76D-423D-968C-BB20383ABF41}" destId="{4E570361-5DD1-40A2-823E-C23403C3FF2E}" srcOrd="1" destOrd="0" presId="urn:microsoft.com/office/officeart/2005/8/layout/orgChart1"/>
    <dgm:cxn modelId="{7E3CB8D7-045D-614D-82AE-5A3E53092A4E}" type="presParOf" srcId="{4E570361-5DD1-40A2-823E-C23403C3FF2E}" destId="{C4281DFD-D887-41DA-B6F2-3FBADBA6C710}" srcOrd="0" destOrd="0" presId="urn:microsoft.com/office/officeart/2005/8/layout/orgChart1"/>
    <dgm:cxn modelId="{CEFEF033-724F-D245-BF07-EE08968D92B0}" type="presParOf" srcId="{4E570361-5DD1-40A2-823E-C23403C3FF2E}" destId="{0023C08C-1429-4E5B-9FD2-CD840868C8AE}" srcOrd="1" destOrd="0" presId="urn:microsoft.com/office/officeart/2005/8/layout/orgChart1"/>
    <dgm:cxn modelId="{2FA3F4F3-7730-1440-965A-B713B98E33F0}" type="presParOf" srcId="{0023C08C-1429-4E5B-9FD2-CD840868C8AE}" destId="{134AD17D-44F4-4C93-B854-49FB59ADB2CB}" srcOrd="0" destOrd="0" presId="urn:microsoft.com/office/officeart/2005/8/layout/orgChart1"/>
    <dgm:cxn modelId="{7E2DB711-D95E-0F42-A94F-67C4EEC8E721}" type="presParOf" srcId="{134AD17D-44F4-4C93-B854-49FB59ADB2CB}" destId="{FC92D772-C01B-4D45-837B-3353756937D4}" srcOrd="0" destOrd="0" presId="urn:microsoft.com/office/officeart/2005/8/layout/orgChart1"/>
    <dgm:cxn modelId="{6D86F0F7-A9A6-1D4E-BA7B-C5B51D254909}" type="presParOf" srcId="{134AD17D-44F4-4C93-B854-49FB59ADB2CB}" destId="{7B388FE9-2F2F-47A2-8064-C147FCA9A3F0}" srcOrd="1" destOrd="0" presId="urn:microsoft.com/office/officeart/2005/8/layout/orgChart1"/>
    <dgm:cxn modelId="{4EC68CC7-746D-EE4F-B04C-56255BB09C28}" type="presParOf" srcId="{0023C08C-1429-4E5B-9FD2-CD840868C8AE}" destId="{933D1101-4290-4C34-B9BE-5575210E76DA}" srcOrd="1" destOrd="0" presId="urn:microsoft.com/office/officeart/2005/8/layout/orgChart1"/>
    <dgm:cxn modelId="{4E4DB339-5958-D042-9D92-191BA83E59A9}" type="presParOf" srcId="{0023C08C-1429-4E5B-9FD2-CD840868C8AE}" destId="{AF997B2D-8C71-4B27-92CE-72C259828446}" srcOrd="2" destOrd="0" presId="urn:microsoft.com/office/officeart/2005/8/layout/orgChart1"/>
    <dgm:cxn modelId="{FDDDAE94-8021-1745-82FB-23713D83D4CB}" type="presParOf" srcId="{8174BBFF-F76D-423D-968C-BB20383ABF41}" destId="{86D82236-6DBA-4A2B-9CCA-9CD93BEC42B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B5DAF7F-D3D8-4DC9-AA41-8292FAB36EAD}" type="doc">
      <dgm:prSet loTypeId="urn:microsoft.com/office/officeart/2005/8/layout/cycle5" loCatId="cycle" qsTypeId="urn:microsoft.com/office/officeart/2005/8/quickstyle/simple1" qsCatId="simple" csTypeId="urn:microsoft.com/office/officeart/2005/8/colors/colorful5" csCatId="colorful" phldr="1"/>
      <dgm:spPr/>
      <dgm:t>
        <a:bodyPr/>
        <a:lstStyle/>
        <a:p>
          <a:endParaRPr lang="es-PE"/>
        </a:p>
      </dgm:t>
    </dgm:pt>
    <dgm:pt modelId="{27DCC60B-1756-4463-80AB-B2D81BECDACD}">
      <dgm:prSet phldrT="[Texto]" custT="1"/>
      <dgm:spPr>
        <a:solidFill>
          <a:srgbClr val="2EB1B5"/>
        </a:solidFill>
        <a:ln>
          <a:noFill/>
        </a:ln>
      </dgm:spPr>
      <dgm:t>
        <a:bodyPr/>
        <a:lstStyle/>
        <a:p>
          <a:r>
            <a:rPr lang="es-PE" sz="1600" dirty="0" smtClean="0"/>
            <a:t>Necesidad</a:t>
          </a:r>
          <a:endParaRPr lang="es-PE" sz="1600" dirty="0"/>
        </a:p>
      </dgm:t>
    </dgm:pt>
    <dgm:pt modelId="{E15D1B0B-723E-43CA-9652-71DD48D26A6D}" type="parTrans" cxnId="{6927120B-1510-4295-B10D-2C0393E28C5D}">
      <dgm:prSet/>
      <dgm:spPr/>
      <dgm:t>
        <a:bodyPr/>
        <a:lstStyle/>
        <a:p>
          <a:endParaRPr lang="es-PE" sz="1600"/>
        </a:p>
      </dgm:t>
    </dgm:pt>
    <dgm:pt modelId="{F371B4D0-5492-45B9-A8E0-8F87BAF9F003}" type="sibTrans" cxnId="{6927120B-1510-4295-B10D-2C0393E28C5D}">
      <dgm:prSet/>
      <dgm:spPr>
        <a:ln w="28575">
          <a:solidFill>
            <a:srgbClr val="2EB1B5"/>
          </a:solidFill>
        </a:ln>
      </dgm:spPr>
      <dgm:t>
        <a:bodyPr/>
        <a:lstStyle/>
        <a:p>
          <a:endParaRPr lang="es-PE" sz="1600"/>
        </a:p>
      </dgm:t>
    </dgm:pt>
    <dgm:pt modelId="{5791EEF2-AED5-4D14-91DE-9C5BA25FBF2F}">
      <dgm:prSet phldrT="[Texto]" custT="1"/>
      <dgm:spPr>
        <a:solidFill>
          <a:srgbClr val="68529F"/>
        </a:solidFill>
        <a:ln>
          <a:noFill/>
        </a:ln>
      </dgm:spPr>
      <dgm:t>
        <a:bodyPr/>
        <a:lstStyle/>
        <a:p>
          <a:r>
            <a:rPr lang="es-PE" sz="1600" dirty="0" smtClean="0"/>
            <a:t>Diseño de la solución</a:t>
          </a:r>
          <a:endParaRPr lang="es-PE" sz="1600" dirty="0"/>
        </a:p>
      </dgm:t>
    </dgm:pt>
    <dgm:pt modelId="{62ADAC28-992E-442C-A58A-0C44D570CB95}" type="parTrans" cxnId="{C5905800-E16D-4F94-A9F4-91BC019BBBD1}">
      <dgm:prSet/>
      <dgm:spPr/>
      <dgm:t>
        <a:bodyPr/>
        <a:lstStyle/>
        <a:p>
          <a:endParaRPr lang="es-PE" sz="1600"/>
        </a:p>
      </dgm:t>
    </dgm:pt>
    <dgm:pt modelId="{39816B70-E47C-4AF3-8C26-3AD79FE305D1}" type="sibTrans" cxnId="{C5905800-E16D-4F94-A9F4-91BC019BBBD1}">
      <dgm:prSet/>
      <dgm:spPr>
        <a:ln w="28575">
          <a:solidFill>
            <a:srgbClr val="68529F"/>
          </a:solidFill>
        </a:ln>
      </dgm:spPr>
      <dgm:t>
        <a:bodyPr/>
        <a:lstStyle/>
        <a:p>
          <a:endParaRPr lang="es-PE" sz="1600"/>
        </a:p>
      </dgm:t>
    </dgm:pt>
    <dgm:pt modelId="{85C70A31-3B63-4106-B2AA-8BBD4BF8B1C7}">
      <dgm:prSet phldrT="[Texto]" custT="1"/>
      <dgm:spPr>
        <a:solidFill>
          <a:srgbClr val="0197A7"/>
        </a:solidFill>
        <a:ln>
          <a:noFill/>
        </a:ln>
      </dgm:spPr>
      <dgm:t>
        <a:bodyPr/>
        <a:lstStyle/>
        <a:p>
          <a:r>
            <a:rPr lang="es-PE" sz="1600" dirty="0" smtClean="0"/>
            <a:t>Desarrollo</a:t>
          </a:r>
          <a:endParaRPr lang="es-PE" sz="1600" dirty="0"/>
        </a:p>
      </dgm:t>
    </dgm:pt>
    <dgm:pt modelId="{6E219B56-1189-4BE0-AD5E-F7FFF4A1D41F}" type="parTrans" cxnId="{F45515A8-173A-4270-ACBA-87941D6C8C19}">
      <dgm:prSet/>
      <dgm:spPr/>
      <dgm:t>
        <a:bodyPr/>
        <a:lstStyle/>
        <a:p>
          <a:endParaRPr lang="es-PE" sz="1600"/>
        </a:p>
      </dgm:t>
    </dgm:pt>
    <dgm:pt modelId="{A9E485BF-4592-4CD6-94DB-A5FD809BF6CB}" type="sibTrans" cxnId="{F45515A8-173A-4270-ACBA-87941D6C8C19}">
      <dgm:prSet/>
      <dgm:spPr>
        <a:ln w="28575">
          <a:solidFill>
            <a:srgbClr val="0197A7"/>
          </a:solidFill>
        </a:ln>
      </dgm:spPr>
      <dgm:t>
        <a:bodyPr/>
        <a:lstStyle/>
        <a:p>
          <a:endParaRPr lang="es-PE" sz="1600"/>
        </a:p>
      </dgm:t>
    </dgm:pt>
    <dgm:pt modelId="{C775DD4D-908A-407D-8C2E-ABDB961DCC8C}">
      <dgm:prSet phldrT="[Texto]" custT="1"/>
      <dgm:spPr>
        <a:solidFill>
          <a:srgbClr val="E5584B"/>
        </a:solidFill>
        <a:ln>
          <a:noFill/>
        </a:ln>
      </dgm:spPr>
      <dgm:t>
        <a:bodyPr/>
        <a:lstStyle/>
        <a:p>
          <a:r>
            <a:rPr lang="es-PE" sz="1600" dirty="0" smtClean="0"/>
            <a:t>Pruebas</a:t>
          </a:r>
          <a:endParaRPr lang="es-PE" sz="1600" dirty="0"/>
        </a:p>
      </dgm:t>
    </dgm:pt>
    <dgm:pt modelId="{91F403D0-85B5-4424-8B25-D2B56F5E2BB8}" type="parTrans" cxnId="{9D76C902-9467-47D3-A8FF-52471CE35E3E}">
      <dgm:prSet/>
      <dgm:spPr/>
      <dgm:t>
        <a:bodyPr/>
        <a:lstStyle/>
        <a:p>
          <a:endParaRPr lang="es-PE" sz="1600"/>
        </a:p>
      </dgm:t>
    </dgm:pt>
    <dgm:pt modelId="{248426DA-7539-4500-B9FD-4EA8068B90EE}" type="sibTrans" cxnId="{9D76C902-9467-47D3-A8FF-52471CE35E3E}">
      <dgm:prSet/>
      <dgm:spPr>
        <a:ln w="28575">
          <a:solidFill>
            <a:srgbClr val="E5584B"/>
          </a:solidFill>
        </a:ln>
      </dgm:spPr>
      <dgm:t>
        <a:bodyPr/>
        <a:lstStyle/>
        <a:p>
          <a:endParaRPr lang="es-PE" sz="1600"/>
        </a:p>
      </dgm:t>
    </dgm:pt>
    <dgm:pt modelId="{606DDC22-7566-4165-AC78-20C3FB49A669}">
      <dgm:prSet phldrT="[Texto]" custT="1"/>
      <dgm:spPr>
        <a:solidFill>
          <a:srgbClr val="DFA635"/>
        </a:solidFill>
        <a:ln>
          <a:noFill/>
        </a:ln>
      </dgm:spPr>
      <dgm:t>
        <a:bodyPr/>
        <a:lstStyle/>
        <a:p>
          <a:r>
            <a:rPr lang="es-PE" sz="1600" dirty="0" smtClean="0"/>
            <a:t>Entrega</a:t>
          </a:r>
          <a:endParaRPr lang="es-PE" sz="1600" dirty="0"/>
        </a:p>
      </dgm:t>
    </dgm:pt>
    <dgm:pt modelId="{051647F2-97A3-4883-B3D2-FD6E8796C979}" type="parTrans" cxnId="{88A92D42-A77A-4BB3-A59C-E590A99C4E97}">
      <dgm:prSet/>
      <dgm:spPr/>
      <dgm:t>
        <a:bodyPr/>
        <a:lstStyle/>
        <a:p>
          <a:endParaRPr lang="es-PE" sz="1600"/>
        </a:p>
      </dgm:t>
    </dgm:pt>
    <dgm:pt modelId="{5F5AA660-B963-4E1B-84B4-8BCE1A28AEE3}" type="sibTrans" cxnId="{88A92D42-A77A-4BB3-A59C-E590A99C4E97}">
      <dgm:prSet/>
      <dgm:spPr>
        <a:ln w="28575">
          <a:solidFill>
            <a:srgbClr val="DFA635"/>
          </a:solidFill>
        </a:ln>
      </dgm:spPr>
      <dgm:t>
        <a:bodyPr/>
        <a:lstStyle/>
        <a:p>
          <a:endParaRPr lang="es-PE" sz="1600"/>
        </a:p>
      </dgm:t>
    </dgm:pt>
    <dgm:pt modelId="{917E02AA-3F52-4DDF-86F2-44EE1881836F}" type="pres">
      <dgm:prSet presAssocID="{7B5DAF7F-D3D8-4DC9-AA41-8292FAB36EAD}" presName="cycle" presStyleCnt="0">
        <dgm:presLayoutVars>
          <dgm:dir/>
          <dgm:resizeHandles val="exact"/>
        </dgm:presLayoutVars>
      </dgm:prSet>
      <dgm:spPr/>
      <dgm:t>
        <a:bodyPr/>
        <a:lstStyle/>
        <a:p>
          <a:endParaRPr lang="es-PE"/>
        </a:p>
      </dgm:t>
    </dgm:pt>
    <dgm:pt modelId="{EBC97F8E-B6DB-4995-8053-A7C47109201A}" type="pres">
      <dgm:prSet presAssocID="{27DCC60B-1756-4463-80AB-B2D81BECDACD}" presName="node" presStyleLbl="node1" presStyleIdx="0" presStyleCnt="5">
        <dgm:presLayoutVars>
          <dgm:bulletEnabled val="1"/>
        </dgm:presLayoutVars>
      </dgm:prSet>
      <dgm:spPr/>
      <dgm:t>
        <a:bodyPr/>
        <a:lstStyle/>
        <a:p>
          <a:endParaRPr lang="es-PE"/>
        </a:p>
      </dgm:t>
    </dgm:pt>
    <dgm:pt modelId="{219CCD31-E6CA-4B31-9D76-C7CA3DCBD356}" type="pres">
      <dgm:prSet presAssocID="{27DCC60B-1756-4463-80AB-B2D81BECDACD}" presName="spNode" presStyleCnt="0"/>
      <dgm:spPr/>
    </dgm:pt>
    <dgm:pt modelId="{43984210-A414-49B5-93FA-4F513F952737}" type="pres">
      <dgm:prSet presAssocID="{F371B4D0-5492-45B9-A8E0-8F87BAF9F003}" presName="sibTrans" presStyleLbl="sibTrans1D1" presStyleIdx="0" presStyleCnt="5"/>
      <dgm:spPr/>
      <dgm:t>
        <a:bodyPr/>
        <a:lstStyle/>
        <a:p>
          <a:endParaRPr lang="es-PE"/>
        </a:p>
      </dgm:t>
    </dgm:pt>
    <dgm:pt modelId="{17358A65-F720-4EBA-9777-E5B6741DEA34}" type="pres">
      <dgm:prSet presAssocID="{5791EEF2-AED5-4D14-91DE-9C5BA25FBF2F}" presName="node" presStyleLbl="node1" presStyleIdx="1" presStyleCnt="5">
        <dgm:presLayoutVars>
          <dgm:bulletEnabled val="1"/>
        </dgm:presLayoutVars>
      </dgm:prSet>
      <dgm:spPr/>
      <dgm:t>
        <a:bodyPr/>
        <a:lstStyle/>
        <a:p>
          <a:endParaRPr lang="es-PE"/>
        </a:p>
      </dgm:t>
    </dgm:pt>
    <dgm:pt modelId="{95E43AFA-3751-4357-A7FC-E79BAEA0064E}" type="pres">
      <dgm:prSet presAssocID="{5791EEF2-AED5-4D14-91DE-9C5BA25FBF2F}" presName="spNode" presStyleCnt="0"/>
      <dgm:spPr/>
    </dgm:pt>
    <dgm:pt modelId="{BD52687F-6530-4FD8-9E0E-98A2C70A635B}" type="pres">
      <dgm:prSet presAssocID="{39816B70-E47C-4AF3-8C26-3AD79FE305D1}" presName="sibTrans" presStyleLbl="sibTrans1D1" presStyleIdx="1" presStyleCnt="5"/>
      <dgm:spPr/>
      <dgm:t>
        <a:bodyPr/>
        <a:lstStyle/>
        <a:p>
          <a:endParaRPr lang="es-PE"/>
        </a:p>
      </dgm:t>
    </dgm:pt>
    <dgm:pt modelId="{B2D19423-8CDE-4C01-B7D7-F363F1014C60}" type="pres">
      <dgm:prSet presAssocID="{85C70A31-3B63-4106-B2AA-8BBD4BF8B1C7}" presName="node" presStyleLbl="node1" presStyleIdx="2" presStyleCnt="5">
        <dgm:presLayoutVars>
          <dgm:bulletEnabled val="1"/>
        </dgm:presLayoutVars>
      </dgm:prSet>
      <dgm:spPr/>
      <dgm:t>
        <a:bodyPr/>
        <a:lstStyle/>
        <a:p>
          <a:endParaRPr lang="es-PE"/>
        </a:p>
      </dgm:t>
    </dgm:pt>
    <dgm:pt modelId="{4EE0865B-9F59-4E6A-A0DE-8EFCAF191E45}" type="pres">
      <dgm:prSet presAssocID="{85C70A31-3B63-4106-B2AA-8BBD4BF8B1C7}" presName="spNode" presStyleCnt="0"/>
      <dgm:spPr/>
    </dgm:pt>
    <dgm:pt modelId="{15A9826F-7DB4-4B3F-ABAE-A6E77C5038C1}" type="pres">
      <dgm:prSet presAssocID="{A9E485BF-4592-4CD6-94DB-A5FD809BF6CB}" presName="sibTrans" presStyleLbl="sibTrans1D1" presStyleIdx="2" presStyleCnt="5"/>
      <dgm:spPr/>
      <dgm:t>
        <a:bodyPr/>
        <a:lstStyle/>
        <a:p>
          <a:endParaRPr lang="es-PE"/>
        </a:p>
      </dgm:t>
    </dgm:pt>
    <dgm:pt modelId="{912816D7-D041-4421-A416-56AED6090B01}" type="pres">
      <dgm:prSet presAssocID="{C775DD4D-908A-407D-8C2E-ABDB961DCC8C}" presName="node" presStyleLbl="node1" presStyleIdx="3" presStyleCnt="5">
        <dgm:presLayoutVars>
          <dgm:bulletEnabled val="1"/>
        </dgm:presLayoutVars>
      </dgm:prSet>
      <dgm:spPr/>
      <dgm:t>
        <a:bodyPr/>
        <a:lstStyle/>
        <a:p>
          <a:endParaRPr lang="es-PE"/>
        </a:p>
      </dgm:t>
    </dgm:pt>
    <dgm:pt modelId="{2F13709F-D401-4BB7-9207-74175B0E1320}" type="pres">
      <dgm:prSet presAssocID="{C775DD4D-908A-407D-8C2E-ABDB961DCC8C}" presName="spNode" presStyleCnt="0"/>
      <dgm:spPr/>
    </dgm:pt>
    <dgm:pt modelId="{77A39BCF-EE13-4917-9D31-1DC8AFB81141}" type="pres">
      <dgm:prSet presAssocID="{248426DA-7539-4500-B9FD-4EA8068B90EE}" presName="sibTrans" presStyleLbl="sibTrans1D1" presStyleIdx="3" presStyleCnt="5"/>
      <dgm:spPr/>
      <dgm:t>
        <a:bodyPr/>
        <a:lstStyle/>
        <a:p>
          <a:endParaRPr lang="es-PE"/>
        </a:p>
      </dgm:t>
    </dgm:pt>
    <dgm:pt modelId="{5A3E8C90-7D91-44CA-9DF1-08659A2C7014}" type="pres">
      <dgm:prSet presAssocID="{606DDC22-7566-4165-AC78-20C3FB49A669}" presName="node" presStyleLbl="node1" presStyleIdx="4" presStyleCnt="5">
        <dgm:presLayoutVars>
          <dgm:bulletEnabled val="1"/>
        </dgm:presLayoutVars>
      </dgm:prSet>
      <dgm:spPr/>
      <dgm:t>
        <a:bodyPr/>
        <a:lstStyle/>
        <a:p>
          <a:endParaRPr lang="es-PE"/>
        </a:p>
      </dgm:t>
    </dgm:pt>
    <dgm:pt modelId="{941D94FD-5C47-486F-8551-5D2C60314656}" type="pres">
      <dgm:prSet presAssocID="{606DDC22-7566-4165-AC78-20C3FB49A669}" presName="spNode" presStyleCnt="0"/>
      <dgm:spPr/>
    </dgm:pt>
    <dgm:pt modelId="{FF7EAE07-B35F-46B8-9178-E33D7435E283}" type="pres">
      <dgm:prSet presAssocID="{5F5AA660-B963-4E1B-84B4-8BCE1A28AEE3}" presName="sibTrans" presStyleLbl="sibTrans1D1" presStyleIdx="4" presStyleCnt="5"/>
      <dgm:spPr/>
      <dgm:t>
        <a:bodyPr/>
        <a:lstStyle/>
        <a:p>
          <a:endParaRPr lang="es-PE"/>
        </a:p>
      </dgm:t>
    </dgm:pt>
  </dgm:ptLst>
  <dgm:cxnLst>
    <dgm:cxn modelId="{EAC5C8D4-A975-134A-BE5D-319EE80F385F}" type="presOf" srcId="{7B5DAF7F-D3D8-4DC9-AA41-8292FAB36EAD}" destId="{917E02AA-3F52-4DDF-86F2-44EE1881836F}" srcOrd="0" destOrd="0" presId="urn:microsoft.com/office/officeart/2005/8/layout/cycle5"/>
    <dgm:cxn modelId="{F45515A8-173A-4270-ACBA-87941D6C8C19}" srcId="{7B5DAF7F-D3D8-4DC9-AA41-8292FAB36EAD}" destId="{85C70A31-3B63-4106-B2AA-8BBD4BF8B1C7}" srcOrd="2" destOrd="0" parTransId="{6E219B56-1189-4BE0-AD5E-F7FFF4A1D41F}" sibTransId="{A9E485BF-4592-4CD6-94DB-A5FD809BF6CB}"/>
    <dgm:cxn modelId="{9D76C902-9467-47D3-A8FF-52471CE35E3E}" srcId="{7B5DAF7F-D3D8-4DC9-AA41-8292FAB36EAD}" destId="{C775DD4D-908A-407D-8C2E-ABDB961DCC8C}" srcOrd="3" destOrd="0" parTransId="{91F403D0-85B5-4424-8B25-D2B56F5E2BB8}" sibTransId="{248426DA-7539-4500-B9FD-4EA8068B90EE}"/>
    <dgm:cxn modelId="{BB23137D-1D88-A448-956E-E9940B2ED27A}" type="presOf" srcId="{248426DA-7539-4500-B9FD-4EA8068B90EE}" destId="{77A39BCF-EE13-4917-9D31-1DC8AFB81141}" srcOrd="0" destOrd="0" presId="urn:microsoft.com/office/officeart/2005/8/layout/cycle5"/>
    <dgm:cxn modelId="{3B9626B8-C3C0-CC49-A882-AE08C91D9DAF}" type="presOf" srcId="{27DCC60B-1756-4463-80AB-B2D81BECDACD}" destId="{EBC97F8E-B6DB-4995-8053-A7C47109201A}" srcOrd="0" destOrd="0" presId="urn:microsoft.com/office/officeart/2005/8/layout/cycle5"/>
    <dgm:cxn modelId="{E81F643D-6886-834B-A2E8-4D480E40DA45}" type="presOf" srcId="{606DDC22-7566-4165-AC78-20C3FB49A669}" destId="{5A3E8C90-7D91-44CA-9DF1-08659A2C7014}" srcOrd="0" destOrd="0" presId="urn:microsoft.com/office/officeart/2005/8/layout/cycle5"/>
    <dgm:cxn modelId="{6927120B-1510-4295-B10D-2C0393E28C5D}" srcId="{7B5DAF7F-D3D8-4DC9-AA41-8292FAB36EAD}" destId="{27DCC60B-1756-4463-80AB-B2D81BECDACD}" srcOrd="0" destOrd="0" parTransId="{E15D1B0B-723E-43CA-9652-71DD48D26A6D}" sibTransId="{F371B4D0-5492-45B9-A8E0-8F87BAF9F003}"/>
    <dgm:cxn modelId="{D203F64D-0C8D-E743-9AD2-FF7BF2DAB556}" type="presOf" srcId="{5F5AA660-B963-4E1B-84B4-8BCE1A28AEE3}" destId="{FF7EAE07-B35F-46B8-9178-E33D7435E283}" srcOrd="0" destOrd="0" presId="urn:microsoft.com/office/officeart/2005/8/layout/cycle5"/>
    <dgm:cxn modelId="{C5905800-E16D-4F94-A9F4-91BC019BBBD1}" srcId="{7B5DAF7F-D3D8-4DC9-AA41-8292FAB36EAD}" destId="{5791EEF2-AED5-4D14-91DE-9C5BA25FBF2F}" srcOrd="1" destOrd="0" parTransId="{62ADAC28-992E-442C-A58A-0C44D570CB95}" sibTransId="{39816B70-E47C-4AF3-8C26-3AD79FE305D1}"/>
    <dgm:cxn modelId="{88B5282B-8C16-0446-B413-7B1CA7C8CE48}" type="presOf" srcId="{5791EEF2-AED5-4D14-91DE-9C5BA25FBF2F}" destId="{17358A65-F720-4EBA-9777-E5B6741DEA34}" srcOrd="0" destOrd="0" presId="urn:microsoft.com/office/officeart/2005/8/layout/cycle5"/>
    <dgm:cxn modelId="{AF71929E-BB90-B141-B525-0AC03C622CC1}" type="presOf" srcId="{39816B70-E47C-4AF3-8C26-3AD79FE305D1}" destId="{BD52687F-6530-4FD8-9E0E-98A2C70A635B}" srcOrd="0" destOrd="0" presId="urn:microsoft.com/office/officeart/2005/8/layout/cycle5"/>
    <dgm:cxn modelId="{88A92D42-A77A-4BB3-A59C-E590A99C4E97}" srcId="{7B5DAF7F-D3D8-4DC9-AA41-8292FAB36EAD}" destId="{606DDC22-7566-4165-AC78-20C3FB49A669}" srcOrd="4" destOrd="0" parTransId="{051647F2-97A3-4883-B3D2-FD6E8796C979}" sibTransId="{5F5AA660-B963-4E1B-84B4-8BCE1A28AEE3}"/>
    <dgm:cxn modelId="{6C0AA26E-8CC8-204F-9E25-3888B94DAEAE}" type="presOf" srcId="{C775DD4D-908A-407D-8C2E-ABDB961DCC8C}" destId="{912816D7-D041-4421-A416-56AED6090B01}" srcOrd="0" destOrd="0" presId="urn:microsoft.com/office/officeart/2005/8/layout/cycle5"/>
    <dgm:cxn modelId="{5DD22C73-F20B-544F-A19B-0AB3E2D9300A}" type="presOf" srcId="{85C70A31-3B63-4106-B2AA-8BBD4BF8B1C7}" destId="{B2D19423-8CDE-4C01-B7D7-F363F1014C60}" srcOrd="0" destOrd="0" presId="urn:microsoft.com/office/officeart/2005/8/layout/cycle5"/>
    <dgm:cxn modelId="{663760E4-C719-BD41-B0CD-1732EFD680A3}" type="presOf" srcId="{F371B4D0-5492-45B9-A8E0-8F87BAF9F003}" destId="{43984210-A414-49B5-93FA-4F513F952737}" srcOrd="0" destOrd="0" presId="urn:microsoft.com/office/officeart/2005/8/layout/cycle5"/>
    <dgm:cxn modelId="{5B85CA7E-AC4D-B949-9146-109BEC1FBCEF}" type="presOf" srcId="{A9E485BF-4592-4CD6-94DB-A5FD809BF6CB}" destId="{15A9826F-7DB4-4B3F-ABAE-A6E77C5038C1}" srcOrd="0" destOrd="0" presId="urn:microsoft.com/office/officeart/2005/8/layout/cycle5"/>
    <dgm:cxn modelId="{2855248E-FAC7-154E-B4B6-198E5A529577}" type="presParOf" srcId="{917E02AA-3F52-4DDF-86F2-44EE1881836F}" destId="{EBC97F8E-B6DB-4995-8053-A7C47109201A}" srcOrd="0" destOrd="0" presId="urn:microsoft.com/office/officeart/2005/8/layout/cycle5"/>
    <dgm:cxn modelId="{5E92D376-2CD9-114B-A2A6-1E6FB94695C6}" type="presParOf" srcId="{917E02AA-3F52-4DDF-86F2-44EE1881836F}" destId="{219CCD31-E6CA-4B31-9D76-C7CA3DCBD356}" srcOrd="1" destOrd="0" presId="urn:microsoft.com/office/officeart/2005/8/layout/cycle5"/>
    <dgm:cxn modelId="{490962E5-6133-014F-955C-3D4F1DF73508}" type="presParOf" srcId="{917E02AA-3F52-4DDF-86F2-44EE1881836F}" destId="{43984210-A414-49B5-93FA-4F513F952737}" srcOrd="2" destOrd="0" presId="urn:microsoft.com/office/officeart/2005/8/layout/cycle5"/>
    <dgm:cxn modelId="{14F03E7D-14CE-754A-8778-E16D2E39AF92}" type="presParOf" srcId="{917E02AA-3F52-4DDF-86F2-44EE1881836F}" destId="{17358A65-F720-4EBA-9777-E5B6741DEA34}" srcOrd="3" destOrd="0" presId="urn:microsoft.com/office/officeart/2005/8/layout/cycle5"/>
    <dgm:cxn modelId="{F56C9FF4-A3E9-8540-B0AC-8DF3ED9CAB08}" type="presParOf" srcId="{917E02AA-3F52-4DDF-86F2-44EE1881836F}" destId="{95E43AFA-3751-4357-A7FC-E79BAEA0064E}" srcOrd="4" destOrd="0" presId="urn:microsoft.com/office/officeart/2005/8/layout/cycle5"/>
    <dgm:cxn modelId="{9B70CFA4-5830-6947-9259-2B43B4F94728}" type="presParOf" srcId="{917E02AA-3F52-4DDF-86F2-44EE1881836F}" destId="{BD52687F-6530-4FD8-9E0E-98A2C70A635B}" srcOrd="5" destOrd="0" presId="urn:microsoft.com/office/officeart/2005/8/layout/cycle5"/>
    <dgm:cxn modelId="{6DE339FB-311D-B84B-9376-0E8DAD9434A9}" type="presParOf" srcId="{917E02AA-3F52-4DDF-86F2-44EE1881836F}" destId="{B2D19423-8CDE-4C01-B7D7-F363F1014C60}" srcOrd="6" destOrd="0" presId="urn:microsoft.com/office/officeart/2005/8/layout/cycle5"/>
    <dgm:cxn modelId="{B7FFE55D-635C-3E45-B596-F6F7F83C0878}" type="presParOf" srcId="{917E02AA-3F52-4DDF-86F2-44EE1881836F}" destId="{4EE0865B-9F59-4E6A-A0DE-8EFCAF191E45}" srcOrd="7" destOrd="0" presId="urn:microsoft.com/office/officeart/2005/8/layout/cycle5"/>
    <dgm:cxn modelId="{22BED4D1-0F12-CF45-857F-C0B83D16FE1E}" type="presParOf" srcId="{917E02AA-3F52-4DDF-86F2-44EE1881836F}" destId="{15A9826F-7DB4-4B3F-ABAE-A6E77C5038C1}" srcOrd="8" destOrd="0" presId="urn:microsoft.com/office/officeart/2005/8/layout/cycle5"/>
    <dgm:cxn modelId="{C7353377-D7D3-0E43-993D-BA1F771DA79C}" type="presParOf" srcId="{917E02AA-3F52-4DDF-86F2-44EE1881836F}" destId="{912816D7-D041-4421-A416-56AED6090B01}" srcOrd="9" destOrd="0" presId="urn:microsoft.com/office/officeart/2005/8/layout/cycle5"/>
    <dgm:cxn modelId="{7D6EA384-3027-2B42-8C17-CCBDE0FADF91}" type="presParOf" srcId="{917E02AA-3F52-4DDF-86F2-44EE1881836F}" destId="{2F13709F-D401-4BB7-9207-74175B0E1320}" srcOrd="10" destOrd="0" presId="urn:microsoft.com/office/officeart/2005/8/layout/cycle5"/>
    <dgm:cxn modelId="{C3818966-54AC-6140-8FE1-02367111DA53}" type="presParOf" srcId="{917E02AA-3F52-4DDF-86F2-44EE1881836F}" destId="{77A39BCF-EE13-4917-9D31-1DC8AFB81141}" srcOrd="11" destOrd="0" presId="urn:microsoft.com/office/officeart/2005/8/layout/cycle5"/>
    <dgm:cxn modelId="{1FE5BABF-35EA-C049-B779-9F026D9F92CE}" type="presParOf" srcId="{917E02AA-3F52-4DDF-86F2-44EE1881836F}" destId="{5A3E8C90-7D91-44CA-9DF1-08659A2C7014}" srcOrd="12" destOrd="0" presId="urn:microsoft.com/office/officeart/2005/8/layout/cycle5"/>
    <dgm:cxn modelId="{46E50C02-01F5-2444-AFDF-BB31567461FD}" type="presParOf" srcId="{917E02AA-3F52-4DDF-86F2-44EE1881836F}" destId="{941D94FD-5C47-486F-8551-5D2C60314656}" srcOrd="13" destOrd="0" presId="urn:microsoft.com/office/officeart/2005/8/layout/cycle5"/>
    <dgm:cxn modelId="{585CCAA7-E7CB-9E43-A701-32AF06989E6B}" type="presParOf" srcId="{917E02AA-3F52-4DDF-86F2-44EE1881836F}" destId="{FF7EAE07-B35F-46B8-9178-E33D7435E283}" srcOrd="14"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C97F8E-B6DB-4995-8053-A7C47109201A}">
      <dsp:nvSpPr>
        <dsp:cNvPr id="0" name=""/>
        <dsp:cNvSpPr/>
      </dsp:nvSpPr>
      <dsp:spPr>
        <a:xfrm>
          <a:off x="2709607" y="2011"/>
          <a:ext cx="1368890" cy="889778"/>
        </a:xfrm>
        <a:prstGeom prst="roundRect">
          <a:avLst/>
        </a:prstGeom>
        <a:solidFill>
          <a:srgbClr val="2EB1B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Necesidad</a:t>
          </a:r>
          <a:endParaRPr lang="es-PE" sz="1600" kern="1200" dirty="0"/>
        </a:p>
      </dsp:txBody>
      <dsp:txXfrm>
        <a:off x="2753042" y="45446"/>
        <a:ext cx="1282020" cy="802908"/>
      </dsp:txXfrm>
    </dsp:sp>
    <dsp:sp modelId="{43984210-A414-49B5-93FA-4F513F952737}">
      <dsp:nvSpPr>
        <dsp:cNvPr id="0" name=""/>
        <dsp:cNvSpPr/>
      </dsp:nvSpPr>
      <dsp:spPr>
        <a:xfrm>
          <a:off x="1615362" y="446900"/>
          <a:ext cx="3557381" cy="3557381"/>
        </a:xfrm>
        <a:custGeom>
          <a:avLst/>
          <a:gdLst/>
          <a:ahLst/>
          <a:cxnLst/>
          <a:rect l="0" t="0" r="0" b="0"/>
          <a:pathLst>
            <a:path>
              <a:moveTo>
                <a:pt x="2646767" y="226214"/>
              </a:moveTo>
              <a:arcTo wR="1778690" hR="1778690" stAng="17952720" swAng="1212674"/>
            </a:path>
          </a:pathLst>
        </a:custGeom>
        <a:noFill/>
        <a:ln w="28575" cap="flat" cmpd="sng" algn="ctr">
          <a:solidFill>
            <a:srgbClr val="2EB1B5"/>
          </a:solidFill>
          <a:prstDash val="solid"/>
          <a:tailEnd type="arrow"/>
        </a:ln>
        <a:effectLst/>
      </dsp:spPr>
      <dsp:style>
        <a:lnRef idx="1">
          <a:scrgbClr r="0" g="0" b="0"/>
        </a:lnRef>
        <a:fillRef idx="0">
          <a:scrgbClr r="0" g="0" b="0"/>
        </a:fillRef>
        <a:effectRef idx="0">
          <a:scrgbClr r="0" g="0" b="0"/>
        </a:effectRef>
        <a:fontRef idx="minor"/>
      </dsp:style>
    </dsp:sp>
    <dsp:sp modelId="{17358A65-F720-4EBA-9777-E5B6741DEA34}">
      <dsp:nvSpPr>
        <dsp:cNvPr id="0" name=""/>
        <dsp:cNvSpPr/>
      </dsp:nvSpPr>
      <dsp:spPr>
        <a:xfrm>
          <a:off x="4401243" y="1231056"/>
          <a:ext cx="1368890" cy="889778"/>
        </a:xfrm>
        <a:prstGeom prst="roundRect">
          <a:avLst/>
        </a:prstGeom>
        <a:solidFill>
          <a:srgbClr val="68529F"/>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Diseño de la solución</a:t>
          </a:r>
          <a:endParaRPr lang="es-PE" sz="1600" kern="1200" dirty="0"/>
        </a:p>
      </dsp:txBody>
      <dsp:txXfrm>
        <a:off x="4444678" y="1274491"/>
        <a:ext cx="1282020" cy="802908"/>
      </dsp:txXfrm>
    </dsp:sp>
    <dsp:sp modelId="{BD52687F-6530-4FD8-9E0E-98A2C70A635B}">
      <dsp:nvSpPr>
        <dsp:cNvPr id="0" name=""/>
        <dsp:cNvSpPr/>
      </dsp:nvSpPr>
      <dsp:spPr>
        <a:xfrm>
          <a:off x="1615362" y="446900"/>
          <a:ext cx="3557381" cy="3557381"/>
        </a:xfrm>
        <a:custGeom>
          <a:avLst/>
          <a:gdLst/>
          <a:ahLst/>
          <a:cxnLst/>
          <a:rect l="0" t="0" r="0" b="0"/>
          <a:pathLst>
            <a:path>
              <a:moveTo>
                <a:pt x="3553128" y="1901624"/>
              </a:moveTo>
              <a:arcTo wR="1778690" hR="1778690" stAng="21837788" swAng="1360605"/>
            </a:path>
          </a:pathLst>
        </a:custGeom>
        <a:noFill/>
        <a:ln w="28575" cap="flat" cmpd="sng" algn="ctr">
          <a:solidFill>
            <a:srgbClr val="68529F"/>
          </a:solidFill>
          <a:prstDash val="solid"/>
          <a:tailEnd type="arrow"/>
        </a:ln>
        <a:effectLst/>
      </dsp:spPr>
      <dsp:style>
        <a:lnRef idx="1">
          <a:scrgbClr r="0" g="0" b="0"/>
        </a:lnRef>
        <a:fillRef idx="0">
          <a:scrgbClr r="0" g="0" b="0"/>
        </a:fillRef>
        <a:effectRef idx="0">
          <a:scrgbClr r="0" g="0" b="0"/>
        </a:effectRef>
        <a:fontRef idx="minor"/>
      </dsp:style>
    </dsp:sp>
    <dsp:sp modelId="{B2D19423-8CDE-4C01-B7D7-F363F1014C60}">
      <dsp:nvSpPr>
        <dsp:cNvPr id="0" name=""/>
        <dsp:cNvSpPr/>
      </dsp:nvSpPr>
      <dsp:spPr>
        <a:xfrm>
          <a:off x="3755096" y="3219693"/>
          <a:ext cx="1368890" cy="889778"/>
        </a:xfrm>
        <a:prstGeom prst="roundRect">
          <a:avLst/>
        </a:prstGeom>
        <a:solidFill>
          <a:srgbClr val="0197A7"/>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Desarrollo</a:t>
          </a:r>
          <a:endParaRPr lang="es-PE" sz="1600" kern="1200" dirty="0"/>
        </a:p>
      </dsp:txBody>
      <dsp:txXfrm>
        <a:off x="3798531" y="3263128"/>
        <a:ext cx="1282020" cy="802908"/>
      </dsp:txXfrm>
    </dsp:sp>
    <dsp:sp modelId="{15A9826F-7DB4-4B3F-ABAE-A6E77C5038C1}">
      <dsp:nvSpPr>
        <dsp:cNvPr id="0" name=""/>
        <dsp:cNvSpPr/>
      </dsp:nvSpPr>
      <dsp:spPr>
        <a:xfrm>
          <a:off x="1615362" y="446900"/>
          <a:ext cx="3557381" cy="3557381"/>
        </a:xfrm>
        <a:custGeom>
          <a:avLst/>
          <a:gdLst/>
          <a:ahLst/>
          <a:cxnLst/>
          <a:rect l="0" t="0" r="0" b="0"/>
          <a:pathLst>
            <a:path>
              <a:moveTo>
                <a:pt x="1997289" y="3543898"/>
              </a:moveTo>
              <a:arcTo wR="1778690" hR="1778690" stAng="4976436" swAng="847128"/>
            </a:path>
          </a:pathLst>
        </a:custGeom>
        <a:noFill/>
        <a:ln w="28575" cap="flat" cmpd="sng" algn="ctr">
          <a:solidFill>
            <a:srgbClr val="0197A7"/>
          </a:solidFill>
          <a:prstDash val="solid"/>
          <a:tailEnd type="arrow"/>
        </a:ln>
        <a:effectLst/>
      </dsp:spPr>
      <dsp:style>
        <a:lnRef idx="1">
          <a:scrgbClr r="0" g="0" b="0"/>
        </a:lnRef>
        <a:fillRef idx="0">
          <a:scrgbClr r="0" g="0" b="0"/>
        </a:fillRef>
        <a:effectRef idx="0">
          <a:scrgbClr r="0" g="0" b="0"/>
        </a:effectRef>
        <a:fontRef idx="minor"/>
      </dsp:style>
    </dsp:sp>
    <dsp:sp modelId="{912816D7-D041-4421-A416-56AED6090B01}">
      <dsp:nvSpPr>
        <dsp:cNvPr id="0" name=""/>
        <dsp:cNvSpPr/>
      </dsp:nvSpPr>
      <dsp:spPr>
        <a:xfrm>
          <a:off x="1664119" y="3219693"/>
          <a:ext cx="1368890" cy="889778"/>
        </a:xfrm>
        <a:prstGeom prst="roundRect">
          <a:avLst/>
        </a:prstGeom>
        <a:solidFill>
          <a:srgbClr val="E5584B"/>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Pruebas</a:t>
          </a:r>
          <a:endParaRPr lang="es-PE" sz="1600" kern="1200" dirty="0"/>
        </a:p>
      </dsp:txBody>
      <dsp:txXfrm>
        <a:off x="1707554" y="3263128"/>
        <a:ext cx="1282020" cy="802908"/>
      </dsp:txXfrm>
    </dsp:sp>
    <dsp:sp modelId="{77A39BCF-EE13-4917-9D31-1DC8AFB81141}">
      <dsp:nvSpPr>
        <dsp:cNvPr id="0" name=""/>
        <dsp:cNvSpPr/>
      </dsp:nvSpPr>
      <dsp:spPr>
        <a:xfrm>
          <a:off x="1615362" y="446900"/>
          <a:ext cx="3557381" cy="3557381"/>
        </a:xfrm>
        <a:custGeom>
          <a:avLst/>
          <a:gdLst/>
          <a:ahLst/>
          <a:cxnLst/>
          <a:rect l="0" t="0" r="0" b="0"/>
          <a:pathLst>
            <a:path>
              <a:moveTo>
                <a:pt x="188821" y="2576222"/>
              </a:moveTo>
              <a:arcTo wR="1778690" hR="1778690" stAng="9201607" swAng="1360605"/>
            </a:path>
          </a:pathLst>
        </a:custGeom>
        <a:noFill/>
        <a:ln w="28575" cap="flat" cmpd="sng" algn="ctr">
          <a:solidFill>
            <a:srgbClr val="E5584B"/>
          </a:solidFill>
          <a:prstDash val="solid"/>
          <a:tailEnd type="arrow"/>
        </a:ln>
        <a:effectLst/>
      </dsp:spPr>
      <dsp:style>
        <a:lnRef idx="1">
          <a:scrgbClr r="0" g="0" b="0"/>
        </a:lnRef>
        <a:fillRef idx="0">
          <a:scrgbClr r="0" g="0" b="0"/>
        </a:fillRef>
        <a:effectRef idx="0">
          <a:scrgbClr r="0" g="0" b="0"/>
        </a:effectRef>
        <a:fontRef idx="minor"/>
      </dsp:style>
    </dsp:sp>
    <dsp:sp modelId="{5A3E8C90-7D91-44CA-9DF1-08659A2C7014}">
      <dsp:nvSpPr>
        <dsp:cNvPr id="0" name=""/>
        <dsp:cNvSpPr/>
      </dsp:nvSpPr>
      <dsp:spPr>
        <a:xfrm>
          <a:off x="1017972" y="1231056"/>
          <a:ext cx="1368890" cy="889778"/>
        </a:xfrm>
        <a:prstGeom prst="roundRect">
          <a:avLst/>
        </a:prstGeom>
        <a:solidFill>
          <a:srgbClr val="DFA63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Entrega</a:t>
          </a:r>
          <a:endParaRPr lang="es-PE" sz="1600" kern="1200" dirty="0"/>
        </a:p>
      </dsp:txBody>
      <dsp:txXfrm>
        <a:off x="1061407" y="1274491"/>
        <a:ext cx="1282020" cy="802908"/>
      </dsp:txXfrm>
    </dsp:sp>
    <dsp:sp modelId="{FF7EAE07-B35F-46B8-9178-E33D7435E283}">
      <dsp:nvSpPr>
        <dsp:cNvPr id="0" name=""/>
        <dsp:cNvSpPr/>
      </dsp:nvSpPr>
      <dsp:spPr>
        <a:xfrm>
          <a:off x="1615362" y="446900"/>
          <a:ext cx="3557381" cy="3557381"/>
        </a:xfrm>
        <a:custGeom>
          <a:avLst/>
          <a:gdLst/>
          <a:ahLst/>
          <a:cxnLst/>
          <a:rect l="0" t="0" r="0" b="0"/>
          <a:pathLst>
            <a:path>
              <a:moveTo>
                <a:pt x="427712" y="621712"/>
              </a:moveTo>
              <a:arcTo wR="1778690" hR="1778690" stAng="13234606" swAng="1212674"/>
            </a:path>
          </a:pathLst>
        </a:custGeom>
        <a:noFill/>
        <a:ln w="28575" cap="flat" cmpd="sng" algn="ctr">
          <a:solidFill>
            <a:srgbClr val="DFA635"/>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77373B-7A8D-4433-8A8C-4992208C3102}">
      <dsp:nvSpPr>
        <dsp:cNvPr id="0" name=""/>
        <dsp:cNvSpPr/>
      </dsp:nvSpPr>
      <dsp:spPr>
        <a:xfrm>
          <a:off x="0" y="20022"/>
          <a:ext cx="5709228" cy="63648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Objetivo</a:t>
          </a:r>
          <a:endParaRPr lang="es-PE" sz="1600" kern="1200" dirty="0"/>
        </a:p>
      </dsp:txBody>
      <dsp:txXfrm>
        <a:off x="31070" y="51092"/>
        <a:ext cx="5647088" cy="574340"/>
      </dsp:txXfrm>
    </dsp:sp>
    <dsp:sp modelId="{9E77782E-9529-3343-AE79-FD27581CBB52}">
      <dsp:nvSpPr>
        <dsp:cNvPr id="0" name=""/>
        <dsp:cNvSpPr/>
      </dsp:nvSpPr>
      <dsp:spPr>
        <a:xfrm>
          <a:off x="0" y="754422"/>
          <a:ext cx="5709228" cy="63648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Análisis y especificación</a:t>
          </a:r>
          <a:endParaRPr lang="es-PE" sz="1600" kern="1200" dirty="0"/>
        </a:p>
      </dsp:txBody>
      <dsp:txXfrm>
        <a:off x="31070" y="785492"/>
        <a:ext cx="5647088" cy="574340"/>
      </dsp:txXfrm>
    </dsp:sp>
    <dsp:sp modelId="{DD5FDF62-7E18-E44A-BD84-ED3A450B5C6C}">
      <dsp:nvSpPr>
        <dsp:cNvPr id="0" name=""/>
        <dsp:cNvSpPr/>
      </dsp:nvSpPr>
      <dsp:spPr>
        <a:xfrm>
          <a:off x="0" y="1488822"/>
          <a:ext cx="5709228" cy="63648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Aplicación en redes públicas</a:t>
          </a:r>
          <a:endParaRPr lang="es-PE" sz="1600" kern="1200" dirty="0"/>
        </a:p>
      </dsp:txBody>
      <dsp:txXfrm>
        <a:off x="31070" y="1519892"/>
        <a:ext cx="5647088" cy="574340"/>
      </dsp:txXfrm>
    </dsp:sp>
    <dsp:sp modelId="{4E79245E-9996-CC44-BBF4-B9A805B27A5F}">
      <dsp:nvSpPr>
        <dsp:cNvPr id="0" name=""/>
        <dsp:cNvSpPr/>
      </dsp:nvSpPr>
      <dsp:spPr>
        <a:xfrm>
          <a:off x="0" y="2187671"/>
          <a:ext cx="5709228" cy="63648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Transacciones de servicios de aplicaciones</a:t>
          </a:r>
          <a:endParaRPr lang="es-PE" sz="1600" kern="1200" dirty="0"/>
        </a:p>
      </dsp:txBody>
      <dsp:txXfrm>
        <a:off x="31070" y="2218741"/>
        <a:ext cx="5647088" cy="5743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82D2A3-DD3F-472B-A711-54A5B5DE6035}">
      <dsp:nvSpPr>
        <dsp:cNvPr id="0" name=""/>
        <dsp:cNvSpPr/>
      </dsp:nvSpPr>
      <dsp:spPr>
        <a:xfrm>
          <a:off x="4103687" y="1293134"/>
          <a:ext cx="2324529" cy="403430"/>
        </a:xfrm>
        <a:custGeom>
          <a:avLst/>
          <a:gdLst/>
          <a:ahLst/>
          <a:cxnLst/>
          <a:rect l="0" t="0" r="0" b="0"/>
          <a:pathLst>
            <a:path>
              <a:moveTo>
                <a:pt x="0" y="0"/>
              </a:moveTo>
              <a:lnTo>
                <a:pt x="0" y="201715"/>
              </a:lnTo>
              <a:lnTo>
                <a:pt x="2324529" y="201715"/>
              </a:lnTo>
              <a:lnTo>
                <a:pt x="2324529" y="403430"/>
              </a:lnTo>
            </a:path>
          </a:pathLst>
        </a:custGeom>
        <a:noFill/>
        <a:ln w="25400"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C9822A5A-EB9C-44D9-B42D-C5E61E5F941B}">
      <dsp:nvSpPr>
        <dsp:cNvPr id="0" name=""/>
        <dsp:cNvSpPr/>
      </dsp:nvSpPr>
      <dsp:spPr>
        <a:xfrm>
          <a:off x="4057967" y="1293134"/>
          <a:ext cx="91440" cy="403430"/>
        </a:xfrm>
        <a:custGeom>
          <a:avLst/>
          <a:gdLst/>
          <a:ahLst/>
          <a:cxnLst/>
          <a:rect l="0" t="0" r="0" b="0"/>
          <a:pathLst>
            <a:path>
              <a:moveTo>
                <a:pt x="45720" y="0"/>
              </a:moveTo>
              <a:lnTo>
                <a:pt x="45720" y="403430"/>
              </a:lnTo>
            </a:path>
          </a:pathLst>
        </a:custGeom>
        <a:noFill/>
        <a:ln w="25400"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C4281DFD-D887-41DA-B6F2-3FBADBA6C710}">
      <dsp:nvSpPr>
        <dsp:cNvPr id="0" name=""/>
        <dsp:cNvSpPr/>
      </dsp:nvSpPr>
      <dsp:spPr>
        <a:xfrm>
          <a:off x="1779157" y="1293134"/>
          <a:ext cx="2324529" cy="403430"/>
        </a:xfrm>
        <a:custGeom>
          <a:avLst/>
          <a:gdLst/>
          <a:ahLst/>
          <a:cxnLst/>
          <a:rect l="0" t="0" r="0" b="0"/>
          <a:pathLst>
            <a:path>
              <a:moveTo>
                <a:pt x="2324529" y="0"/>
              </a:moveTo>
              <a:lnTo>
                <a:pt x="2324529" y="201715"/>
              </a:lnTo>
              <a:lnTo>
                <a:pt x="0" y="201715"/>
              </a:lnTo>
              <a:lnTo>
                <a:pt x="0" y="403430"/>
              </a:lnTo>
            </a:path>
          </a:pathLst>
        </a:custGeom>
        <a:noFill/>
        <a:ln w="28575"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126F27EB-EF2C-423D-B7FD-5E0219D7D588}">
      <dsp:nvSpPr>
        <dsp:cNvPr id="0" name=""/>
        <dsp:cNvSpPr/>
      </dsp:nvSpPr>
      <dsp:spPr>
        <a:xfrm>
          <a:off x="2910348" y="1493"/>
          <a:ext cx="2386677" cy="1291641"/>
        </a:xfrm>
        <a:prstGeom prst="rect">
          <a:avLst/>
        </a:prstGeom>
        <a:solidFill>
          <a:srgbClr val="68529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A.14.1 Requisitos de seguridad de los sistemas</a:t>
          </a:r>
          <a:br>
            <a:rPr lang="es-PE" sz="1600" kern="1200" dirty="0" smtClean="0"/>
          </a:br>
          <a:r>
            <a:rPr lang="es-PE" sz="1600" kern="1200" dirty="0" smtClean="0"/>
            <a:t>de información</a:t>
          </a:r>
          <a:endParaRPr lang="es-PE" sz="1600" kern="1200" dirty="0"/>
        </a:p>
      </dsp:txBody>
      <dsp:txXfrm>
        <a:off x="2910348" y="1493"/>
        <a:ext cx="2386677" cy="1291641"/>
      </dsp:txXfrm>
    </dsp:sp>
    <dsp:sp modelId="{FC92D772-C01B-4D45-837B-3353756937D4}">
      <dsp:nvSpPr>
        <dsp:cNvPr id="0" name=""/>
        <dsp:cNvSpPr/>
      </dsp:nvSpPr>
      <dsp:spPr>
        <a:xfrm>
          <a:off x="818608" y="1696565"/>
          <a:ext cx="1921098" cy="1425416"/>
        </a:xfrm>
        <a:prstGeom prst="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A.14.1.1 Análisis y especificaciones de</a:t>
          </a:r>
          <a:br>
            <a:rPr lang="es-PE" sz="1600" kern="1200" dirty="0" smtClean="0"/>
          </a:br>
          <a:r>
            <a:rPr lang="es-PE" sz="1600" kern="1200" dirty="0" smtClean="0"/>
            <a:t>los requisitos de seguridad</a:t>
          </a:r>
          <a:endParaRPr lang="es-PE" sz="1600" kern="1200" dirty="0"/>
        </a:p>
      </dsp:txBody>
      <dsp:txXfrm>
        <a:off x="818608" y="1696565"/>
        <a:ext cx="1921098" cy="1425416"/>
      </dsp:txXfrm>
    </dsp:sp>
    <dsp:sp modelId="{8188F989-E289-4CEB-A739-25BAB3A15BE2}">
      <dsp:nvSpPr>
        <dsp:cNvPr id="0" name=""/>
        <dsp:cNvSpPr/>
      </dsp:nvSpPr>
      <dsp:spPr>
        <a:xfrm>
          <a:off x="3143138" y="1696565"/>
          <a:ext cx="1921098" cy="1425416"/>
        </a:xfrm>
        <a:prstGeom prst="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A.14.1.2 Garantizar servicios de</a:t>
          </a:r>
          <a:br>
            <a:rPr lang="es-PE" sz="1600" kern="1200" dirty="0" smtClean="0"/>
          </a:br>
          <a:r>
            <a:rPr lang="es-PE" sz="1600" kern="1200" dirty="0" smtClean="0"/>
            <a:t>aplicación en</a:t>
          </a:r>
          <a:br>
            <a:rPr lang="es-PE" sz="1600" kern="1200" dirty="0" smtClean="0"/>
          </a:br>
          <a:r>
            <a:rPr lang="es-PE" sz="1600" kern="1200" dirty="0" smtClean="0"/>
            <a:t>redes públicas</a:t>
          </a:r>
          <a:endParaRPr lang="es-PE" sz="1600" kern="1200" dirty="0"/>
        </a:p>
      </dsp:txBody>
      <dsp:txXfrm>
        <a:off x="3143138" y="1696565"/>
        <a:ext cx="1921098" cy="1425416"/>
      </dsp:txXfrm>
    </dsp:sp>
    <dsp:sp modelId="{4B0BCC66-6B82-4BE7-A91E-5A6ECD4168A6}">
      <dsp:nvSpPr>
        <dsp:cNvPr id="0" name=""/>
        <dsp:cNvSpPr/>
      </dsp:nvSpPr>
      <dsp:spPr>
        <a:xfrm>
          <a:off x="5467667" y="1696565"/>
          <a:ext cx="1921098" cy="1425416"/>
        </a:xfrm>
        <a:prstGeom prst="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A.14.1.3  Proteger</a:t>
          </a:r>
          <a:br>
            <a:rPr lang="es-PE" sz="1600" kern="1200" dirty="0" smtClean="0"/>
          </a:br>
          <a:r>
            <a:rPr lang="es-PE" sz="1600" kern="1200" dirty="0" smtClean="0"/>
            <a:t>las transacciones</a:t>
          </a:r>
          <a:br>
            <a:rPr lang="es-PE" sz="1600" kern="1200" dirty="0" smtClean="0"/>
          </a:br>
          <a:r>
            <a:rPr lang="es-PE" sz="1600" kern="1200" dirty="0" smtClean="0"/>
            <a:t>de los servicios</a:t>
          </a:r>
          <a:br>
            <a:rPr lang="es-PE" sz="1600" kern="1200" dirty="0" smtClean="0"/>
          </a:br>
          <a:r>
            <a:rPr lang="es-PE" sz="1600" kern="1200" dirty="0" smtClean="0"/>
            <a:t>de aplicaciones</a:t>
          </a:r>
          <a:endParaRPr lang="es-PE" sz="1600" kern="1200" dirty="0"/>
        </a:p>
      </dsp:txBody>
      <dsp:txXfrm>
        <a:off x="5467667" y="1696565"/>
        <a:ext cx="1921098" cy="14254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C97F8E-B6DB-4995-8053-A7C47109201A}">
      <dsp:nvSpPr>
        <dsp:cNvPr id="0" name=""/>
        <dsp:cNvSpPr/>
      </dsp:nvSpPr>
      <dsp:spPr>
        <a:xfrm>
          <a:off x="2423596" y="1799"/>
          <a:ext cx="1224397" cy="795858"/>
        </a:xfrm>
        <a:prstGeom prst="roundRect">
          <a:avLst/>
        </a:prstGeom>
        <a:solidFill>
          <a:srgbClr val="2EB1B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Necesidad</a:t>
          </a:r>
          <a:endParaRPr lang="es-PE" sz="1600" kern="1200" dirty="0"/>
        </a:p>
      </dsp:txBody>
      <dsp:txXfrm>
        <a:off x="2462447" y="40650"/>
        <a:ext cx="1146695" cy="718156"/>
      </dsp:txXfrm>
    </dsp:sp>
    <dsp:sp modelId="{43984210-A414-49B5-93FA-4F513F952737}">
      <dsp:nvSpPr>
        <dsp:cNvPr id="0" name=""/>
        <dsp:cNvSpPr/>
      </dsp:nvSpPr>
      <dsp:spPr>
        <a:xfrm>
          <a:off x="1444853" y="399728"/>
          <a:ext cx="3181884" cy="3181884"/>
        </a:xfrm>
        <a:custGeom>
          <a:avLst/>
          <a:gdLst/>
          <a:ahLst/>
          <a:cxnLst/>
          <a:rect l="0" t="0" r="0" b="0"/>
          <a:pathLst>
            <a:path>
              <a:moveTo>
                <a:pt x="2367389" y="202336"/>
              </a:moveTo>
              <a:arcTo wR="1590942" hR="1590942" stAng="17952720" swAng="1212675"/>
            </a:path>
          </a:pathLst>
        </a:custGeom>
        <a:noFill/>
        <a:ln w="28575" cap="flat" cmpd="sng" algn="ctr">
          <a:solidFill>
            <a:srgbClr val="2EB1B5"/>
          </a:solidFill>
          <a:prstDash val="solid"/>
          <a:tailEnd type="arrow"/>
        </a:ln>
        <a:effectLst/>
      </dsp:spPr>
      <dsp:style>
        <a:lnRef idx="1">
          <a:scrgbClr r="0" g="0" b="0"/>
        </a:lnRef>
        <a:fillRef idx="0">
          <a:scrgbClr r="0" g="0" b="0"/>
        </a:fillRef>
        <a:effectRef idx="0">
          <a:scrgbClr r="0" g="0" b="0"/>
        </a:effectRef>
        <a:fontRef idx="minor"/>
      </dsp:style>
    </dsp:sp>
    <dsp:sp modelId="{17358A65-F720-4EBA-9777-E5B6741DEA34}">
      <dsp:nvSpPr>
        <dsp:cNvPr id="0" name=""/>
        <dsp:cNvSpPr/>
      </dsp:nvSpPr>
      <dsp:spPr>
        <a:xfrm>
          <a:off x="3936672" y="1101113"/>
          <a:ext cx="1224397" cy="795858"/>
        </a:xfrm>
        <a:prstGeom prst="roundRect">
          <a:avLst/>
        </a:prstGeom>
        <a:solidFill>
          <a:srgbClr val="DFA63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Diseño de la solución</a:t>
          </a:r>
          <a:endParaRPr lang="es-PE" sz="1600" kern="1200" dirty="0"/>
        </a:p>
      </dsp:txBody>
      <dsp:txXfrm>
        <a:off x="3975523" y="1139964"/>
        <a:ext cx="1146695" cy="718156"/>
      </dsp:txXfrm>
    </dsp:sp>
    <dsp:sp modelId="{BD52687F-6530-4FD8-9E0E-98A2C70A635B}">
      <dsp:nvSpPr>
        <dsp:cNvPr id="0" name=""/>
        <dsp:cNvSpPr/>
      </dsp:nvSpPr>
      <dsp:spPr>
        <a:xfrm>
          <a:off x="1444853" y="399728"/>
          <a:ext cx="3181884" cy="3181884"/>
        </a:xfrm>
        <a:custGeom>
          <a:avLst/>
          <a:gdLst/>
          <a:ahLst/>
          <a:cxnLst/>
          <a:rect l="0" t="0" r="0" b="0"/>
          <a:pathLst>
            <a:path>
              <a:moveTo>
                <a:pt x="3178080" y="1700899"/>
              </a:moveTo>
              <a:arcTo wR="1590942" hR="1590942" stAng="21837788" swAng="1360605"/>
            </a:path>
          </a:pathLst>
        </a:custGeom>
        <a:noFill/>
        <a:ln w="28575" cap="flat" cmpd="sng" algn="ctr">
          <a:solidFill>
            <a:srgbClr val="DFA635"/>
          </a:solidFill>
          <a:prstDash val="solid"/>
          <a:tailEnd type="arrow"/>
        </a:ln>
        <a:effectLst/>
      </dsp:spPr>
      <dsp:style>
        <a:lnRef idx="1">
          <a:scrgbClr r="0" g="0" b="0"/>
        </a:lnRef>
        <a:fillRef idx="0">
          <a:scrgbClr r="0" g="0" b="0"/>
        </a:fillRef>
        <a:effectRef idx="0">
          <a:scrgbClr r="0" g="0" b="0"/>
        </a:effectRef>
        <a:fontRef idx="minor"/>
      </dsp:style>
    </dsp:sp>
    <dsp:sp modelId="{B2D19423-8CDE-4C01-B7D7-F363F1014C60}">
      <dsp:nvSpPr>
        <dsp:cNvPr id="0" name=""/>
        <dsp:cNvSpPr/>
      </dsp:nvSpPr>
      <dsp:spPr>
        <a:xfrm>
          <a:off x="3358728" y="2879840"/>
          <a:ext cx="1224397" cy="795858"/>
        </a:xfrm>
        <a:prstGeom prst="roundRect">
          <a:avLst/>
        </a:prstGeom>
        <a:solidFill>
          <a:srgbClr val="E5584B"/>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Desarrollo</a:t>
          </a:r>
          <a:endParaRPr lang="es-PE" sz="1600" kern="1200" dirty="0"/>
        </a:p>
      </dsp:txBody>
      <dsp:txXfrm>
        <a:off x="3397579" y="2918691"/>
        <a:ext cx="1146695" cy="718156"/>
      </dsp:txXfrm>
    </dsp:sp>
    <dsp:sp modelId="{15A9826F-7DB4-4B3F-ABAE-A6E77C5038C1}">
      <dsp:nvSpPr>
        <dsp:cNvPr id="0" name=""/>
        <dsp:cNvSpPr/>
      </dsp:nvSpPr>
      <dsp:spPr>
        <a:xfrm>
          <a:off x="1444853" y="399728"/>
          <a:ext cx="3181884" cy="3181884"/>
        </a:xfrm>
        <a:custGeom>
          <a:avLst/>
          <a:gdLst/>
          <a:ahLst/>
          <a:cxnLst/>
          <a:rect l="0" t="0" r="0" b="0"/>
          <a:pathLst>
            <a:path>
              <a:moveTo>
                <a:pt x="1786466" y="3169824"/>
              </a:moveTo>
              <a:arcTo wR="1590942" hR="1590942" stAng="4976436" swAng="847129"/>
            </a:path>
          </a:pathLst>
        </a:custGeom>
        <a:noFill/>
        <a:ln w="28575" cap="flat" cmpd="sng" algn="ctr">
          <a:solidFill>
            <a:srgbClr val="E5584B"/>
          </a:solidFill>
          <a:prstDash val="solid"/>
          <a:tailEnd type="arrow"/>
        </a:ln>
        <a:effectLst/>
      </dsp:spPr>
      <dsp:style>
        <a:lnRef idx="1">
          <a:scrgbClr r="0" g="0" b="0"/>
        </a:lnRef>
        <a:fillRef idx="0">
          <a:scrgbClr r="0" g="0" b="0"/>
        </a:fillRef>
        <a:effectRef idx="0">
          <a:scrgbClr r="0" g="0" b="0"/>
        </a:effectRef>
        <a:fontRef idx="minor"/>
      </dsp:style>
    </dsp:sp>
    <dsp:sp modelId="{912816D7-D041-4421-A416-56AED6090B01}">
      <dsp:nvSpPr>
        <dsp:cNvPr id="0" name=""/>
        <dsp:cNvSpPr/>
      </dsp:nvSpPr>
      <dsp:spPr>
        <a:xfrm>
          <a:off x="1488464" y="2879840"/>
          <a:ext cx="1224397" cy="795858"/>
        </a:xfrm>
        <a:prstGeom prst="roundRect">
          <a:avLst/>
        </a:prstGeom>
        <a:solidFill>
          <a:srgbClr val="99C65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Pruebas</a:t>
          </a:r>
          <a:endParaRPr lang="es-PE" sz="1600" kern="1200" dirty="0"/>
        </a:p>
      </dsp:txBody>
      <dsp:txXfrm>
        <a:off x="1527315" y="2918691"/>
        <a:ext cx="1146695" cy="718156"/>
      </dsp:txXfrm>
    </dsp:sp>
    <dsp:sp modelId="{77A39BCF-EE13-4917-9D31-1DC8AFB81141}">
      <dsp:nvSpPr>
        <dsp:cNvPr id="0" name=""/>
        <dsp:cNvSpPr/>
      </dsp:nvSpPr>
      <dsp:spPr>
        <a:xfrm>
          <a:off x="1444853" y="399728"/>
          <a:ext cx="3181884" cy="3181884"/>
        </a:xfrm>
        <a:custGeom>
          <a:avLst/>
          <a:gdLst/>
          <a:ahLst/>
          <a:cxnLst/>
          <a:rect l="0" t="0" r="0" b="0"/>
          <a:pathLst>
            <a:path>
              <a:moveTo>
                <a:pt x="168890" y="2304291"/>
              </a:moveTo>
              <a:arcTo wR="1590942" hR="1590942" stAng="9201607" swAng="1360605"/>
            </a:path>
          </a:pathLst>
        </a:custGeom>
        <a:noFill/>
        <a:ln w="28575" cap="flat" cmpd="sng" algn="ctr">
          <a:solidFill>
            <a:srgbClr val="99C652"/>
          </a:solidFill>
          <a:prstDash val="solid"/>
          <a:tailEnd type="arrow"/>
        </a:ln>
        <a:effectLst/>
      </dsp:spPr>
      <dsp:style>
        <a:lnRef idx="1">
          <a:scrgbClr r="0" g="0" b="0"/>
        </a:lnRef>
        <a:fillRef idx="0">
          <a:scrgbClr r="0" g="0" b="0"/>
        </a:fillRef>
        <a:effectRef idx="0">
          <a:scrgbClr r="0" g="0" b="0"/>
        </a:effectRef>
        <a:fontRef idx="minor"/>
      </dsp:style>
    </dsp:sp>
    <dsp:sp modelId="{5A3E8C90-7D91-44CA-9DF1-08659A2C7014}">
      <dsp:nvSpPr>
        <dsp:cNvPr id="0" name=""/>
        <dsp:cNvSpPr/>
      </dsp:nvSpPr>
      <dsp:spPr>
        <a:xfrm>
          <a:off x="910520" y="1101113"/>
          <a:ext cx="1224397" cy="795858"/>
        </a:xfrm>
        <a:prstGeom prst="roundRect">
          <a:avLst/>
        </a:prstGeom>
        <a:solidFill>
          <a:srgbClr val="68529F"/>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Entrega</a:t>
          </a:r>
          <a:endParaRPr lang="es-PE" sz="1600" kern="1200" dirty="0"/>
        </a:p>
      </dsp:txBody>
      <dsp:txXfrm>
        <a:off x="949371" y="1139964"/>
        <a:ext cx="1146695" cy="718156"/>
      </dsp:txXfrm>
    </dsp:sp>
    <dsp:sp modelId="{FF7EAE07-B35F-46B8-9178-E33D7435E283}">
      <dsp:nvSpPr>
        <dsp:cNvPr id="0" name=""/>
        <dsp:cNvSpPr/>
      </dsp:nvSpPr>
      <dsp:spPr>
        <a:xfrm>
          <a:off x="1444853" y="399728"/>
          <a:ext cx="3181884" cy="3181884"/>
        </a:xfrm>
        <a:custGeom>
          <a:avLst/>
          <a:gdLst/>
          <a:ahLst/>
          <a:cxnLst/>
          <a:rect l="0" t="0" r="0" b="0"/>
          <a:pathLst>
            <a:path>
              <a:moveTo>
                <a:pt x="382565" y="556088"/>
              </a:moveTo>
              <a:arcTo wR="1590942" hR="1590942" stAng="13234606" swAng="1212675"/>
            </a:path>
          </a:pathLst>
        </a:custGeom>
        <a:noFill/>
        <a:ln w="28575" cap="flat" cmpd="sng" algn="ctr">
          <a:solidFill>
            <a:srgbClr val="68529F"/>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77373B-7A8D-4433-8A8C-4992208C3102}">
      <dsp:nvSpPr>
        <dsp:cNvPr id="0" name=""/>
        <dsp:cNvSpPr/>
      </dsp:nvSpPr>
      <dsp:spPr>
        <a:xfrm>
          <a:off x="0" y="767023"/>
          <a:ext cx="5709228" cy="620811"/>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s-PE" sz="1800" kern="1200" dirty="0" smtClean="0"/>
            <a:t>Objetivo</a:t>
          </a:r>
          <a:endParaRPr lang="es-PE" sz="1800" kern="1200" dirty="0"/>
        </a:p>
      </dsp:txBody>
      <dsp:txXfrm>
        <a:off x="30305" y="797328"/>
        <a:ext cx="5648618" cy="560201"/>
      </dsp:txXfrm>
    </dsp:sp>
    <dsp:sp modelId="{4CB044A9-18B4-B84F-9676-1FE2FF1B9CC7}">
      <dsp:nvSpPr>
        <dsp:cNvPr id="0" name=""/>
        <dsp:cNvSpPr/>
      </dsp:nvSpPr>
      <dsp:spPr>
        <a:xfrm>
          <a:off x="0" y="1575034"/>
          <a:ext cx="5709228" cy="537667"/>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s-PE" sz="1800" kern="1200" dirty="0" smtClean="0"/>
            <a:t>Protección de los datos de prueba</a:t>
          </a:r>
          <a:endParaRPr lang="es-PE" sz="1800" kern="1200" dirty="0"/>
        </a:p>
      </dsp:txBody>
      <dsp:txXfrm>
        <a:off x="26247" y="1601281"/>
        <a:ext cx="5656734" cy="48517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281DFD-D887-41DA-B6F2-3FBADBA6C710}">
      <dsp:nvSpPr>
        <dsp:cNvPr id="0" name=""/>
        <dsp:cNvSpPr/>
      </dsp:nvSpPr>
      <dsp:spPr>
        <a:xfrm>
          <a:off x="4057967" y="1293134"/>
          <a:ext cx="91440" cy="403430"/>
        </a:xfrm>
        <a:custGeom>
          <a:avLst/>
          <a:gdLst/>
          <a:ahLst/>
          <a:cxnLst/>
          <a:rect l="0" t="0" r="0" b="0"/>
          <a:pathLst>
            <a:path>
              <a:moveTo>
                <a:pt x="45720" y="0"/>
              </a:moveTo>
              <a:lnTo>
                <a:pt x="45720" y="403430"/>
              </a:lnTo>
            </a:path>
          </a:pathLst>
        </a:custGeom>
        <a:noFill/>
        <a:ln w="28575"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126F27EB-EF2C-423D-B7FD-5E0219D7D588}">
      <dsp:nvSpPr>
        <dsp:cNvPr id="0" name=""/>
        <dsp:cNvSpPr/>
      </dsp:nvSpPr>
      <dsp:spPr>
        <a:xfrm>
          <a:off x="2910348" y="1493"/>
          <a:ext cx="2386677" cy="1291641"/>
        </a:xfrm>
        <a:prstGeom prst="rect">
          <a:avLst/>
        </a:prstGeom>
        <a:solidFill>
          <a:srgbClr val="68529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s-PE" sz="1800" kern="1200" dirty="0" smtClean="0"/>
            <a:t>A.14.3 Datos</a:t>
          </a:r>
          <a:br>
            <a:rPr lang="es-PE" sz="1800" kern="1200" dirty="0" smtClean="0"/>
          </a:br>
          <a:r>
            <a:rPr lang="es-PE" sz="1800" kern="1200" dirty="0" smtClean="0"/>
            <a:t>de prueba</a:t>
          </a:r>
          <a:endParaRPr lang="es-PE" sz="1800" kern="1200" dirty="0"/>
        </a:p>
      </dsp:txBody>
      <dsp:txXfrm>
        <a:off x="2910348" y="1493"/>
        <a:ext cx="2386677" cy="1291641"/>
      </dsp:txXfrm>
    </dsp:sp>
    <dsp:sp modelId="{FC92D772-C01B-4D45-837B-3353756937D4}">
      <dsp:nvSpPr>
        <dsp:cNvPr id="0" name=""/>
        <dsp:cNvSpPr/>
      </dsp:nvSpPr>
      <dsp:spPr>
        <a:xfrm>
          <a:off x="3024904" y="1696565"/>
          <a:ext cx="2157566" cy="1425416"/>
        </a:xfrm>
        <a:prstGeom prst="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s-PE" sz="1800" kern="1200" dirty="0" smtClean="0"/>
            <a:t>A.14.3.1 Protección</a:t>
          </a:r>
          <a:br>
            <a:rPr lang="es-PE" sz="1800" kern="1200" dirty="0" smtClean="0"/>
          </a:br>
          <a:r>
            <a:rPr lang="es-PE" sz="1800" kern="1200" dirty="0" smtClean="0"/>
            <a:t>de los datos de</a:t>
          </a:r>
          <a:br>
            <a:rPr lang="es-PE" sz="1800" kern="1200" dirty="0" smtClean="0"/>
          </a:br>
          <a:r>
            <a:rPr lang="es-PE" sz="1800" kern="1200" dirty="0" smtClean="0"/>
            <a:t>prueba del sistema</a:t>
          </a:r>
          <a:endParaRPr lang="es-PE" sz="1800" kern="1200" dirty="0"/>
        </a:p>
      </dsp:txBody>
      <dsp:txXfrm>
        <a:off x="3024904" y="1696565"/>
        <a:ext cx="2157566" cy="142541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C97F8E-B6DB-4995-8053-A7C47109201A}">
      <dsp:nvSpPr>
        <dsp:cNvPr id="0" name=""/>
        <dsp:cNvSpPr/>
      </dsp:nvSpPr>
      <dsp:spPr>
        <a:xfrm>
          <a:off x="2709607" y="2011"/>
          <a:ext cx="1368890" cy="889778"/>
        </a:xfrm>
        <a:prstGeom prst="roundRect">
          <a:avLst/>
        </a:prstGeom>
        <a:solidFill>
          <a:srgbClr val="2EB1B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Necesidad</a:t>
          </a:r>
          <a:endParaRPr lang="es-PE" sz="1600" kern="1200" dirty="0"/>
        </a:p>
      </dsp:txBody>
      <dsp:txXfrm>
        <a:off x="2753042" y="45446"/>
        <a:ext cx="1282020" cy="802908"/>
      </dsp:txXfrm>
    </dsp:sp>
    <dsp:sp modelId="{43984210-A414-49B5-93FA-4F513F952737}">
      <dsp:nvSpPr>
        <dsp:cNvPr id="0" name=""/>
        <dsp:cNvSpPr/>
      </dsp:nvSpPr>
      <dsp:spPr>
        <a:xfrm>
          <a:off x="1615362" y="446900"/>
          <a:ext cx="3557381" cy="3557381"/>
        </a:xfrm>
        <a:custGeom>
          <a:avLst/>
          <a:gdLst/>
          <a:ahLst/>
          <a:cxnLst/>
          <a:rect l="0" t="0" r="0" b="0"/>
          <a:pathLst>
            <a:path>
              <a:moveTo>
                <a:pt x="2646767" y="226214"/>
              </a:moveTo>
              <a:arcTo wR="1778690" hR="1778690" stAng="17952720" swAng="1212674"/>
            </a:path>
          </a:pathLst>
        </a:custGeom>
        <a:noFill/>
        <a:ln w="28575" cap="flat" cmpd="sng" algn="ctr">
          <a:solidFill>
            <a:srgbClr val="2EB1B5"/>
          </a:solidFill>
          <a:prstDash val="solid"/>
          <a:tailEnd type="arrow"/>
        </a:ln>
        <a:effectLst/>
      </dsp:spPr>
      <dsp:style>
        <a:lnRef idx="1">
          <a:scrgbClr r="0" g="0" b="0"/>
        </a:lnRef>
        <a:fillRef idx="0">
          <a:scrgbClr r="0" g="0" b="0"/>
        </a:fillRef>
        <a:effectRef idx="0">
          <a:scrgbClr r="0" g="0" b="0"/>
        </a:effectRef>
        <a:fontRef idx="minor"/>
      </dsp:style>
    </dsp:sp>
    <dsp:sp modelId="{17358A65-F720-4EBA-9777-E5B6741DEA34}">
      <dsp:nvSpPr>
        <dsp:cNvPr id="0" name=""/>
        <dsp:cNvSpPr/>
      </dsp:nvSpPr>
      <dsp:spPr>
        <a:xfrm>
          <a:off x="4401243" y="1231056"/>
          <a:ext cx="1368890" cy="889778"/>
        </a:xfrm>
        <a:prstGeom prst="roundRect">
          <a:avLst/>
        </a:prstGeom>
        <a:solidFill>
          <a:srgbClr val="68529F"/>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Diseño de la solución</a:t>
          </a:r>
          <a:endParaRPr lang="es-PE" sz="1600" kern="1200" dirty="0"/>
        </a:p>
      </dsp:txBody>
      <dsp:txXfrm>
        <a:off x="4444678" y="1274491"/>
        <a:ext cx="1282020" cy="802908"/>
      </dsp:txXfrm>
    </dsp:sp>
    <dsp:sp modelId="{BD52687F-6530-4FD8-9E0E-98A2C70A635B}">
      <dsp:nvSpPr>
        <dsp:cNvPr id="0" name=""/>
        <dsp:cNvSpPr/>
      </dsp:nvSpPr>
      <dsp:spPr>
        <a:xfrm>
          <a:off x="1615362" y="446900"/>
          <a:ext cx="3557381" cy="3557381"/>
        </a:xfrm>
        <a:custGeom>
          <a:avLst/>
          <a:gdLst/>
          <a:ahLst/>
          <a:cxnLst/>
          <a:rect l="0" t="0" r="0" b="0"/>
          <a:pathLst>
            <a:path>
              <a:moveTo>
                <a:pt x="3553128" y="1901624"/>
              </a:moveTo>
              <a:arcTo wR="1778690" hR="1778690" stAng="21837788" swAng="1360605"/>
            </a:path>
          </a:pathLst>
        </a:custGeom>
        <a:noFill/>
        <a:ln w="28575" cap="flat" cmpd="sng" algn="ctr">
          <a:solidFill>
            <a:srgbClr val="68529F"/>
          </a:solidFill>
          <a:prstDash val="solid"/>
          <a:tailEnd type="arrow"/>
        </a:ln>
        <a:effectLst/>
      </dsp:spPr>
      <dsp:style>
        <a:lnRef idx="1">
          <a:scrgbClr r="0" g="0" b="0"/>
        </a:lnRef>
        <a:fillRef idx="0">
          <a:scrgbClr r="0" g="0" b="0"/>
        </a:fillRef>
        <a:effectRef idx="0">
          <a:scrgbClr r="0" g="0" b="0"/>
        </a:effectRef>
        <a:fontRef idx="minor"/>
      </dsp:style>
    </dsp:sp>
    <dsp:sp modelId="{B2D19423-8CDE-4C01-B7D7-F363F1014C60}">
      <dsp:nvSpPr>
        <dsp:cNvPr id="0" name=""/>
        <dsp:cNvSpPr/>
      </dsp:nvSpPr>
      <dsp:spPr>
        <a:xfrm>
          <a:off x="3755096" y="3219693"/>
          <a:ext cx="1368890" cy="889778"/>
        </a:xfrm>
        <a:prstGeom prst="roundRect">
          <a:avLst/>
        </a:prstGeom>
        <a:solidFill>
          <a:srgbClr val="0197A7"/>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Desarrollo</a:t>
          </a:r>
          <a:endParaRPr lang="es-PE" sz="1600" kern="1200" dirty="0"/>
        </a:p>
      </dsp:txBody>
      <dsp:txXfrm>
        <a:off x="3798531" y="3263128"/>
        <a:ext cx="1282020" cy="802908"/>
      </dsp:txXfrm>
    </dsp:sp>
    <dsp:sp modelId="{15A9826F-7DB4-4B3F-ABAE-A6E77C5038C1}">
      <dsp:nvSpPr>
        <dsp:cNvPr id="0" name=""/>
        <dsp:cNvSpPr/>
      </dsp:nvSpPr>
      <dsp:spPr>
        <a:xfrm>
          <a:off x="1615362" y="446900"/>
          <a:ext cx="3557381" cy="3557381"/>
        </a:xfrm>
        <a:custGeom>
          <a:avLst/>
          <a:gdLst/>
          <a:ahLst/>
          <a:cxnLst/>
          <a:rect l="0" t="0" r="0" b="0"/>
          <a:pathLst>
            <a:path>
              <a:moveTo>
                <a:pt x="1997289" y="3543898"/>
              </a:moveTo>
              <a:arcTo wR="1778690" hR="1778690" stAng="4976436" swAng="847128"/>
            </a:path>
          </a:pathLst>
        </a:custGeom>
        <a:noFill/>
        <a:ln w="28575" cap="flat" cmpd="sng" algn="ctr">
          <a:solidFill>
            <a:srgbClr val="0197A7"/>
          </a:solidFill>
          <a:prstDash val="solid"/>
          <a:tailEnd type="arrow"/>
        </a:ln>
        <a:effectLst/>
      </dsp:spPr>
      <dsp:style>
        <a:lnRef idx="1">
          <a:scrgbClr r="0" g="0" b="0"/>
        </a:lnRef>
        <a:fillRef idx="0">
          <a:scrgbClr r="0" g="0" b="0"/>
        </a:fillRef>
        <a:effectRef idx="0">
          <a:scrgbClr r="0" g="0" b="0"/>
        </a:effectRef>
        <a:fontRef idx="minor"/>
      </dsp:style>
    </dsp:sp>
    <dsp:sp modelId="{912816D7-D041-4421-A416-56AED6090B01}">
      <dsp:nvSpPr>
        <dsp:cNvPr id="0" name=""/>
        <dsp:cNvSpPr/>
      </dsp:nvSpPr>
      <dsp:spPr>
        <a:xfrm>
          <a:off x="1664119" y="3219693"/>
          <a:ext cx="1368890" cy="889778"/>
        </a:xfrm>
        <a:prstGeom prst="roundRect">
          <a:avLst/>
        </a:prstGeom>
        <a:solidFill>
          <a:srgbClr val="E5584B"/>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Pruebas</a:t>
          </a:r>
          <a:endParaRPr lang="es-PE" sz="1600" kern="1200" dirty="0"/>
        </a:p>
      </dsp:txBody>
      <dsp:txXfrm>
        <a:off x="1707554" y="3263128"/>
        <a:ext cx="1282020" cy="802908"/>
      </dsp:txXfrm>
    </dsp:sp>
    <dsp:sp modelId="{77A39BCF-EE13-4917-9D31-1DC8AFB81141}">
      <dsp:nvSpPr>
        <dsp:cNvPr id="0" name=""/>
        <dsp:cNvSpPr/>
      </dsp:nvSpPr>
      <dsp:spPr>
        <a:xfrm>
          <a:off x="1615362" y="446900"/>
          <a:ext cx="3557381" cy="3557381"/>
        </a:xfrm>
        <a:custGeom>
          <a:avLst/>
          <a:gdLst/>
          <a:ahLst/>
          <a:cxnLst/>
          <a:rect l="0" t="0" r="0" b="0"/>
          <a:pathLst>
            <a:path>
              <a:moveTo>
                <a:pt x="188821" y="2576222"/>
              </a:moveTo>
              <a:arcTo wR="1778690" hR="1778690" stAng="9201607" swAng="1360605"/>
            </a:path>
          </a:pathLst>
        </a:custGeom>
        <a:noFill/>
        <a:ln w="28575" cap="flat" cmpd="sng" algn="ctr">
          <a:solidFill>
            <a:srgbClr val="E5584B"/>
          </a:solidFill>
          <a:prstDash val="solid"/>
          <a:tailEnd type="arrow"/>
        </a:ln>
        <a:effectLst/>
      </dsp:spPr>
      <dsp:style>
        <a:lnRef idx="1">
          <a:scrgbClr r="0" g="0" b="0"/>
        </a:lnRef>
        <a:fillRef idx="0">
          <a:scrgbClr r="0" g="0" b="0"/>
        </a:fillRef>
        <a:effectRef idx="0">
          <a:scrgbClr r="0" g="0" b="0"/>
        </a:effectRef>
        <a:fontRef idx="minor"/>
      </dsp:style>
    </dsp:sp>
    <dsp:sp modelId="{5A3E8C90-7D91-44CA-9DF1-08659A2C7014}">
      <dsp:nvSpPr>
        <dsp:cNvPr id="0" name=""/>
        <dsp:cNvSpPr/>
      </dsp:nvSpPr>
      <dsp:spPr>
        <a:xfrm>
          <a:off x="1017972" y="1231056"/>
          <a:ext cx="1368890" cy="889778"/>
        </a:xfrm>
        <a:prstGeom prst="roundRect">
          <a:avLst/>
        </a:prstGeom>
        <a:solidFill>
          <a:srgbClr val="DFA63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s-PE" sz="1600" kern="1200" dirty="0" smtClean="0"/>
            <a:t>Entrega</a:t>
          </a:r>
          <a:endParaRPr lang="es-PE" sz="1600" kern="1200" dirty="0"/>
        </a:p>
      </dsp:txBody>
      <dsp:txXfrm>
        <a:off x="1061407" y="1274491"/>
        <a:ext cx="1282020" cy="802908"/>
      </dsp:txXfrm>
    </dsp:sp>
    <dsp:sp modelId="{FF7EAE07-B35F-46B8-9178-E33D7435E283}">
      <dsp:nvSpPr>
        <dsp:cNvPr id="0" name=""/>
        <dsp:cNvSpPr/>
      </dsp:nvSpPr>
      <dsp:spPr>
        <a:xfrm>
          <a:off x="1615362" y="446900"/>
          <a:ext cx="3557381" cy="3557381"/>
        </a:xfrm>
        <a:custGeom>
          <a:avLst/>
          <a:gdLst/>
          <a:ahLst/>
          <a:cxnLst/>
          <a:rect l="0" t="0" r="0" b="0"/>
          <a:pathLst>
            <a:path>
              <a:moveTo>
                <a:pt x="427712" y="621712"/>
              </a:moveTo>
              <a:arcTo wR="1778690" hR="1778690" stAng="13234606" swAng="1212674"/>
            </a:path>
          </a:pathLst>
        </a:custGeom>
        <a:noFill/>
        <a:ln w="28575" cap="flat" cmpd="sng" algn="ctr">
          <a:solidFill>
            <a:srgbClr val="DFA635"/>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932DC7-834F-6148-86AF-F72164F7FFC1}" type="datetimeFigureOut">
              <a:rPr lang="es-ES" smtClean="0"/>
              <a:t>21/10/2020</a:t>
            </a:fld>
            <a:endParaRPr lang="es-ES"/>
          </a:p>
        </p:txBody>
      </p:sp>
      <p:sp>
        <p:nvSpPr>
          <p:cNvPr id="4" name="Marcador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F1720-AE80-4069-8D89-2C76E8AFD874}" type="datetimeFigureOut">
              <a:rPr lang="es-PE" smtClean="0"/>
              <a:t>21/10/2020</a:t>
            </a:fld>
            <a:endParaRPr lang="es-PE"/>
          </a:p>
        </p:txBody>
      </p:sp>
      <p:sp>
        <p:nvSpPr>
          <p:cNvPr id="4" name="Marcador de imagen de diapositiva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7184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kern="1200" dirty="0" smtClean="0">
                <a:solidFill>
                  <a:schemeClr val="tx1"/>
                </a:solidFill>
                <a:effectLst/>
                <a:latin typeface="+mn-lt"/>
                <a:ea typeface="+mn-ea"/>
                <a:cs typeface="+mn-cs"/>
              </a:rPr>
              <a:t>Desarrollamos y relacionamos</a:t>
            </a:r>
            <a:r>
              <a:rPr lang="es-PE" sz="1200" kern="1200" baseline="0" dirty="0" smtClean="0">
                <a:solidFill>
                  <a:schemeClr val="tx1"/>
                </a:solidFill>
                <a:effectLst/>
                <a:latin typeface="+mn-lt"/>
                <a:ea typeface="+mn-ea"/>
                <a:cs typeface="+mn-cs"/>
              </a:rPr>
              <a:t> las etapas del ciclo de vida del software con la seguridad de la información </a:t>
            </a:r>
            <a:r>
              <a:rPr lang="es-PE" sz="1200" kern="1200" dirty="0" smtClean="0">
                <a:solidFill>
                  <a:schemeClr val="tx1"/>
                </a:solidFill>
                <a:effectLst/>
                <a:latin typeface="+mn-lt"/>
                <a:ea typeface="+mn-ea"/>
                <a:cs typeface="+mn-cs"/>
              </a:rPr>
              <a:t>.</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428373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kern="1200" dirty="0" smtClean="0">
                <a:solidFill>
                  <a:schemeClr val="tx1"/>
                </a:solidFill>
                <a:effectLst/>
                <a:latin typeface="+mn-lt"/>
                <a:ea typeface="+mn-ea"/>
                <a:cs typeface="+mn-cs"/>
              </a:rPr>
              <a:t>Analizaremos los requisitos de seguridad que debe conocer</a:t>
            </a:r>
            <a:r>
              <a:rPr lang="es-PE" sz="1200" kern="1200" baseline="0" dirty="0" smtClean="0">
                <a:solidFill>
                  <a:schemeClr val="tx1"/>
                </a:solidFill>
                <a:effectLst/>
                <a:latin typeface="+mn-lt"/>
                <a:ea typeface="+mn-ea"/>
                <a:cs typeface="+mn-cs"/>
              </a:rPr>
              <a:t> y aplicar en los sistemas que desarrollen/testeen.</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1675490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kern="1200" dirty="0" smtClean="0">
                <a:solidFill>
                  <a:schemeClr val="tx1"/>
                </a:solidFill>
                <a:effectLst/>
                <a:latin typeface="+mn-lt"/>
                <a:ea typeface="+mn-ea"/>
                <a:cs typeface="+mn-cs"/>
              </a:rPr>
              <a:t>Se evaluarán las características y objetivo</a:t>
            </a:r>
            <a:r>
              <a:rPr lang="es-PE" sz="1200" kern="1200" baseline="0" dirty="0" smtClean="0">
                <a:solidFill>
                  <a:schemeClr val="tx1"/>
                </a:solidFill>
                <a:effectLst/>
                <a:latin typeface="+mn-lt"/>
                <a:ea typeface="+mn-ea"/>
                <a:cs typeface="+mn-cs"/>
              </a:rPr>
              <a:t> que </a:t>
            </a:r>
            <a:r>
              <a:rPr lang="es-PE" sz="1200" kern="1200" dirty="0" smtClean="0">
                <a:solidFill>
                  <a:schemeClr val="tx1"/>
                </a:solidFill>
                <a:effectLst/>
                <a:latin typeface="+mn-lt"/>
                <a:ea typeface="+mn-ea"/>
                <a:cs typeface="+mn-cs"/>
              </a:rPr>
              <a:t>deben tener los datos</a:t>
            </a:r>
            <a:r>
              <a:rPr lang="es-PE" sz="1200" kern="1200" baseline="0" dirty="0" smtClean="0">
                <a:solidFill>
                  <a:schemeClr val="tx1"/>
                </a:solidFill>
                <a:effectLst/>
                <a:latin typeface="+mn-lt"/>
                <a:ea typeface="+mn-ea"/>
                <a:cs typeface="+mn-cs"/>
              </a:rPr>
              <a:t> de prueba.</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401777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562157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473564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1991622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1295750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1001760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1372993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13205835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8751563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387163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8731182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20304809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6650019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8058414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kern="1200" dirty="0" smtClean="0">
                <a:solidFill>
                  <a:schemeClr val="tx1"/>
                </a:solidFill>
                <a:effectLst/>
                <a:latin typeface="+mn-lt"/>
                <a:ea typeface="+mn-ea"/>
                <a:cs typeface="+mn-cs"/>
              </a:rPr>
              <a:t>Un </a:t>
            </a:r>
            <a:r>
              <a:rPr lang="es-PE" sz="1200" b="1" kern="1200" dirty="0" smtClean="0">
                <a:solidFill>
                  <a:schemeClr val="tx1"/>
                </a:solidFill>
                <a:effectLst/>
                <a:latin typeface="+mn-lt"/>
                <a:ea typeface="+mn-ea"/>
                <a:cs typeface="+mn-cs"/>
              </a:rPr>
              <a:t>caso de prueba o test case</a:t>
            </a:r>
            <a:r>
              <a:rPr lang="es-PE" sz="1200" kern="1200" dirty="0" smtClean="0">
                <a:solidFill>
                  <a:schemeClr val="tx1"/>
                </a:solidFill>
                <a:effectLst/>
                <a:latin typeface="+mn-lt"/>
                <a:ea typeface="+mn-ea"/>
                <a:cs typeface="+mn-cs"/>
              </a:rPr>
              <a:t> es, en ingeniería del software, un conjunto de condiciones o variables bajo las cuáles un analista determinará si una aplicación, un sistema software (software system), o una característica de éstos es parcial o completamente satisfactoria.</a:t>
            </a:r>
          </a:p>
          <a:p>
            <a:r>
              <a:rPr lang="es-PE" sz="1200" kern="1200" dirty="0" smtClean="0">
                <a:solidFill>
                  <a:schemeClr val="tx1"/>
                </a:solidFill>
                <a:effectLst/>
                <a:latin typeface="+mn-lt"/>
                <a:ea typeface="+mn-ea"/>
                <a:cs typeface="+mn-cs"/>
              </a:rPr>
              <a:t>Se pueden realizar muchos casos de prueba para determinar que un requisito es completamente satisfactorio. Con el propósito de comprobar que todos los requisitos de una aplicación son revisados, debe haber al menos un caso de prueba para cada requisito a menos que un requisito tenga requisitos secundarios. </a:t>
            </a:r>
          </a:p>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3064756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312899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4372019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smtClean="0"/>
              <a:t>En base a las etapas del</a:t>
            </a:r>
            <a:r>
              <a:rPr lang="es-PE" baseline="0" dirty="0" smtClean="0"/>
              <a:t> ciclo de vida de desarrollo de software, se realiza la identificación de requisitos de seguridad que deben ser establecidos, entendiendo para ello la necesidad de establecer el alcance correspondiente.</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8019887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kern="1200" dirty="0" smtClean="0">
                <a:solidFill>
                  <a:schemeClr val="tx1"/>
                </a:solidFill>
                <a:effectLst/>
                <a:latin typeface="+mn-lt"/>
                <a:ea typeface="+mn-ea"/>
                <a:cs typeface="+mn-cs"/>
              </a:rPr>
              <a:t>Finalmente, definimos como se deben</a:t>
            </a:r>
            <a:r>
              <a:rPr lang="es-PE" sz="1200" kern="1200" baseline="0" dirty="0" smtClean="0">
                <a:solidFill>
                  <a:schemeClr val="tx1"/>
                </a:solidFill>
                <a:effectLst/>
                <a:latin typeface="+mn-lt"/>
                <a:ea typeface="+mn-ea"/>
                <a:cs typeface="+mn-cs"/>
              </a:rPr>
              <a:t> seleccionar y establecer los datos de prueba .</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58816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2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8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261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211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Agrupar 13"/>
          <p:cNvGrpSpPr/>
          <p:nvPr userDrawn="1"/>
        </p:nvGrpSpPr>
        <p:grpSpPr>
          <a:xfrm>
            <a:off x="944054" y="5343295"/>
            <a:ext cx="7804380" cy="215444"/>
            <a:chOff x="944054" y="5343295"/>
            <a:chExt cx="7804380" cy="215444"/>
          </a:xfrm>
        </p:grpSpPr>
        <p:sp>
          <p:nvSpPr>
            <p:cNvPr id="7" name="TextBox 7"/>
            <p:cNvSpPr txBox="1"/>
            <p:nvPr userDrawn="1"/>
          </p:nvSpPr>
          <p:spPr>
            <a:xfrm>
              <a:off x="944054" y="5343295"/>
              <a:ext cx="2507418" cy="215444"/>
            </a:xfrm>
            <a:prstGeom prst="rect">
              <a:avLst/>
            </a:prstGeom>
            <a:noFill/>
          </p:spPr>
          <p:txBody>
            <a:bodyPr wrap="none" rtlCol="0">
              <a:spAutoFit/>
            </a:bodyPr>
            <a:lstStyle/>
            <a:p>
              <a:r>
                <a:rPr lang="en-US" sz="800" kern="1200" dirty="0" smtClean="0">
                  <a:solidFill>
                    <a:schemeClr val="bg1">
                      <a:lumMod val="50000"/>
                    </a:schemeClr>
                  </a:solidFill>
                  <a:latin typeface="+mn-lt"/>
                  <a:ea typeface="+mn-ea"/>
                  <a:cs typeface="Calibri"/>
                  <a:sym typeface="Wingdings"/>
                </a:rPr>
                <a:t>SEGURIDAD Y CONTINUIDAD DE SISTEMAS  </a:t>
              </a:r>
              <a:r>
                <a:rPr lang="en-US" sz="800" dirty="0" smtClean="0">
                  <a:solidFill>
                    <a:schemeClr val="bg1">
                      <a:lumMod val="50000"/>
                    </a:schemeClr>
                  </a:solidFill>
                  <a:latin typeface="+mn-lt"/>
                  <a:ea typeface="Wingdings"/>
                  <a:cs typeface="Calibri"/>
                  <a:sym typeface="Wingdings"/>
                </a:rPr>
                <a:t></a:t>
              </a:r>
              <a:r>
                <a:rPr lang="en-US" sz="800" kern="1200" dirty="0" smtClean="0">
                  <a:solidFill>
                    <a:schemeClr val="bg1">
                      <a:lumMod val="50000"/>
                    </a:schemeClr>
                  </a:solidFill>
                  <a:latin typeface="+mn-lt"/>
                  <a:ea typeface="+mn-ea"/>
                  <a:cs typeface="Calibri"/>
                  <a:sym typeface="Wingdings"/>
                </a:rPr>
                <a:t>  SESIÓN 03</a:t>
              </a:r>
              <a:endParaRPr lang="en-US" sz="800" dirty="0">
                <a:solidFill>
                  <a:schemeClr val="bg1">
                    <a:lumMod val="50000"/>
                  </a:schemeClr>
                </a:solidFill>
                <a:latin typeface="+mn-lt"/>
                <a:cs typeface="Calibri"/>
              </a:endParaRPr>
            </a:p>
          </p:txBody>
        </p:sp>
        <p:sp>
          <p:nvSpPr>
            <p:cNvPr id="8" name="Rectangle 3"/>
            <p:cNvSpPr/>
            <p:nvPr userDrawn="1"/>
          </p:nvSpPr>
          <p:spPr>
            <a:xfrm>
              <a:off x="7379148" y="5371562"/>
              <a:ext cx="1369286" cy="184666"/>
            </a:xfrm>
            <a:prstGeom prst="rect">
              <a:avLst/>
            </a:prstGeom>
          </p:spPr>
          <p:txBody>
            <a:bodyPr wrap="none">
              <a:spAutoFit/>
            </a:bodyPr>
            <a:lstStyle/>
            <a:p>
              <a:pPr algn="r"/>
              <a:r>
                <a:rPr lang="es-ES_tradnl" sz="600" dirty="0" smtClean="0">
                  <a:solidFill>
                    <a:schemeClr val="bg1">
                      <a:lumMod val="50000"/>
                    </a:schemeClr>
                  </a:solidFill>
                </a:rPr>
                <a:t>© </a:t>
              </a:r>
              <a:r>
                <a:rPr lang="es-ES_tradnl" sz="600" dirty="0" smtClean="0">
                  <a:solidFill>
                    <a:schemeClr val="bg1">
                      <a:lumMod val="50000"/>
                    </a:schemeClr>
                  </a:solidFill>
                </a:rPr>
                <a:t>ISIL</a:t>
              </a:r>
              <a:r>
                <a:rPr lang="es-ES_tradnl" sz="600" dirty="0" smtClean="0">
                  <a:solidFill>
                    <a:schemeClr val="bg1">
                      <a:lumMod val="50000"/>
                    </a:schemeClr>
                  </a:solidFill>
                </a:rPr>
                <a:t>. Todos los derechos reservados</a:t>
              </a:r>
              <a:endParaRPr lang="es-ES_tradnl" sz="600" dirty="0">
                <a:solidFill>
                  <a:schemeClr val="bg1">
                    <a:lumMod val="50000"/>
                  </a:schemeClr>
                </a:solidFill>
              </a:endParaRPr>
            </a:p>
          </p:txBody>
        </p:sp>
      </p:grpSp>
      <p:pic>
        <p:nvPicPr>
          <p:cNvPr id="9" name="Imagen 8"/>
          <p:cNvPicPr>
            <a:picLocks noChangeAspect="1"/>
          </p:cNvPicPr>
          <p:nvPr userDrawn="1"/>
        </p:nvPicPr>
        <p:blipFill>
          <a:blip r:embed="rId8" cstate="screen">
            <a:alphaModFix amt="20000"/>
            <a:extLst>
              <a:ext uri="{28A0092B-C50C-407E-A947-70E740481C1C}">
                <a14:useLocalDpi xmlns:a14="http://schemas.microsoft.com/office/drawing/2010/main"/>
              </a:ext>
            </a:extLst>
          </a:blip>
          <a:stretch>
            <a:fillRect/>
          </a:stretch>
        </p:blipFill>
        <p:spPr>
          <a:xfrm>
            <a:off x="495300" y="5322472"/>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7" r:id="rId4"/>
    <p:sldLayoutId id="2147483659" r:id="rId5"/>
    <p:sldLayoutId id="2147483662" r:id="rId6"/>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6.jpeg"/><Relationship Id="rId4" Type="http://schemas.openxmlformats.org/officeDocument/2006/relationships/image" Target="../media/image5.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5" name="CuadroTexto 14"/>
          <p:cNvSpPr txBox="1"/>
          <p:nvPr/>
        </p:nvSpPr>
        <p:spPr>
          <a:xfrm>
            <a:off x="3175138" y="3008050"/>
            <a:ext cx="5500550" cy="886397"/>
          </a:xfrm>
          <a:prstGeom prst="rect">
            <a:avLst/>
          </a:prstGeom>
          <a:noFill/>
        </p:spPr>
        <p:txBody>
          <a:bodyPr wrap="square" lIns="0" tIns="0" rIns="0" bIns="0" rtlCol="0">
            <a:spAutoFit/>
          </a:bodyPr>
          <a:lstStyle/>
          <a:p>
            <a:pPr marL="177800" indent="-177800">
              <a:lnSpc>
                <a:spcPct val="120000"/>
              </a:lnSpc>
              <a:buSzPct val="80000"/>
              <a:buFont typeface="Arial"/>
              <a:buChar char="•"/>
            </a:pPr>
            <a:r>
              <a:rPr lang="es-ES" sz="1600" dirty="0">
                <a:solidFill>
                  <a:srgbClr val="FFFFFF"/>
                </a:solidFill>
              </a:rPr>
              <a:t>Requisitos de Seguridad de los </a:t>
            </a:r>
            <a:r>
              <a:rPr lang="es-ES" sz="1600" dirty="0" smtClean="0">
                <a:solidFill>
                  <a:srgbClr val="FFFFFF"/>
                </a:solidFill>
              </a:rPr>
              <a:t>Sistemas </a:t>
            </a:r>
            <a:r>
              <a:rPr lang="es-ES" sz="1600" dirty="0">
                <a:solidFill>
                  <a:srgbClr val="FFFFFF"/>
                </a:solidFill>
              </a:rPr>
              <a:t>de </a:t>
            </a:r>
            <a:r>
              <a:rPr lang="es-ES" sz="1600" dirty="0" smtClean="0">
                <a:solidFill>
                  <a:srgbClr val="FFFFFF"/>
                </a:solidFill>
              </a:rPr>
              <a:t>Información</a:t>
            </a:r>
          </a:p>
          <a:p>
            <a:pPr marL="177800" indent="-177800">
              <a:lnSpc>
                <a:spcPct val="120000"/>
              </a:lnSpc>
              <a:buSzPct val="80000"/>
              <a:buFont typeface="Arial"/>
              <a:buChar char="•"/>
            </a:pPr>
            <a:r>
              <a:rPr lang="es-ES" sz="1600" dirty="0">
                <a:solidFill>
                  <a:srgbClr val="FFFFFF"/>
                </a:solidFill>
              </a:rPr>
              <a:t>Datos de Pruebas </a:t>
            </a:r>
          </a:p>
          <a:p>
            <a:pPr marL="177800" indent="-177800">
              <a:lnSpc>
                <a:spcPct val="120000"/>
              </a:lnSpc>
              <a:buSzPct val="80000"/>
              <a:buFont typeface="Arial"/>
              <a:buChar char="•"/>
            </a:pPr>
            <a:endParaRPr lang="es-ES" sz="1600" dirty="0">
              <a:solidFill>
                <a:srgbClr val="FFFFFF"/>
              </a:solidFill>
            </a:endParaRPr>
          </a:p>
        </p:txBody>
      </p:sp>
      <p:cxnSp>
        <p:nvCxnSpPr>
          <p:cNvPr id="8" name="Conector recto 7"/>
          <p:cNvCxnSpPr/>
          <p:nvPr/>
        </p:nvCxnSpPr>
        <p:spPr>
          <a:xfrm>
            <a:off x="3044504" y="1710303"/>
            <a:ext cx="0" cy="774883"/>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CuadroTexto 9"/>
          <p:cNvSpPr txBox="1"/>
          <p:nvPr/>
        </p:nvSpPr>
        <p:spPr>
          <a:xfrm>
            <a:off x="2045305" y="1802569"/>
            <a:ext cx="964250" cy="892552"/>
          </a:xfrm>
          <a:prstGeom prst="rect">
            <a:avLst/>
          </a:prstGeom>
          <a:noFill/>
        </p:spPr>
        <p:txBody>
          <a:bodyPr wrap="square" lIns="0" tIns="0" rIns="0" bIns="0" rtlCol="0">
            <a:spAutoFit/>
          </a:bodyPr>
          <a:lstStyle/>
          <a:p>
            <a:pPr algn="ctr"/>
            <a:r>
              <a:rPr lang="es-ES" sz="5800" dirty="0" smtClean="0">
                <a:solidFill>
                  <a:srgbClr val="FFFFFF"/>
                </a:solidFill>
              </a:rPr>
              <a:t>03</a:t>
            </a:r>
            <a:endParaRPr lang="es-ES" sz="5800" dirty="0">
              <a:solidFill>
                <a:srgbClr val="FFFFFF"/>
              </a:solidFill>
            </a:endParaRPr>
          </a:p>
        </p:txBody>
      </p:sp>
      <p:sp>
        <p:nvSpPr>
          <p:cNvPr id="11" name="CuadroTexto 10"/>
          <p:cNvSpPr txBox="1"/>
          <p:nvPr/>
        </p:nvSpPr>
        <p:spPr>
          <a:xfrm>
            <a:off x="2096830" y="1674447"/>
            <a:ext cx="873152" cy="276999"/>
          </a:xfrm>
          <a:prstGeom prst="rect">
            <a:avLst/>
          </a:prstGeom>
          <a:noFill/>
        </p:spPr>
        <p:txBody>
          <a:bodyPr wrap="square" lIns="0" tIns="0" rIns="0" bIns="0" rtlCol="0">
            <a:spAutoFit/>
          </a:bodyPr>
          <a:lstStyle/>
          <a:p>
            <a:pPr algn="ctr"/>
            <a:r>
              <a:rPr lang="es-ES" dirty="0" smtClean="0">
                <a:solidFill>
                  <a:schemeClr val="bg1"/>
                </a:solidFill>
              </a:rPr>
              <a:t>SESIÓN</a:t>
            </a:r>
            <a:endParaRPr lang="es-ES" dirty="0">
              <a:solidFill>
                <a:schemeClr val="bg1"/>
              </a:solidFill>
            </a:endParaRPr>
          </a:p>
        </p:txBody>
      </p:sp>
      <p:sp>
        <p:nvSpPr>
          <p:cNvPr id="12" name="CuadroTexto 11"/>
          <p:cNvSpPr txBox="1"/>
          <p:nvPr/>
        </p:nvSpPr>
        <p:spPr>
          <a:xfrm>
            <a:off x="3175729" y="1710303"/>
            <a:ext cx="4596087" cy="865878"/>
          </a:xfrm>
          <a:prstGeom prst="rect">
            <a:avLst/>
          </a:prstGeom>
          <a:noFill/>
        </p:spPr>
        <p:txBody>
          <a:bodyPr wrap="square" lIns="0" tIns="0" rIns="0" bIns="0" rtlCol="0">
            <a:spAutoFit/>
          </a:bodyPr>
          <a:lstStyle/>
          <a:p>
            <a:pPr>
              <a:lnSpc>
                <a:spcPct val="85000"/>
              </a:lnSpc>
            </a:pPr>
            <a:r>
              <a:rPr lang="es-ES" sz="2200" b="1" dirty="0" smtClean="0">
                <a:solidFill>
                  <a:srgbClr val="FFFFFF"/>
                </a:solidFill>
              </a:rPr>
              <a:t>REQUISITOS DE</a:t>
            </a:r>
            <a:br>
              <a:rPr lang="es-ES" sz="2200" b="1" dirty="0" smtClean="0">
                <a:solidFill>
                  <a:srgbClr val="FFFFFF"/>
                </a:solidFill>
              </a:rPr>
            </a:br>
            <a:r>
              <a:rPr lang="es-ES" sz="2200" b="1" dirty="0" smtClean="0">
                <a:solidFill>
                  <a:srgbClr val="FFFFFF"/>
                </a:solidFill>
              </a:rPr>
              <a:t>SEGURIDAD Y</a:t>
            </a:r>
            <a:br>
              <a:rPr lang="es-ES" sz="2200" b="1" dirty="0" smtClean="0">
                <a:solidFill>
                  <a:srgbClr val="FFFFFF"/>
                </a:solidFill>
              </a:rPr>
            </a:br>
            <a:r>
              <a:rPr lang="es-ES" sz="2200" b="1" dirty="0" smtClean="0">
                <a:solidFill>
                  <a:srgbClr val="FFFFFF"/>
                </a:solidFill>
              </a:rPr>
              <a:t>DATOS DE PRUEBA</a:t>
            </a:r>
            <a:endParaRPr lang="es-ES" sz="2200" b="1" dirty="0">
              <a:solidFill>
                <a:srgbClr val="FFFFFF"/>
              </a:solidFill>
            </a:endParaRPr>
          </a:p>
        </p:txBody>
      </p:sp>
    </p:spTree>
    <p:extLst>
      <p:ext uri="{BB962C8B-B14F-4D97-AF65-F5344CB8AC3E}">
        <p14:creationId xmlns:p14="http://schemas.microsoft.com/office/powerpoint/2010/main" val="34271759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1045721" y="2611279"/>
            <a:ext cx="7052558" cy="492443"/>
          </a:xfrm>
          <a:prstGeom prst="rect">
            <a:avLst/>
          </a:prstGeom>
        </p:spPr>
        <p:txBody>
          <a:bodyPr vert="horz" wrap="square" lIns="0" tIns="0" rIns="0" bIns="0" rtlCol="0">
            <a:spAutoFit/>
          </a:bodyPr>
          <a:lstStyle/>
          <a:p>
            <a:pPr marL="11725" algn="ctr">
              <a:buSzPct val="100000"/>
              <a:tabLst>
                <a:tab pos="121285" algn="l"/>
              </a:tabLst>
            </a:pPr>
            <a:r>
              <a:rPr lang="en-US" sz="1600" spc="-10" dirty="0" err="1">
                <a:cs typeface="Source Sans Pro"/>
              </a:rPr>
              <a:t>Analiza</a:t>
            </a:r>
            <a:r>
              <a:rPr lang="en-US" sz="1600" spc="-10" dirty="0">
                <a:cs typeface="Source Sans Pro"/>
              </a:rPr>
              <a:t> e </a:t>
            </a:r>
            <a:r>
              <a:rPr lang="en-US" sz="1600" spc="-10" dirty="0" err="1">
                <a:cs typeface="Source Sans Pro"/>
              </a:rPr>
              <a:t>identifica</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requisitos</a:t>
            </a:r>
            <a:r>
              <a:rPr lang="en-US" sz="1600" spc="-10" dirty="0">
                <a:cs typeface="Source Sans Pro"/>
              </a:rPr>
              <a:t> de </a:t>
            </a:r>
            <a:r>
              <a:rPr lang="en-US" sz="1600" spc="-10" dirty="0" err="1">
                <a:cs typeface="Source Sans Pro"/>
              </a:rPr>
              <a:t>seguridad</a:t>
            </a:r>
            <a:r>
              <a:rPr lang="en-US" sz="1600" spc="-10" dirty="0">
                <a:cs typeface="Source Sans Pro"/>
              </a:rPr>
              <a:t> y </a:t>
            </a:r>
          </a:p>
          <a:p>
            <a:pPr marL="11725" algn="ctr">
              <a:buSzPct val="100000"/>
              <a:tabLst>
                <a:tab pos="121285" algn="l"/>
              </a:tabLst>
            </a:pPr>
            <a:r>
              <a:rPr lang="en-US" sz="1600" spc="-10" dirty="0" err="1">
                <a:cs typeface="Source Sans Pro"/>
              </a:rPr>
              <a:t>los</a:t>
            </a:r>
            <a:r>
              <a:rPr lang="en-US" sz="1600" spc="-10" dirty="0">
                <a:cs typeface="Source Sans Pro"/>
              </a:rPr>
              <a:t> </a:t>
            </a:r>
            <a:r>
              <a:rPr lang="en-US" sz="1600" spc="-10" dirty="0" err="1">
                <a:cs typeface="Source Sans Pro"/>
              </a:rPr>
              <a:t>datos</a:t>
            </a:r>
            <a:r>
              <a:rPr lang="en-US" sz="1600" spc="-10" dirty="0">
                <a:cs typeface="Source Sans Pro"/>
              </a:rPr>
              <a:t> de </a:t>
            </a:r>
            <a:r>
              <a:rPr lang="en-US" sz="1600" spc="-10" dirty="0" err="1">
                <a:cs typeface="Source Sans Pro"/>
              </a:rPr>
              <a:t>prueba</a:t>
            </a:r>
            <a:endParaRPr lang="en-US" sz="1600" spc="-10" dirty="0">
              <a:cs typeface="Source Sans Pro"/>
            </a:endParaRPr>
          </a:p>
        </p:txBody>
      </p:sp>
    </p:spTree>
    <p:custDataLst>
      <p:tags r:id="rId1"/>
    </p:custDataLst>
    <p:extLst>
      <p:ext uri="{BB962C8B-B14F-4D97-AF65-F5344CB8AC3E}">
        <p14:creationId xmlns:p14="http://schemas.microsoft.com/office/powerpoint/2010/main" val="378973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12024" y="331345"/>
            <a:ext cx="1945800" cy="200055"/>
          </a:xfrm>
          <a:prstGeom prst="rect">
            <a:avLst/>
          </a:prstGeom>
        </p:spPr>
        <p:txBody>
          <a:bodyPr wrap="square" lIns="0" tIns="0" rIns="0" bIns="0">
            <a:spAutoFit/>
          </a:bodyPr>
          <a:lstStyle/>
          <a:p>
            <a:r>
              <a:rPr lang="en-US" sz="1300" dirty="0" smtClean="0">
                <a:solidFill>
                  <a:srgbClr val="438AD7"/>
                </a:solidFill>
              </a:rPr>
              <a:t>/</a:t>
            </a:r>
            <a:r>
              <a:rPr lang="en-US" sz="1300" dirty="0">
                <a:solidFill>
                  <a:srgbClr val="438AD7"/>
                </a:solidFill>
              </a:rPr>
              <a:t> </a:t>
            </a:r>
            <a:r>
              <a:rPr lang="en-US" sz="1300" dirty="0" smtClean="0">
                <a:solidFill>
                  <a:srgbClr val="438AD7"/>
                </a:solidFill>
              </a:rPr>
              <a:t>OBJETIVOS DE LA SESIÓN</a:t>
            </a:r>
            <a:endParaRPr lang="en-US" sz="1300" dirty="0">
              <a:solidFill>
                <a:srgbClr val="438AD7"/>
              </a:solidFill>
            </a:endParaRPr>
          </a:p>
        </p:txBody>
      </p:sp>
      <p:sp>
        <p:nvSpPr>
          <p:cNvPr id="5" name="CuadroTexto 4"/>
          <p:cNvSpPr txBox="1"/>
          <p:nvPr/>
        </p:nvSpPr>
        <p:spPr>
          <a:xfrm>
            <a:off x="767731" y="2440707"/>
            <a:ext cx="2183287" cy="584775"/>
          </a:xfrm>
          <a:prstGeom prst="rect">
            <a:avLst/>
          </a:prstGeom>
          <a:solidFill>
            <a:schemeClr val="bg1">
              <a:lumMod val="85000"/>
            </a:schemeClr>
          </a:solidFill>
        </p:spPr>
        <p:txBody>
          <a:bodyPr wrap="square" rtlCol="0">
            <a:spAutoFit/>
          </a:bodyPr>
          <a:lstStyle/>
          <a:p>
            <a:pPr algn="ctr"/>
            <a:r>
              <a:rPr lang="es-PE" sz="1600" dirty="0"/>
              <a:t>Ciclo de Vida del Software</a:t>
            </a:r>
          </a:p>
        </p:txBody>
      </p:sp>
      <p:graphicFrame>
        <p:nvGraphicFramePr>
          <p:cNvPr id="7" name="Diagrama 6"/>
          <p:cNvGraphicFramePr/>
          <p:nvPr>
            <p:extLst>
              <p:ext uri="{D42A27DB-BD31-4B8C-83A1-F6EECF244321}">
                <p14:modId xmlns:p14="http://schemas.microsoft.com/office/powerpoint/2010/main" val="747736562"/>
              </p:ext>
            </p:extLst>
          </p:nvPr>
        </p:nvGraphicFramePr>
        <p:xfrm>
          <a:off x="2474021" y="1013360"/>
          <a:ext cx="6788106" cy="417056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92778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12024" y="331345"/>
            <a:ext cx="1945800" cy="200055"/>
          </a:xfrm>
          <a:prstGeom prst="rect">
            <a:avLst/>
          </a:prstGeom>
        </p:spPr>
        <p:txBody>
          <a:bodyPr wrap="square" lIns="0" tIns="0" rIns="0" bIns="0">
            <a:spAutoFit/>
          </a:bodyPr>
          <a:lstStyle/>
          <a:p>
            <a:r>
              <a:rPr lang="en-US" sz="1300" dirty="0" smtClean="0">
                <a:solidFill>
                  <a:srgbClr val="438AD7"/>
                </a:solidFill>
              </a:rPr>
              <a:t>/</a:t>
            </a:r>
            <a:r>
              <a:rPr lang="en-US" sz="1300" dirty="0">
                <a:solidFill>
                  <a:srgbClr val="438AD7"/>
                </a:solidFill>
              </a:rPr>
              <a:t> </a:t>
            </a:r>
            <a:r>
              <a:rPr lang="en-US" sz="1300" dirty="0" smtClean="0">
                <a:solidFill>
                  <a:srgbClr val="438AD7"/>
                </a:solidFill>
              </a:rPr>
              <a:t>OBJETIVOS DE LA SESIÓN</a:t>
            </a:r>
            <a:endParaRPr lang="en-US" sz="1300" dirty="0">
              <a:solidFill>
                <a:srgbClr val="438AD7"/>
              </a:solidFill>
            </a:endParaRPr>
          </a:p>
        </p:txBody>
      </p:sp>
      <p:sp>
        <p:nvSpPr>
          <p:cNvPr id="5" name="CuadroTexto 4"/>
          <p:cNvSpPr txBox="1"/>
          <p:nvPr/>
        </p:nvSpPr>
        <p:spPr>
          <a:xfrm>
            <a:off x="3480357" y="924230"/>
            <a:ext cx="2183287" cy="338554"/>
          </a:xfrm>
          <a:prstGeom prst="rect">
            <a:avLst/>
          </a:prstGeom>
          <a:solidFill>
            <a:schemeClr val="bg1">
              <a:lumMod val="85000"/>
            </a:schemeClr>
          </a:solidFill>
        </p:spPr>
        <p:txBody>
          <a:bodyPr wrap="square" rtlCol="0">
            <a:spAutoFit/>
          </a:bodyPr>
          <a:lstStyle/>
          <a:p>
            <a:pPr algn="ctr"/>
            <a:r>
              <a:rPr lang="es-PE" sz="1600" dirty="0"/>
              <a:t>Requisitos de seguridad</a:t>
            </a:r>
          </a:p>
        </p:txBody>
      </p:sp>
      <p:pic>
        <p:nvPicPr>
          <p:cNvPr id="7" name="Picture 2" descr="Resultado de imagen para information security requirement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67" y="1476144"/>
            <a:ext cx="4752466" cy="364989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759583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12024" y="331345"/>
            <a:ext cx="1945800" cy="200055"/>
          </a:xfrm>
          <a:prstGeom prst="rect">
            <a:avLst/>
          </a:prstGeom>
        </p:spPr>
        <p:txBody>
          <a:bodyPr wrap="square" lIns="0" tIns="0" rIns="0" bIns="0">
            <a:spAutoFit/>
          </a:bodyPr>
          <a:lstStyle/>
          <a:p>
            <a:r>
              <a:rPr lang="en-US" sz="1300" dirty="0" smtClean="0">
                <a:solidFill>
                  <a:srgbClr val="438AD7"/>
                </a:solidFill>
              </a:rPr>
              <a:t>/</a:t>
            </a:r>
            <a:r>
              <a:rPr lang="en-US" sz="1300" dirty="0">
                <a:solidFill>
                  <a:srgbClr val="438AD7"/>
                </a:solidFill>
              </a:rPr>
              <a:t> </a:t>
            </a:r>
            <a:r>
              <a:rPr lang="en-US" sz="1300" dirty="0" smtClean="0">
                <a:solidFill>
                  <a:srgbClr val="438AD7"/>
                </a:solidFill>
              </a:rPr>
              <a:t>OBJETIVOS DE LA SESIÓN</a:t>
            </a:r>
            <a:endParaRPr lang="en-US" sz="1300" dirty="0">
              <a:solidFill>
                <a:srgbClr val="438AD7"/>
              </a:solidFill>
            </a:endParaRPr>
          </a:p>
        </p:txBody>
      </p:sp>
      <p:sp>
        <p:nvSpPr>
          <p:cNvPr id="5" name="CuadroTexto 4"/>
          <p:cNvSpPr txBox="1"/>
          <p:nvPr/>
        </p:nvSpPr>
        <p:spPr>
          <a:xfrm>
            <a:off x="3480357" y="924230"/>
            <a:ext cx="2183287" cy="338554"/>
          </a:xfrm>
          <a:prstGeom prst="rect">
            <a:avLst/>
          </a:prstGeom>
          <a:solidFill>
            <a:schemeClr val="bg1">
              <a:lumMod val="85000"/>
            </a:schemeClr>
          </a:solidFill>
        </p:spPr>
        <p:txBody>
          <a:bodyPr wrap="square" rtlCol="0">
            <a:spAutoFit/>
          </a:bodyPr>
          <a:lstStyle/>
          <a:p>
            <a:pPr algn="ctr"/>
            <a:r>
              <a:rPr lang="es-PE" sz="1600" dirty="0"/>
              <a:t>Datos de </a:t>
            </a:r>
            <a:r>
              <a:rPr lang="es-PE" sz="1600" dirty="0" smtClean="0"/>
              <a:t>Prueba</a:t>
            </a:r>
            <a:endParaRPr lang="es-PE" sz="1600" dirty="0"/>
          </a:p>
        </p:txBody>
      </p:sp>
      <p:pic>
        <p:nvPicPr>
          <p:cNvPr id="2" name="Imagen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5731" y="1333501"/>
            <a:ext cx="3792538" cy="3792538"/>
          </a:xfrm>
          <a:prstGeom prst="rect">
            <a:avLst/>
          </a:prstGeom>
        </p:spPr>
      </p:pic>
    </p:spTree>
    <p:custDataLst>
      <p:tags r:id="rId1"/>
    </p:custDataLst>
    <p:extLst>
      <p:ext uri="{BB962C8B-B14F-4D97-AF65-F5344CB8AC3E}">
        <p14:creationId xmlns:p14="http://schemas.microsoft.com/office/powerpoint/2010/main" val="143640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7" name="Rectangle 3"/>
          <p:cNvSpPr/>
          <p:nvPr/>
        </p:nvSpPr>
        <p:spPr>
          <a:xfrm>
            <a:off x="424252" y="3703125"/>
            <a:ext cx="7966170" cy="867930"/>
          </a:xfrm>
          <a:prstGeom prst="rect">
            <a:avLst/>
          </a:prstGeom>
        </p:spPr>
        <p:txBody>
          <a:bodyPr wrap="square">
            <a:spAutoFit/>
          </a:bodyPr>
          <a:lstStyle/>
          <a:p>
            <a:pPr>
              <a:lnSpc>
                <a:spcPct val="90000"/>
              </a:lnSpc>
              <a:spcBef>
                <a:spcPts val="1000"/>
              </a:spcBef>
              <a:defRPr/>
            </a:pPr>
            <a:r>
              <a:rPr lang="es-PE" sz="2800" b="1" dirty="0" smtClean="0">
                <a:solidFill>
                  <a:schemeClr val="bg1"/>
                </a:solidFill>
                <a:latin typeface="Calibri"/>
                <a:cs typeface="Calibri"/>
              </a:rPr>
              <a:t>/ </a:t>
            </a:r>
            <a:r>
              <a:rPr lang="es-PE" sz="2800" b="1" dirty="0" smtClean="0">
                <a:solidFill>
                  <a:schemeClr val="bg1"/>
                </a:solidFill>
                <a:cs typeface="Calibri"/>
              </a:rPr>
              <a:t>REQUISITOS DE SEGURIDAD DE LOS </a:t>
            </a:r>
            <a:br>
              <a:rPr lang="es-PE" sz="2800" b="1" dirty="0" smtClean="0">
                <a:solidFill>
                  <a:schemeClr val="bg1"/>
                </a:solidFill>
                <a:cs typeface="Calibri"/>
              </a:rPr>
            </a:br>
            <a:r>
              <a:rPr lang="es-PE" sz="2800" b="1" dirty="0" smtClean="0">
                <a:solidFill>
                  <a:schemeClr val="bg1"/>
                </a:solidFill>
                <a:cs typeface="Calibri"/>
              </a:rPr>
              <a:t>   SISTEMAS DE INFORMACIÓN </a:t>
            </a:r>
            <a:endParaRPr lang="es-PE" sz="2800" b="1" dirty="0">
              <a:solidFill>
                <a:schemeClr val="bg1"/>
              </a:solidFill>
              <a:cs typeface="Calibri"/>
            </a:endParaRP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512024" y="331345"/>
            <a:ext cx="6032614" cy="200055"/>
          </a:xfrm>
          <a:prstGeom prst="rect">
            <a:avLst/>
          </a:prstGeom>
        </p:spPr>
        <p:txBody>
          <a:bodyPr wrap="square" lIns="0" tIns="0" rIns="0" bIns="0">
            <a:spAutoFit/>
          </a:bodyPr>
          <a:lstStyle/>
          <a:p>
            <a:r>
              <a:rPr lang="en-US" sz="1300" smtClean="0">
                <a:solidFill>
                  <a:srgbClr val="438AD7"/>
                </a:solidFill>
              </a:rPr>
              <a:t>/ </a:t>
            </a:r>
            <a:r>
              <a:rPr lang="en-US" sz="1300">
                <a:solidFill>
                  <a:srgbClr val="438AD7"/>
                </a:solidFill>
              </a:rPr>
              <a:t>REQUISITOS DE SEGURIDAD DE LOS </a:t>
            </a:r>
            <a:r>
              <a:rPr lang="en-US" sz="1300" smtClean="0">
                <a:solidFill>
                  <a:srgbClr val="438AD7"/>
                </a:solidFill>
              </a:rPr>
              <a:t>SISTEMAS </a:t>
            </a:r>
            <a:r>
              <a:rPr lang="en-US" sz="1300">
                <a:solidFill>
                  <a:srgbClr val="438AD7"/>
                </a:solidFill>
              </a:rPr>
              <a:t>DE INFORMACIÓN </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6"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AGENDA</a:t>
            </a:r>
            <a:endParaRPr lang="en-US" sz="1600" b="1" spc="-10" dirty="0">
              <a:cs typeface="Source Sans Pro"/>
            </a:endParaRPr>
          </a:p>
        </p:txBody>
      </p:sp>
      <p:graphicFrame>
        <p:nvGraphicFramePr>
          <p:cNvPr id="7" name="Diagrama 6"/>
          <p:cNvGraphicFramePr/>
          <p:nvPr>
            <p:extLst>
              <p:ext uri="{D42A27DB-BD31-4B8C-83A1-F6EECF244321}">
                <p14:modId xmlns:p14="http://schemas.microsoft.com/office/powerpoint/2010/main" val="194572"/>
              </p:ext>
            </p:extLst>
          </p:nvPr>
        </p:nvGraphicFramePr>
        <p:xfrm>
          <a:off x="1717386" y="1273175"/>
          <a:ext cx="5709228" cy="2879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702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graphicFrame>
        <p:nvGraphicFramePr>
          <p:cNvPr id="11" name="Diagrama 10"/>
          <p:cNvGraphicFramePr/>
          <p:nvPr>
            <p:extLst>
              <p:ext uri="{D42A27DB-BD31-4B8C-83A1-F6EECF244321}">
                <p14:modId xmlns:p14="http://schemas.microsoft.com/office/powerpoint/2010/main" val="1113322470"/>
              </p:ext>
            </p:extLst>
          </p:nvPr>
        </p:nvGraphicFramePr>
        <p:xfrm>
          <a:off x="468313" y="1096532"/>
          <a:ext cx="8207375" cy="31234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5"/>
          <p:cNvSpPr/>
          <p:nvPr/>
        </p:nvSpPr>
        <p:spPr>
          <a:xfrm>
            <a:off x="512024" y="331345"/>
            <a:ext cx="6032614" cy="200055"/>
          </a:xfrm>
          <a:prstGeom prst="rect">
            <a:avLst/>
          </a:prstGeom>
        </p:spPr>
        <p:txBody>
          <a:bodyPr wrap="square" lIns="0" tIns="0" rIns="0" bIns="0">
            <a:spAutoFit/>
          </a:bodyPr>
          <a:lstStyle/>
          <a:p>
            <a:r>
              <a:rPr lang="en-US" sz="1300" smtClean="0">
                <a:solidFill>
                  <a:srgbClr val="438AD7"/>
                </a:solidFill>
              </a:rPr>
              <a:t>/ </a:t>
            </a:r>
            <a:r>
              <a:rPr lang="en-US" sz="1300">
                <a:solidFill>
                  <a:srgbClr val="438AD7"/>
                </a:solidFill>
              </a:rPr>
              <a:t>REQUISITOS DE SEGURIDAD DE LOS </a:t>
            </a:r>
            <a:r>
              <a:rPr lang="en-US" sz="1300" smtClean="0">
                <a:solidFill>
                  <a:srgbClr val="438AD7"/>
                </a:solidFill>
              </a:rPr>
              <a:t>SISTEMAS </a:t>
            </a:r>
            <a:r>
              <a:rPr lang="en-US" sz="1300">
                <a:solidFill>
                  <a:srgbClr val="438AD7"/>
                </a:solidFill>
              </a:rPr>
              <a:t>DE INFORMACIÓN </a:t>
            </a:r>
          </a:p>
        </p:txBody>
      </p:sp>
    </p:spTree>
    <p:extLst>
      <p:ext uri="{BB962C8B-B14F-4D97-AF65-F5344CB8AC3E}">
        <p14:creationId xmlns:p14="http://schemas.microsoft.com/office/powerpoint/2010/main" val="300933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984885"/>
          </a:xfrm>
          <a:prstGeom prst="rect">
            <a:avLst/>
          </a:prstGeom>
        </p:spPr>
        <p:txBody>
          <a:bodyPr vert="horz" wrap="square" lIns="0" tIns="0" rIns="0" bIns="0" rtlCol="0">
            <a:spAutoFit/>
          </a:bodyPr>
          <a:lstStyle/>
          <a:p>
            <a:pPr>
              <a:buSzPct val="100000"/>
              <a:tabLst>
                <a:tab pos="85725" algn="l"/>
              </a:tabLst>
            </a:pPr>
            <a:r>
              <a:rPr lang="en-US" sz="1600" b="1" spc="-10" dirty="0">
                <a:cs typeface="Source Sans Pro"/>
              </a:rPr>
              <a:t>A.14.1 </a:t>
            </a:r>
            <a:r>
              <a:rPr lang="en-US" sz="1600" b="1" spc="-10" dirty="0" err="1">
                <a:cs typeface="Source Sans Pro"/>
              </a:rPr>
              <a:t>Requisitos</a:t>
            </a:r>
            <a:r>
              <a:rPr lang="en-US" sz="1600" b="1" spc="-10" dirty="0">
                <a:cs typeface="Source Sans Pro"/>
              </a:rPr>
              <a:t> de </a:t>
            </a:r>
            <a:r>
              <a:rPr lang="en-US" sz="1600" b="1" spc="-10" dirty="0" err="1">
                <a:cs typeface="Source Sans Pro"/>
              </a:rPr>
              <a:t>Seguridad</a:t>
            </a:r>
            <a:r>
              <a:rPr lang="en-US" sz="1600" b="1" spc="-10" dirty="0">
                <a:cs typeface="Source Sans Pro"/>
              </a:rPr>
              <a:t> de </a:t>
            </a:r>
            <a:r>
              <a:rPr lang="en-US" sz="1600" b="1" spc="-10" dirty="0" err="1">
                <a:cs typeface="Source Sans Pro"/>
              </a:rPr>
              <a:t>los</a:t>
            </a:r>
            <a:r>
              <a:rPr lang="en-US" sz="1600" b="1" spc="-10" dirty="0">
                <a:cs typeface="Source Sans Pro"/>
              </a:rPr>
              <a:t> </a:t>
            </a:r>
            <a:r>
              <a:rPr lang="en-US" sz="1600" b="1" spc="-10" dirty="0" err="1">
                <a:cs typeface="Source Sans Pro"/>
              </a:rPr>
              <a:t>Sistemas</a:t>
            </a:r>
            <a:r>
              <a:rPr lang="en-US" sz="1600" b="1" spc="-10" dirty="0">
                <a:cs typeface="Source Sans Pro"/>
              </a:rPr>
              <a:t> de </a:t>
            </a:r>
            <a:r>
              <a:rPr lang="en-US" sz="1600" b="1" spc="-10" dirty="0" err="1">
                <a:cs typeface="Source Sans Pro"/>
              </a:rPr>
              <a:t>Información</a:t>
            </a:r>
            <a:endParaRPr lang="en-US" sz="1600" b="1" spc="-10" dirty="0">
              <a:cs typeface="Source Sans Pro"/>
            </a:endParaRPr>
          </a:p>
          <a:p>
            <a:pPr>
              <a:buSzPct val="100000"/>
              <a:tabLst>
                <a:tab pos="85725" algn="l"/>
              </a:tabLst>
            </a:pPr>
            <a:r>
              <a:rPr lang="en-US" sz="1600" b="1" spc="-10" dirty="0" err="1">
                <a:cs typeface="Source Sans Pro"/>
              </a:rPr>
              <a:t>Objetivo</a:t>
            </a:r>
            <a:r>
              <a:rPr lang="en-US" sz="1600" b="1" spc="-10" dirty="0">
                <a:cs typeface="Source Sans Pro"/>
              </a:rPr>
              <a:t>: </a:t>
            </a:r>
            <a:r>
              <a:rPr lang="en-US" sz="1600" spc="-10" dirty="0" err="1">
                <a:cs typeface="Source Sans Pro"/>
              </a:rPr>
              <a:t>Garantizar</a:t>
            </a:r>
            <a:r>
              <a:rPr lang="en-US" sz="1600" spc="-10" dirty="0">
                <a:cs typeface="Source Sans Pro"/>
              </a:rPr>
              <a:t> que la </a:t>
            </a:r>
            <a:r>
              <a:rPr lang="en-US" sz="1600" spc="-10" dirty="0" err="1">
                <a:cs typeface="Source Sans Pro"/>
              </a:rPr>
              <a:t>seguridad</a:t>
            </a:r>
            <a:r>
              <a:rPr lang="en-US" sz="1600" spc="-10" dirty="0">
                <a:cs typeface="Source Sans Pro"/>
              </a:rPr>
              <a:t> de la </a:t>
            </a:r>
            <a:r>
              <a:rPr lang="en-US" sz="1600" spc="-10" dirty="0" err="1">
                <a:cs typeface="Source Sans Pro"/>
              </a:rPr>
              <a:t>información</a:t>
            </a:r>
            <a:r>
              <a:rPr lang="en-US" sz="1600" spc="-10" dirty="0">
                <a:cs typeface="Source Sans Pro"/>
              </a:rPr>
              <a:t> </a:t>
            </a:r>
            <a:r>
              <a:rPr lang="en-US" sz="1600" spc="-10" dirty="0" err="1">
                <a:cs typeface="Source Sans Pro"/>
              </a:rPr>
              <a:t>está</a:t>
            </a:r>
            <a:r>
              <a:rPr lang="en-US" sz="1600" spc="-10" dirty="0">
                <a:cs typeface="Source Sans Pro"/>
              </a:rPr>
              <a:t> </a:t>
            </a:r>
            <a:r>
              <a:rPr lang="en-US" sz="1600" spc="-10" dirty="0" err="1">
                <a:cs typeface="Source Sans Pro"/>
              </a:rPr>
              <a:t>integrada</a:t>
            </a:r>
            <a:r>
              <a:rPr lang="en-US" sz="1600" spc="-10" dirty="0">
                <a:cs typeface="Source Sans Pro"/>
              </a:rPr>
              <a:t> </a:t>
            </a:r>
            <a:r>
              <a:rPr lang="en-US" sz="1600" spc="-10" dirty="0" err="1">
                <a:cs typeface="Source Sans Pro"/>
              </a:rPr>
              <a:t>en</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sistemas</a:t>
            </a:r>
            <a:r>
              <a:rPr lang="en-US" sz="1600" spc="-10" dirty="0">
                <a:cs typeface="Source Sans Pro"/>
              </a:rPr>
              <a:t> de </a:t>
            </a:r>
            <a:r>
              <a:rPr lang="en-US" sz="1600" spc="-10" dirty="0" err="1">
                <a:cs typeface="Source Sans Pro"/>
              </a:rPr>
              <a:t>información</a:t>
            </a:r>
            <a:r>
              <a:rPr lang="en-US" sz="1600" spc="-10" dirty="0">
                <a:cs typeface="Source Sans Pro"/>
              </a:rPr>
              <a:t> a lo largo de </a:t>
            </a:r>
            <a:r>
              <a:rPr lang="en-US" sz="1600" spc="-10" dirty="0" err="1">
                <a:cs typeface="Source Sans Pro"/>
              </a:rPr>
              <a:t>todo</a:t>
            </a:r>
            <a:r>
              <a:rPr lang="en-US" sz="1600" spc="-10" dirty="0">
                <a:cs typeface="Source Sans Pro"/>
              </a:rPr>
              <a:t> el </a:t>
            </a:r>
            <a:r>
              <a:rPr lang="en-US" sz="1600" spc="-10" dirty="0" err="1">
                <a:cs typeface="Source Sans Pro"/>
              </a:rPr>
              <a:t>ciclo</a:t>
            </a:r>
            <a:r>
              <a:rPr lang="en-US" sz="1600" spc="-10" dirty="0">
                <a:cs typeface="Source Sans Pro"/>
              </a:rPr>
              <a:t> vital. </a:t>
            </a:r>
            <a:r>
              <a:rPr lang="en-US" sz="1600" spc="-10" dirty="0" err="1">
                <a:cs typeface="Source Sans Pro"/>
              </a:rPr>
              <a:t>Esto</a:t>
            </a:r>
            <a:r>
              <a:rPr lang="en-US" sz="1600" spc="-10" dirty="0">
                <a:cs typeface="Source Sans Pro"/>
              </a:rPr>
              <a:t> </a:t>
            </a:r>
            <a:r>
              <a:rPr lang="en-US" sz="1600" spc="-10" dirty="0" err="1">
                <a:cs typeface="Source Sans Pro"/>
              </a:rPr>
              <a:t>también</a:t>
            </a:r>
            <a:r>
              <a:rPr lang="en-US" sz="1600" spc="-10" dirty="0">
                <a:cs typeface="Source Sans Pro"/>
              </a:rPr>
              <a:t> </a:t>
            </a:r>
            <a:r>
              <a:rPr lang="en-US" sz="1600" spc="-10" dirty="0" err="1">
                <a:cs typeface="Source Sans Pro"/>
              </a:rPr>
              <a:t>incluye</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requisitos</a:t>
            </a:r>
            <a:r>
              <a:rPr lang="en-US" sz="1600" spc="-10" dirty="0">
                <a:cs typeface="Source Sans Pro"/>
              </a:rPr>
              <a:t> para </a:t>
            </a:r>
            <a:r>
              <a:rPr lang="en-US" sz="1600" spc="-10" dirty="0" err="1">
                <a:cs typeface="Source Sans Pro"/>
              </a:rPr>
              <a:t>los</a:t>
            </a:r>
            <a:r>
              <a:rPr lang="en-US" sz="1600" spc="-10" dirty="0">
                <a:cs typeface="Source Sans Pro"/>
              </a:rPr>
              <a:t> </a:t>
            </a:r>
            <a:r>
              <a:rPr lang="en-US" sz="1600" spc="-10" dirty="0" err="1">
                <a:cs typeface="Source Sans Pro"/>
              </a:rPr>
              <a:t>sistemas</a:t>
            </a:r>
            <a:r>
              <a:rPr lang="en-US" sz="1600" spc="-10" dirty="0">
                <a:cs typeface="Source Sans Pro"/>
              </a:rPr>
              <a:t> de </a:t>
            </a:r>
            <a:r>
              <a:rPr lang="en-US" sz="1600" spc="-10" dirty="0" err="1">
                <a:cs typeface="Source Sans Pro"/>
              </a:rPr>
              <a:t>información</a:t>
            </a:r>
            <a:r>
              <a:rPr lang="en-US" sz="1600" spc="-10" dirty="0">
                <a:cs typeface="Source Sans Pro"/>
              </a:rPr>
              <a:t> que </a:t>
            </a:r>
            <a:r>
              <a:rPr lang="en-US" sz="1600" spc="-10" dirty="0" err="1">
                <a:cs typeface="Source Sans Pro"/>
              </a:rPr>
              <a:t>ofrecen</a:t>
            </a:r>
            <a:r>
              <a:rPr lang="en-US" sz="1600" spc="-10" dirty="0">
                <a:cs typeface="Source Sans Pro"/>
              </a:rPr>
              <a:t> </a:t>
            </a:r>
            <a:r>
              <a:rPr lang="en-US" sz="1600" spc="-10" dirty="0" err="1">
                <a:cs typeface="Source Sans Pro"/>
              </a:rPr>
              <a:t>sus</a:t>
            </a:r>
            <a:r>
              <a:rPr lang="en-US" sz="1600" spc="-10" dirty="0">
                <a:cs typeface="Source Sans Pro"/>
              </a:rPr>
              <a:t> </a:t>
            </a:r>
            <a:r>
              <a:rPr lang="en-US" sz="1600" spc="-10" dirty="0" err="1">
                <a:cs typeface="Source Sans Pro"/>
              </a:rPr>
              <a:t>servicios</a:t>
            </a:r>
            <a:r>
              <a:rPr lang="en-US" sz="1600" spc="-10" dirty="0">
                <a:cs typeface="Source Sans Pro"/>
              </a:rPr>
              <a:t> a </a:t>
            </a:r>
            <a:r>
              <a:rPr lang="en-US" sz="1600" spc="-10" dirty="0" err="1">
                <a:cs typeface="Source Sans Pro"/>
              </a:rPr>
              <a:t>través</a:t>
            </a:r>
            <a:r>
              <a:rPr lang="en-US" sz="1600" spc="-10" dirty="0">
                <a:cs typeface="Source Sans Pro"/>
              </a:rPr>
              <a:t> de </a:t>
            </a:r>
            <a:r>
              <a:rPr lang="en-US" sz="1600" spc="-10" dirty="0" err="1">
                <a:cs typeface="Source Sans Pro"/>
              </a:rPr>
              <a:t>redes</a:t>
            </a:r>
            <a:r>
              <a:rPr lang="en-US" sz="1600" spc="-10" dirty="0">
                <a:cs typeface="Source Sans Pro"/>
              </a:rPr>
              <a:t> </a:t>
            </a:r>
            <a:r>
              <a:rPr lang="en-US" sz="1600" spc="-10" dirty="0" err="1">
                <a:cs typeface="Source Sans Pro"/>
              </a:rPr>
              <a:t>públicas</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6" name="Rectangle 5"/>
          <p:cNvSpPr/>
          <p:nvPr/>
        </p:nvSpPr>
        <p:spPr>
          <a:xfrm>
            <a:off x="512024" y="331345"/>
            <a:ext cx="6032614" cy="200055"/>
          </a:xfrm>
          <a:prstGeom prst="rect">
            <a:avLst/>
          </a:prstGeom>
        </p:spPr>
        <p:txBody>
          <a:bodyPr wrap="square" lIns="0" tIns="0" rIns="0" bIns="0">
            <a:spAutoFit/>
          </a:bodyPr>
          <a:lstStyle/>
          <a:p>
            <a:r>
              <a:rPr lang="en-US" sz="1300" smtClean="0">
                <a:solidFill>
                  <a:srgbClr val="438AD7"/>
                </a:solidFill>
              </a:rPr>
              <a:t>/ </a:t>
            </a:r>
            <a:r>
              <a:rPr lang="en-US" sz="1300">
                <a:solidFill>
                  <a:srgbClr val="438AD7"/>
                </a:solidFill>
              </a:rPr>
              <a:t>REQUISITOS DE SEGURIDAD DE LOS </a:t>
            </a:r>
            <a:r>
              <a:rPr lang="en-US" sz="1300" smtClean="0">
                <a:solidFill>
                  <a:srgbClr val="438AD7"/>
                </a:solidFill>
              </a:rPr>
              <a:t>SISTEMAS </a:t>
            </a:r>
            <a:r>
              <a:rPr lang="en-US" sz="1300">
                <a:solidFill>
                  <a:srgbClr val="438AD7"/>
                </a:solidFill>
              </a:rPr>
              <a:t>DE INFORMACIÓN </a:t>
            </a:r>
          </a:p>
        </p:txBody>
      </p:sp>
    </p:spTree>
    <p:extLst>
      <p:ext uri="{BB962C8B-B14F-4D97-AF65-F5344CB8AC3E}">
        <p14:creationId xmlns:p14="http://schemas.microsoft.com/office/powerpoint/2010/main" val="406309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CICLO DE VIDA DEL SOFTWARE</a:t>
            </a:r>
            <a:endParaRPr lang="en-US" sz="1600" b="1" spc="-10" dirty="0">
              <a:cs typeface="Source Sans Pro"/>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6" name="Rectangle 5"/>
          <p:cNvSpPr/>
          <p:nvPr/>
        </p:nvSpPr>
        <p:spPr>
          <a:xfrm>
            <a:off x="512024" y="331345"/>
            <a:ext cx="6032614" cy="200055"/>
          </a:xfrm>
          <a:prstGeom prst="rect">
            <a:avLst/>
          </a:prstGeom>
        </p:spPr>
        <p:txBody>
          <a:bodyPr wrap="square" lIns="0" tIns="0" rIns="0" bIns="0">
            <a:spAutoFit/>
          </a:bodyPr>
          <a:lstStyle/>
          <a:p>
            <a:r>
              <a:rPr lang="en-US" sz="1300" smtClean="0">
                <a:solidFill>
                  <a:srgbClr val="438AD7"/>
                </a:solidFill>
              </a:rPr>
              <a:t>/ </a:t>
            </a:r>
            <a:r>
              <a:rPr lang="en-US" sz="1300">
                <a:solidFill>
                  <a:srgbClr val="438AD7"/>
                </a:solidFill>
              </a:rPr>
              <a:t>REQUISITOS DE SEGURIDAD DE LOS </a:t>
            </a:r>
            <a:r>
              <a:rPr lang="en-US" sz="1300" smtClean="0">
                <a:solidFill>
                  <a:srgbClr val="438AD7"/>
                </a:solidFill>
              </a:rPr>
              <a:t>SISTEMAS </a:t>
            </a:r>
            <a:r>
              <a:rPr lang="en-US" sz="1300">
                <a:solidFill>
                  <a:srgbClr val="438AD7"/>
                </a:solidFill>
              </a:rPr>
              <a:t>DE INFORMACIÓN </a:t>
            </a:r>
          </a:p>
        </p:txBody>
      </p:sp>
      <p:graphicFrame>
        <p:nvGraphicFramePr>
          <p:cNvPr id="5" name="Diagrama 4"/>
          <p:cNvGraphicFramePr/>
          <p:nvPr>
            <p:extLst>
              <p:ext uri="{D42A27DB-BD31-4B8C-83A1-F6EECF244321}">
                <p14:modId xmlns:p14="http://schemas.microsoft.com/office/powerpoint/2010/main" val="162444062"/>
              </p:ext>
            </p:extLst>
          </p:nvPr>
        </p:nvGraphicFramePr>
        <p:xfrm>
          <a:off x="1536205" y="1386190"/>
          <a:ext cx="6071591" cy="37303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Elipse 8"/>
          <p:cNvSpPr/>
          <p:nvPr/>
        </p:nvSpPr>
        <p:spPr>
          <a:xfrm>
            <a:off x="3752224" y="2452558"/>
            <a:ext cx="1639552" cy="1566779"/>
          </a:xfrm>
          <a:prstGeom prst="ellipse">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r>
              <a:rPr lang="es-PE" sz="1200" dirty="0" smtClean="0"/>
              <a:t>Administración y mantenimiento</a:t>
            </a:r>
            <a:endParaRPr lang="es-PE" sz="1200" dirty="0"/>
          </a:p>
        </p:txBody>
      </p:sp>
    </p:spTree>
    <p:extLst>
      <p:ext uri="{BB962C8B-B14F-4D97-AF65-F5344CB8AC3E}">
        <p14:creationId xmlns:p14="http://schemas.microsoft.com/office/powerpoint/2010/main" val="1241265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738664"/>
          </a:xfrm>
          <a:prstGeom prst="rect">
            <a:avLst/>
          </a:prstGeom>
        </p:spPr>
        <p:txBody>
          <a:bodyPr vert="horz" wrap="square" lIns="0" tIns="0" rIns="0" bIns="0" rtlCol="0">
            <a:spAutoFit/>
          </a:bodyPr>
          <a:lstStyle/>
          <a:p>
            <a:pPr>
              <a:buSzPct val="100000"/>
              <a:tabLst>
                <a:tab pos="85725" algn="l"/>
              </a:tabLst>
            </a:pPr>
            <a:r>
              <a:rPr lang="en-US" sz="1600" b="1" spc="-10" dirty="0">
                <a:cs typeface="Source Sans Pro"/>
              </a:rPr>
              <a:t>A.14.1.1 </a:t>
            </a:r>
            <a:r>
              <a:rPr lang="en-US" sz="1600" b="1" spc="-10" dirty="0" err="1">
                <a:cs typeface="Source Sans Pro"/>
              </a:rPr>
              <a:t>Análisis</a:t>
            </a:r>
            <a:r>
              <a:rPr lang="en-US" sz="1600" b="1" spc="-10" dirty="0">
                <a:cs typeface="Source Sans Pro"/>
              </a:rPr>
              <a:t> y </a:t>
            </a:r>
            <a:r>
              <a:rPr lang="en-US" sz="1600" b="1" spc="-10" dirty="0" err="1">
                <a:cs typeface="Source Sans Pro"/>
              </a:rPr>
              <a:t>especificación</a:t>
            </a:r>
            <a:r>
              <a:rPr lang="en-US" sz="1600" b="1" spc="-10" dirty="0">
                <a:cs typeface="Source Sans Pro"/>
              </a:rPr>
              <a:t> de </a:t>
            </a:r>
            <a:r>
              <a:rPr lang="en-US" sz="1600" b="1" spc="-10" dirty="0" err="1">
                <a:cs typeface="Source Sans Pro"/>
              </a:rPr>
              <a:t>los</a:t>
            </a:r>
            <a:r>
              <a:rPr lang="en-US" sz="1600" b="1" spc="-10" dirty="0">
                <a:cs typeface="Source Sans Pro"/>
              </a:rPr>
              <a:t> </a:t>
            </a:r>
            <a:r>
              <a:rPr lang="en-US" sz="1600" b="1" spc="-10" dirty="0" err="1">
                <a:cs typeface="Source Sans Pro"/>
              </a:rPr>
              <a:t>requisitos</a:t>
            </a:r>
            <a:r>
              <a:rPr lang="en-US" sz="1600" b="1" spc="-10" dirty="0">
                <a:cs typeface="Source Sans Pro"/>
              </a:rPr>
              <a:t> de </a:t>
            </a:r>
            <a:r>
              <a:rPr lang="en-US" sz="1600" b="1" spc="-10" dirty="0" err="1">
                <a:cs typeface="Source Sans Pro"/>
              </a:rPr>
              <a:t>seguridad</a:t>
            </a:r>
            <a:r>
              <a:rPr lang="en-US" sz="1600" b="1" spc="-10" dirty="0">
                <a:cs typeface="Source Sans Pro"/>
              </a:rPr>
              <a:t> de la </a:t>
            </a:r>
            <a:r>
              <a:rPr lang="en-US" sz="1600" b="1" spc="-10" dirty="0" err="1">
                <a:cs typeface="Source Sans Pro"/>
              </a:rPr>
              <a:t>información</a:t>
            </a:r>
            <a:endParaRPr lang="en-US" sz="1600" b="1" spc="-10" dirty="0">
              <a:cs typeface="Source Sans Pro"/>
            </a:endParaRPr>
          </a:p>
          <a:p>
            <a:pPr>
              <a:buSzPct val="100000"/>
              <a:tabLst>
                <a:tab pos="85725" algn="l"/>
              </a:tabLst>
            </a:pPr>
            <a:r>
              <a:rPr lang="en-US" sz="1600" spc="-10" dirty="0">
                <a:cs typeface="Source Sans Pro"/>
              </a:rPr>
              <a:t>Los </a:t>
            </a:r>
            <a:r>
              <a:rPr lang="en-US" sz="1600" spc="-10" dirty="0" err="1">
                <a:cs typeface="Source Sans Pro"/>
              </a:rPr>
              <a:t>requisitos</a:t>
            </a:r>
            <a:r>
              <a:rPr lang="en-US" sz="1600" spc="-10" dirty="0">
                <a:cs typeface="Source Sans Pro"/>
              </a:rPr>
              <a:t> </a:t>
            </a:r>
            <a:r>
              <a:rPr lang="en-US" sz="1600" spc="-10" dirty="0" err="1">
                <a:cs typeface="Source Sans Pro"/>
              </a:rPr>
              <a:t>relacionados</a:t>
            </a:r>
            <a:r>
              <a:rPr lang="en-US" sz="1600" spc="-10" dirty="0">
                <a:cs typeface="Source Sans Pro"/>
              </a:rPr>
              <a:t> con la </a:t>
            </a:r>
            <a:r>
              <a:rPr lang="en-US" sz="1600" spc="-10" dirty="0" err="1">
                <a:cs typeface="Source Sans Pro"/>
              </a:rPr>
              <a:t>seguridad</a:t>
            </a:r>
            <a:r>
              <a:rPr lang="en-US" sz="1600" spc="-10" dirty="0">
                <a:cs typeface="Source Sans Pro"/>
              </a:rPr>
              <a:t> de la </a:t>
            </a:r>
            <a:r>
              <a:rPr lang="en-US" sz="1600" spc="-10" dirty="0" err="1">
                <a:cs typeface="Source Sans Pro"/>
              </a:rPr>
              <a:t>información</a:t>
            </a:r>
            <a:r>
              <a:rPr lang="en-US" sz="1600" spc="-10" dirty="0">
                <a:cs typeface="Source Sans Pro"/>
              </a:rPr>
              <a:t> </a:t>
            </a:r>
            <a:r>
              <a:rPr lang="en-US" sz="1600" spc="-10" dirty="0" err="1">
                <a:cs typeface="Source Sans Pro"/>
              </a:rPr>
              <a:t>deberán</a:t>
            </a:r>
            <a:r>
              <a:rPr lang="en-US" sz="1600" spc="-10" dirty="0">
                <a:cs typeface="Source Sans Pro"/>
              </a:rPr>
              <a:t> </a:t>
            </a:r>
            <a:r>
              <a:rPr lang="en-US" sz="1600" spc="-10" dirty="0" err="1">
                <a:cs typeface="Source Sans Pro"/>
              </a:rPr>
              <a:t>ser</a:t>
            </a:r>
            <a:r>
              <a:rPr lang="en-US" sz="1600" spc="-10" dirty="0">
                <a:cs typeface="Source Sans Pro"/>
              </a:rPr>
              <a:t> </a:t>
            </a:r>
            <a:r>
              <a:rPr lang="en-US" sz="1600" spc="-10" dirty="0" err="1">
                <a:cs typeface="Source Sans Pro"/>
              </a:rPr>
              <a:t>incluidos</a:t>
            </a:r>
            <a:r>
              <a:rPr lang="en-US" sz="1600" spc="-10" dirty="0">
                <a:cs typeface="Source Sans Pro"/>
              </a:rPr>
              <a:t> </a:t>
            </a:r>
            <a:r>
              <a:rPr lang="en-US" sz="1600" spc="-10" dirty="0" err="1">
                <a:cs typeface="Source Sans Pro"/>
              </a:rPr>
              <a:t>en</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requisitos</a:t>
            </a:r>
            <a:r>
              <a:rPr lang="en-US" sz="1600" spc="-10" dirty="0">
                <a:cs typeface="Source Sans Pro"/>
              </a:rPr>
              <a:t> para </a:t>
            </a:r>
            <a:r>
              <a:rPr lang="en-US" sz="1600" spc="-10" dirty="0" err="1">
                <a:cs typeface="Source Sans Pro"/>
              </a:rPr>
              <a:t>los</a:t>
            </a:r>
            <a:r>
              <a:rPr lang="en-US" sz="1600" spc="-10" dirty="0">
                <a:cs typeface="Source Sans Pro"/>
              </a:rPr>
              <a:t> </a:t>
            </a:r>
            <a:r>
              <a:rPr lang="en-US" sz="1600" spc="-10" dirty="0" err="1">
                <a:cs typeface="Source Sans Pro"/>
              </a:rPr>
              <a:t>nuevos</a:t>
            </a:r>
            <a:r>
              <a:rPr lang="en-US" sz="1600" spc="-10" dirty="0">
                <a:cs typeface="Source Sans Pro"/>
              </a:rPr>
              <a:t> </a:t>
            </a:r>
            <a:r>
              <a:rPr lang="en-US" sz="1600" spc="-10" dirty="0" err="1">
                <a:cs typeface="Source Sans Pro"/>
              </a:rPr>
              <a:t>sistemas</a:t>
            </a:r>
            <a:r>
              <a:rPr lang="en-US" sz="1600" spc="-10" dirty="0">
                <a:cs typeface="Source Sans Pro"/>
              </a:rPr>
              <a:t> de </a:t>
            </a:r>
            <a:r>
              <a:rPr lang="en-US" sz="1600" spc="-10" dirty="0" err="1">
                <a:cs typeface="Source Sans Pro"/>
              </a:rPr>
              <a:t>información</a:t>
            </a:r>
            <a:r>
              <a:rPr lang="en-US" sz="1600" spc="-10" dirty="0">
                <a:cs typeface="Source Sans Pro"/>
              </a:rPr>
              <a:t> o </a:t>
            </a:r>
            <a:r>
              <a:rPr lang="en-US" sz="1600" spc="-10" dirty="0" err="1">
                <a:cs typeface="Source Sans Pro"/>
              </a:rPr>
              <a:t>mejoras</a:t>
            </a:r>
            <a:r>
              <a:rPr lang="en-US" sz="1600" spc="-10" dirty="0">
                <a:cs typeface="Source Sans Pro"/>
              </a:rPr>
              <a:t> </a:t>
            </a:r>
            <a:r>
              <a:rPr lang="en-US" sz="1600" spc="-10" dirty="0" err="1">
                <a:cs typeface="Source Sans Pro"/>
              </a:rPr>
              <a:t>en</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actuales</a:t>
            </a:r>
            <a:r>
              <a:rPr lang="en-US" sz="1600" spc="-10" dirty="0">
                <a:cs typeface="Source Sans Pro"/>
              </a:rPr>
              <a:t> </a:t>
            </a:r>
            <a:r>
              <a:rPr lang="en-US" sz="1600" spc="-10" dirty="0" err="1">
                <a:cs typeface="Source Sans Pro"/>
              </a:rPr>
              <a:t>sistemas</a:t>
            </a:r>
            <a:r>
              <a:rPr lang="en-US" sz="1600" spc="-10" dirty="0">
                <a:cs typeface="Source Sans Pro"/>
              </a:rPr>
              <a:t> de </a:t>
            </a:r>
            <a:r>
              <a:rPr lang="en-US" sz="1600" spc="-10" dirty="0" err="1">
                <a:cs typeface="Source Sans Pro"/>
              </a:rPr>
              <a:t>información</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6" name="Rectangle 5"/>
          <p:cNvSpPr/>
          <p:nvPr/>
        </p:nvSpPr>
        <p:spPr>
          <a:xfrm>
            <a:off x="512024" y="331345"/>
            <a:ext cx="6032614" cy="200055"/>
          </a:xfrm>
          <a:prstGeom prst="rect">
            <a:avLst/>
          </a:prstGeom>
        </p:spPr>
        <p:txBody>
          <a:bodyPr wrap="square" lIns="0" tIns="0" rIns="0" bIns="0">
            <a:spAutoFit/>
          </a:bodyPr>
          <a:lstStyle/>
          <a:p>
            <a:r>
              <a:rPr lang="en-US" sz="1300" smtClean="0">
                <a:solidFill>
                  <a:srgbClr val="438AD7"/>
                </a:solidFill>
              </a:rPr>
              <a:t>/ </a:t>
            </a:r>
            <a:r>
              <a:rPr lang="en-US" sz="1300">
                <a:solidFill>
                  <a:srgbClr val="438AD7"/>
                </a:solidFill>
              </a:rPr>
              <a:t>REQUISITOS DE SEGURIDAD DE LOS </a:t>
            </a:r>
            <a:r>
              <a:rPr lang="en-US" sz="1300" smtClean="0">
                <a:solidFill>
                  <a:srgbClr val="438AD7"/>
                </a:solidFill>
              </a:rPr>
              <a:t>SISTEMAS </a:t>
            </a:r>
            <a:r>
              <a:rPr lang="en-US" sz="1300">
                <a:solidFill>
                  <a:srgbClr val="438AD7"/>
                </a:solidFill>
              </a:rPr>
              <a:t>DE INFORMACIÓN </a:t>
            </a:r>
          </a:p>
        </p:txBody>
      </p:sp>
    </p:spTree>
    <p:extLst>
      <p:ext uri="{BB962C8B-B14F-4D97-AF65-F5344CB8AC3E}">
        <p14:creationId xmlns:p14="http://schemas.microsoft.com/office/powerpoint/2010/main" val="1731258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6" name="Rectangle 5"/>
          <p:cNvSpPr/>
          <p:nvPr/>
        </p:nvSpPr>
        <p:spPr>
          <a:xfrm>
            <a:off x="512024" y="331345"/>
            <a:ext cx="6032614" cy="200055"/>
          </a:xfrm>
          <a:prstGeom prst="rect">
            <a:avLst/>
          </a:prstGeom>
        </p:spPr>
        <p:txBody>
          <a:bodyPr wrap="square" lIns="0" tIns="0" rIns="0" bIns="0">
            <a:spAutoFit/>
          </a:bodyPr>
          <a:lstStyle/>
          <a:p>
            <a:r>
              <a:rPr lang="en-US" sz="1300" smtClean="0">
                <a:solidFill>
                  <a:srgbClr val="438AD7"/>
                </a:solidFill>
              </a:rPr>
              <a:t>/ </a:t>
            </a:r>
            <a:r>
              <a:rPr lang="en-US" sz="1300">
                <a:solidFill>
                  <a:srgbClr val="438AD7"/>
                </a:solidFill>
              </a:rPr>
              <a:t>REQUISITOS DE SEGURIDAD DE LOS </a:t>
            </a:r>
            <a:r>
              <a:rPr lang="en-US" sz="1300" smtClean="0">
                <a:solidFill>
                  <a:srgbClr val="438AD7"/>
                </a:solidFill>
              </a:rPr>
              <a:t>SISTEMAS </a:t>
            </a:r>
            <a:r>
              <a:rPr lang="en-US" sz="1300">
                <a:solidFill>
                  <a:srgbClr val="438AD7"/>
                </a:solidFill>
              </a:rPr>
              <a:t>DE INFORMACIÓN </a:t>
            </a:r>
          </a:p>
        </p:txBody>
      </p:sp>
      <p:pic>
        <p:nvPicPr>
          <p:cNvPr id="5" name="Picture 2" descr="Resultado de imagen para information security requiremen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5605" y="984730"/>
            <a:ext cx="5232791" cy="4018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998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984885"/>
          </a:xfrm>
          <a:prstGeom prst="rect">
            <a:avLst/>
          </a:prstGeom>
        </p:spPr>
        <p:txBody>
          <a:bodyPr vert="horz" wrap="square" lIns="0" tIns="0" rIns="0" bIns="0" rtlCol="0">
            <a:spAutoFit/>
          </a:bodyPr>
          <a:lstStyle/>
          <a:p>
            <a:pPr>
              <a:buSzPct val="100000"/>
              <a:tabLst>
                <a:tab pos="85725" algn="l"/>
              </a:tabLst>
            </a:pPr>
            <a:r>
              <a:rPr lang="en-US" sz="1600" b="1" spc="-10" dirty="0">
                <a:cs typeface="Source Sans Pro"/>
              </a:rPr>
              <a:t>A.14.1.2 </a:t>
            </a:r>
            <a:r>
              <a:rPr lang="en-US" sz="1600" b="1" spc="-10" dirty="0" err="1">
                <a:cs typeface="Source Sans Pro"/>
              </a:rPr>
              <a:t>Asegurar</a:t>
            </a:r>
            <a:r>
              <a:rPr lang="en-US" sz="1600" b="1" spc="-10" dirty="0">
                <a:cs typeface="Source Sans Pro"/>
              </a:rPr>
              <a:t> </a:t>
            </a:r>
            <a:r>
              <a:rPr lang="en-US" sz="1600" b="1" spc="-10" dirty="0" err="1">
                <a:cs typeface="Source Sans Pro"/>
              </a:rPr>
              <a:t>servicios</a:t>
            </a:r>
            <a:r>
              <a:rPr lang="en-US" sz="1600" b="1" spc="-10" dirty="0">
                <a:cs typeface="Source Sans Pro"/>
              </a:rPr>
              <a:t> de </a:t>
            </a:r>
            <a:r>
              <a:rPr lang="en-US" sz="1600" b="1" spc="-10" dirty="0" err="1">
                <a:cs typeface="Source Sans Pro"/>
              </a:rPr>
              <a:t>aplicación</a:t>
            </a:r>
            <a:r>
              <a:rPr lang="en-US" sz="1600" b="1" spc="-10" dirty="0">
                <a:cs typeface="Source Sans Pro"/>
              </a:rPr>
              <a:t> </a:t>
            </a:r>
            <a:r>
              <a:rPr lang="en-US" sz="1600" b="1" spc="-10" dirty="0" err="1">
                <a:cs typeface="Source Sans Pro"/>
              </a:rPr>
              <a:t>en</a:t>
            </a:r>
            <a:r>
              <a:rPr lang="en-US" sz="1600" b="1" spc="-10" dirty="0">
                <a:cs typeface="Source Sans Pro"/>
              </a:rPr>
              <a:t> </a:t>
            </a:r>
            <a:r>
              <a:rPr lang="en-US" sz="1600" b="1" spc="-10" dirty="0" err="1">
                <a:cs typeface="Source Sans Pro"/>
              </a:rPr>
              <a:t>redes</a:t>
            </a:r>
            <a:r>
              <a:rPr lang="en-US" sz="1600" b="1" spc="-10" dirty="0">
                <a:cs typeface="Source Sans Pro"/>
              </a:rPr>
              <a:t> </a:t>
            </a:r>
            <a:r>
              <a:rPr lang="en-US" sz="1600" b="1" spc="-10" dirty="0" err="1">
                <a:cs typeface="Source Sans Pro"/>
              </a:rPr>
              <a:t>públicas</a:t>
            </a:r>
            <a:endParaRPr lang="en-US" sz="1600" b="1" spc="-10" dirty="0">
              <a:cs typeface="Source Sans Pro"/>
            </a:endParaRPr>
          </a:p>
          <a:p>
            <a:pPr>
              <a:buSzPct val="100000"/>
              <a:tabLst>
                <a:tab pos="85725" algn="l"/>
              </a:tabLst>
            </a:pPr>
            <a:r>
              <a:rPr lang="en-US" sz="1600" spc="-10" dirty="0">
                <a:cs typeface="Source Sans Pro"/>
              </a:rPr>
              <a:t>La </a:t>
            </a:r>
            <a:r>
              <a:rPr lang="en-US" sz="1600" spc="-10" dirty="0" err="1">
                <a:cs typeface="Source Sans Pro"/>
              </a:rPr>
              <a:t>información</a:t>
            </a:r>
            <a:r>
              <a:rPr lang="en-US" sz="1600" spc="-10" dirty="0">
                <a:cs typeface="Source Sans Pro"/>
              </a:rPr>
              <a:t> </a:t>
            </a:r>
            <a:r>
              <a:rPr lang="en-US" sz="1600" spc="-10" dirty="0" err="1">
                <a:cs typeface="Source Sans Pro"/>
              </a:rPr>
              <a:t>incluida</a:t>
            </a:r>
            <a:r>
              <a:rPr lang="en-US" sz="1600" spc="-10" dirty="0">
                <a:cs typeface="Source Sans Pro"/>
              </a:rPr>
              <a:t> </a:t>
            </a:r>
            <a:r>
              <a:rPr lang="en-US" sz="1600" spc="-10" dirty="0" err="1">
                <a:cs typeface="Source Sans Pro"/>
              </a:rPr>
              <a:t>en</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servicios</a:t>
            </a:r>
            <a:r>
              <a:rPr lang="en-US" sz="1600" spc="-10" dirty="0">
                <a:cs typeface="Source Sans Pro"/>
              </a:rPr>
              <a:t> de </a:t>
            </a:r>
            <a:r>
              <a:rPr lang="en-US" sz="1600" spc="-10" dirty="0" err="1">
                <a:cs typeface="Source Sans Pro"/>
              </a:rPr>
              <a:t>aplicaciones</a:t>
            </a:r>
            <a:r>
              <a:rPr lang="en-US" sz="1600" spc="-10" dirty="0">
                <a:cs typeface="Source Sans Pro"/>
              </a:rPr>
              <a:t> que se </a:t>
            </a:r>
            <a:r>
              <a:rPr lang="en-US" sz="1600" spc="-10" dirty="0" err="1">
                <a:cs typeface="Source Sans Pro"/>
              </a:rPr>
              <a:t>transmitan</a:t>
            </a:r>
            <a:r>
              <a:rPr lang="en-US" sz="1600" spc="-10" dirty="0">
                <a:cs typeface="Source Sans Pro"/>
              </a:rPr>
              <a:t> a </a:t>
            </a:r>
            <a:r>
              <a:rPr lang="en-US" sz="1600" spc="-10" dirty="0" err="1">
                <a:cs typeface="Source Sans Pro"/>
              </a:rPr>
              <a:t>través</a:t>
            </a:r>
            <a:r>
              <a:rPr lang="en-US" sz="1600" spc="-10" dirty="0">
                <a:cs typeface="Source Sans Pro"/>
              </a:rPr>
              <a:t> de </a:t>
            </a:r>
            <a:r>
              <a:rPr lang="en-US" sz="1600" spc="-10" dirty="0" err="1">
                <a:cs typeface="Source Sans Pro"/>
              </a:rPr>
              <a:t>redes</a:t>
            </a:r>
            <a:r>
              <a:rPr lang="en-US" sz="1600" spc="-10" dirty="0">
                <a:cs typeface="Source Sans Pro"/>
              </a:rPr>
              <a:t> </a:t>
            </a:r>
            <a:r>
              <a:rPr lang="en-US" sz="1600" spc="-10" dirty="0" err="1">
                <a:cs typeface="Source Sans Pro"/>
              </a:rPr>
              <a:t>púbicas</a:t>
            </a:r>
            <a:r>
              <a:rPr lang="en-US" sz="1600" spc="-10" dirty="0">
                <a:cs typeface="Source Sans Pro"/>
              </a:rPr>
              <a:t>, </a:t>
            </a:r>
            <a:r>
              <a:rPr lang="en-US" sz="1600" spc="-10" dirty="0" err="1">
                <a:cs typeface="Source Sans Pro"/>
              </a:rPr>
              <a:t>deberá</a:t>
            </a:r>
            <a:r>
              <a:rPr lang="en-US" sz="1600" spc="-10" dirty="0">
                <a:cs typeface="Source Sans Pro"/>
              </a:rPr>
              <a:t> </a:t>
            </a:r>
            <a:r>
              <a:rPr lang="en-US" sz="1600" spc="-10" dirty="0" err="1">
                <a:cs typeface="Source Sans Pro"/>
              </a:rPr>
              <a:t>protegerse</a:t>
            </a:r>
            <a:r>
              <a:rPr lang="en-US" sz="1600" spc="-10" dirty="0">
                <a:cs typeface="Source Sans Pro"/>
              </a:rPr>
              <a:t> contra las </a:t>
            </a:r>
            <a:r>
              <a:rPr lang="en-US" sz="1600" spc="-10" dirty="0" err="1">
                <a:cs typeface="Source Sans Pro"/>
              </a:rPr>
              <a:t>actividades</a:t>
            </a:r>
            <a:r>
              <a:rPr lang="en-US" sz="1600" spc="-10" dirty="0">
                <a:cs typeface="Source Sans Pro"/>
              </a:rPr>
              <a:t> </a:t>
            </a:r>
            <a:r>
              <a:rPr lang="en-US" sz="1600" spc="-10" dirty="0" err="1">
                <a:cs typeface="Source Sans Pro"/>
              </a:rPr>
              <a:t>fraudulentas</a:t>
            </a:r>
            <a:r>
              <a:rPr lang="en-US" sz="1600" spc="-10" dirty="0">
                <a:cs typeface="Source Sans Pro"/>
              </a:rPr>
              <a:t>, las </a:t>
            </a:r>
            <a:r>
              <a:rPr lang="en-US" sz="1600" spc="-10" dirty="0" err="1">
                <a:cs typeface="Source Sans Pro"/>
              </a:rPr>
              <a:t>disputas</a:t>
            </a:r>
            <a:r>
              <a:rPr lang="en-US" sz="1600" spc="-10" dirty="0">
                <a:cs typeface="Source Sans Pro"/>
              </a:rPr>
              <a:t> </a:t>
            </a:r>
            <a:r>
              <a:rPr lang="en-US" sz="1600" spc="-10" dirty="0" err="1">
                <a:cs typeface="Source Sans Pro"/>
              </a:rPr>
              <a:t>contractuales</a:t>
            </a:r>
            <a:r>
              <a:rPr lang="en-US" sz="1600" spc="-10" dirty="0">
                <a:cs typeface="Source Sans Pro"/>
              </a:rPr>
              <a:t>, y la </a:t>
            </a:r>
            <a:r>
              <a:rPr lang="en-US" sz="1600" spc="-10" dirty="0" err="1">
                <a:cs typeface="Source Sans Pro"/>
              </a:rPr>
              <a:t>revelación</a:t>
            </a:r>
            <a:r>
              <a:rPr lang="en-US" sz="1600" spc="-10" dirty="0">
                <a:cs typeface="Source Sans Pro"/>
              </a:rPr>
              <a:t> o </a:t>
            </a:r>
            <a:r>
              <a:rPr lang="en-US" sz="1600" spc="-10" dirty="0" err="1">
                <a:cs typeface="Source Sans Pro"/>
              </a:rPr>
              <a:t>modificación</a:t>
            </a:r>
            <a:r>
              <a:rPr lang="en-US" sz="1600" spc="-10" dirty="0">
                <a:cs typeface="Source Sans Pro"/>
              </a:rPr>
              <a:t> no </a:t>
            </a:r>
            <a:r>
              <a:rPr lang="en-US" sz="1600" spc="-10" dirty="0" err="1">
                <a:cs typeface="Source Sans Pro"/>
              </a:rPr>
              <a:t>autorizada</a:t>
            </a:r>
            <a:r>
              <a:rPr lang="en-US" sz="1600" spc="-10" dirty="0">
                <a:cs typeface="Source Sans Pro"/>
              </a:rPr>
              <a:t> de </a:t>
            </a:r>
            <a:r>
              <a:rPr lang="en-US" sz="1600" spc="-10" dirty="0" err="1">
                <a:cs typeface="Source Sans Pro"/>
              </a:rPr>
              <a:t>dicha</a:t>
            </a:r>
            <a:r>
              <a:rPr lang="en-US" sz="1600" spc="-10" dirty="0">
                <a:cs typeface="Source Sans Pro"/>
              </a:rPr>
              <a:t> </a:t>
            </a:r>
            <a:r>
              <a:rPr lang="en-US" sz="1600" spc="-10" dirty="0" err="1">
                <a:cs typeface="Source Sans Pro"/>
              </a:rPr>
              <a:t>información</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6" name="Rectangle 5"/>
          <p:cNvSpPr/>
          <p:nvPr/>
        </p:nvSpPr>
        <p:spPr>
          <a:xfrm>
            <a:off x="512024" y="331345"/>
            <a:ext cx="6032614" cy="200055"/>
          </a:xfrm>
          <a:prstGeom prst="rect">
            <a:avLst/>
          </a:prstGeom>
        </p:spPr>
        <p:txBody>
          <a:bodyPr wrap="square" lIns="0" tIns="0" rIns="0" bIns="0">
            <a:spAutoFit/>
          </a:bodyPr>
          <a:lstStyle/>
          <a:p>
            <a:r>
              <a:rPr lang="en-US" sz="1300" smtClean="0">
                <a:solidFill>
                  <a:srgbClr val="438AD7"/>
                </a:solidFill>
              </a:rPr>
              <a:t>/ </a:t>
            </a:r>
            <a:r>
              <a:rPr lang="en-US" sz="1300">
                <a:solidFill>
                  <a:srgbClr val="438AD7"/>
                </a:solidFill>
              </a:rPr>
              <a:t>REQUISITOS DE SEGURIDAD DE LOS </a:t>
            </a:r>
            <a:r>
              <a:rPr lang="en-US" sz="1300" smtClean="0">
                <a:solidFill>
                  <a:srgbClr val="438AD7"/>
                </a:solidFill>
              </a:rPr>
              <a:t>SISTEMAS </a:t>
            </a:r>
            <a:r>
              <a:rPr lang="en-US" sz="1300">
                <a:solidFill>
                  <a:srgbClr val="438AD7"/>
                </a:solidFill>
              </a:rPr>
              <a:t>DE INFORMACIÓN </a:t>
            </a:r>
          </a:p>
        </p:txBody>
      </p:sp>
    </p:spTree>
    <p:extLst>
      <p:ext uri="{BB962C8B-B14F-4D97-AF65-F5344CB8AC3E}">
        <p14:creationId xmlns:p14="http://schemas.microsoft.com/office/powerpoint/2010/main" val="919023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6" name="Rectangle 5"/>
          <p:cNvSpPr/>
          <p:nvPr/>
        </p:nvSpPr>
        <p:spPr>
          <a:xfrm>
            <a:off x="512024" y="331345"/>
            <a:ext cx="6032614" cy="200055"/>
          </a:xfrm>
          <a:prstGeom prst="rect">
            <a:avLst/>
          </a:prstGeom>
        </p:spPr>
        <p:txBody>
          <a:bodyPr wrap="square" lIns="0" tIns="0" rIns="0" bIns="0">
            <a:spAutoFit/>
          </a:bodyPr>
          <a:lstStyle/>
          <a:p>
            <a:r>
              <a:rPr lang="en-US" sz="1300" smtClean="0">
                <a:solidFill>
                  <a:srgbClr val="438AD7"/>
                </a:solidFill>
              </a:rPr>
              <a:t>/ </a:t>
            </a:r>
            <a:r>
              <a:rPr lang="en-US" sz="1300">
                <a:solidFill>
                  <a:srgbClr val="438AD7"/>
                </a:solidFill>
              </a:rPr>
              <a:t>REQUISITOS DE SEGURIDAD DE LOS </a:t>
            </a:r>
            <a:r>
              <a:rPr lang="en-US" sz="1300" smtClean="0">
                <a:solidFill>
                  <a:srgbClr val="438AD7"/>
                </a:solidFill>
              </a:rPr>
              <a:t>SISTEMAS </a:t>
            </a:r>
            <a:r>
              <a:rPr lang="en-US" sz="1300">
                <a:solidFill>
                  <a:srgbClr val="438AD7"/>
                </a:solidFill>
              </a:rPr>
              <a:t>DE INFORMACIÓN </a:t>
            </a:r>
          </a:p>
        </p:txBody>
      </p:sp>
      <p:grpSp>
        <p:nvGrpSpPr>
          <p:cNvPr id="3" name="Agrupar 2"/>
          <p:cNvGrpSpPr/>
          <p:nvPr/>
        </p:nvGrpSpPr>
        <p:grpSpPr>
          <a:xfrm>
            <a:off x="2280448" y="1216451"/>
            <a:ext cx="4583105" cy="1504866"/>
            <a:chOff x="609872" y="949325"/>
            <a:chExt cx="4583105" cy="1504866"/>
          </a:xfrm>
        </p:grpSpPr>
        <p:sp>
          <p:nvSpPr>
            <p:cNvPr id="9" name="Rectángulo redondeado 8"/>
            <p:cNvSpPr/>
            <p:nvPr/>
          </p:nvSpPr>
          <p:spPr>
            <a:xfrm>
              <a:off x="609872" y="949325"/>
              <a:ext cx="4583105" cy="1504866"/>
            </a:xfrm>
            <a:prstGeom prst="roundRect">
              <a:avLst>
                <a:gd name="adj" fmla="val 3695"/>
              </a:avLst>
            </a:prstGeom>
            <a:solidFill>
              <a:srgbClr val="DFA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4150"/>
              <a:r>
                <a:rPr lang="es-PE" sz="1600" b="1" dirty="0" smtClean="0"/>
                <a:t>Actividades </a:t>
              </a:r>
            </a:p>
            <a:p>
              <a:pPr marL="184150"/>
              <a:r>
                <a:rPr lang="es-PE" sz="1600" b="1" dirty="0" smtClean="0"/>
                <a:t>Fraudulentas</a:t>
              </a:r>
              <a:endParaRPr lang="es-PE" sz="1600" b="1" dirty="0"/>
            </a:p>
          </p:txBody>
        </p:sp>
        <p:pic>
          <p:nvPicPr>
            <p:cNvPr id="10" name="Picture 2" descr="Resultado de imagen para public networking fraud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6529" y="1058550"/>
              <a:ext cx="2288158" cy="128641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Agrupar 3"/>
          <p:cNvGrpSpPr/>
          <p:nvPr/>
        </p:nvGrpSpPr>
        <p:grpSpPr>
          <a:xfrm>
            <a:off x="1891737" y="2910102"/>
            <a:ext cx="5360526" cy="1650498"/>
            <a:chOff x="2668778" y="2499140"/>
            <a:chExt cx="5360526" cy="1650498"/>
          </a:xfrm>
        </p:grpSpPr>
        <p:sp>
          <p:nvSpPr>
            <p:cNvPr id="5" name="Rectángulo redondeado 4"/>
            <p:cNvSpPr/>
            <p:nvPr/>
          </p:nvSpPr>
          <p:spPr>
            <a:xfrm>
              <a:off x="2668778" y="2499140"/>
              <a:ext cx="5360526" cy="1650498"/>
            </a:xfrm>
            <a:prstGeom prst="roundRect">
              <a:avLst>
                <a:gd name="adj" fmla="val 4840"/>
              </a:avLst>
            </a:prstGeom>
            <a:solidFill>
              <a:srgbClr val="DFA6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4150"/>
              <a:r>
                <a:rPr lang="es-PE" sz="1600" b="1" dirty="0" smtClean="0"/>
                <a:t>Disputas </a:t>
              </a:r>
            </a:p>
            <a:p>
              <a:pPr marL="184150"/>
              <a:r>
                <a:rPr lang="es-PE" sz="1600" b="1" dirty="0" smtClean="0"/>
                <a:t>Contractuales</a:t>
              </a:r>
              <a:endParaRPr lang="es-PE" sz="1600" b="1" dirty="0"/>
            </a:p>
          </p:txBody>
        </p:sp>
        <p:pic>
          <p:nvPicPr>
            <p:cNvPr id="11" name="Picture 4" descr="Resultado de imagen para disputas contractual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1366" y="2596228"/>
              <a:ext cx="1165057" cy="145632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Resultado de imagen para disputas contractuales"/>
            <p:cNvPicPr>
              <a:picLocks noChangeAspect="1" noChangeArrowheads="1"/>
            </p:cNvPicPr>
            <p:nvPr/>
          </p:nvPicPr>
          <p:blipFill rotWithShape="1">
            <a:blip r:embed="rId5">
              <a:extLst>
                <a:ext uri="{28A0092B-C50C-407E-A947-70E740481C1C}">
                  <a14:useLocalDpi xmlns:a14="http://schemas.microsoft.com/office/drawing/2010/main" val="0"/>
                </a:ext>
              </a:extLst>
            </a:blip>
            <a:srcRect r="6146"/>
            <a:stretch/>
          </p:blipFill>
          <p:spPr bwMode="auto">
            <a:xfrm>
              <a:off x="5852823" y="2601165"/>
              <a:ext cx="1810067" cy="144644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80502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984885"/>
          </a:xfrm>
          <a:prstGeom prst="rect">
            <a:avLst/>
          </a:prstGeom>
        </p:spPr>
        <p:txBody>
          <a:bodyPr vert="horz" wrap="square" lIns="0" tIns="0" rIns="0" bIns="0" rtlCol="0">
            <a:spAutoFit/>
          </a:bodyPr>
          <a:lstStyle/>
          <a:p>
            <a:pPr>
              <a:buSzPct val="100000"/>
              <a:tabLst>
                <a:tab pos="85725" algn="l"/>
              </a:tabLst>
            </a:pPr>
            <a:r>
              <a:rPr lang="en-US" sz="1600" b="1" spc="-10" dirty="0">
                <a:cs typeface="Source Sans Pro"/>
              </a:rPr>
              <a:t>A.14.1.3 </a:t>
            </a:r>
            <a:r>
              <a:rPr lang="en-US" sz="1600" b="1" spc="-10" dirty="0" err="1">
                <a:cs typeface="Source Sans Pro"/>
              </a:rPr>
              <a:t>Proteger</a:t>
            </a:r>
            <a:r>
              <a:rPr lang="en-US" sz="1600" b="1" spc="-10" dirty="0">
                <a:cs typeface="Source Sans Pro"/>
              </a:rPr>
              <a:t> las </a:t>
            </a:r>
            <a:r>
              <a:rPr lang="en-US" sz="1600" b="1" spc="-10" dirty="0" err="1">
                <a:cs typeface="Source Sans Pro"/>
              </a:rPr>
              <a:t>transacciones</a:t>
            </a:r>
            <a:r>
              <a:rPr lang="en-US" sz="1600" b="1" spc="-10" dirty="0">
                <a:cs typeface="Source Sans Pro"/>
              </a:rPr>
              <a:t> de </a:t>
            </a:r>
            <a:r>
              <a:rPr lang="en-US" sz="1600" b="1" spc="-10" dirty="0" err="1">
                <a:cs typeface="Source Sans Pro"/>
              </a:rPr>
              <a:t>servicios</a:t>
            </a:r>
            <a:r>
              <a:rPr lang="en-US" sz="1600" b="1" spc="-10" dirty="0">
                <a:cs typeface="Source Sans Pro"/>
              </a:rPr>
              <a:t> de </a:t>
            </a:r>
            <a:r>
              <a:rPr lang="en-US" sz="1600" b="1" spc="-10" dirty="0" err="1">
                <a:cs typeface="Source Sans Pro"/>
              </a:rPr>
              <a:t>aplicaciones</a:t>
            </a:r>
            <a:endParaRPr lang="en-US" sz="1600" b="1" spc="-10" dirty="0">
              <a:cs typeface="Source Sans Pro"/>
            </a:endParaRPr>
          </a:p>
          <a:p>
            <a:pPr>
              <a:buSzPct val="100000"/>
              <a:tabLst>
                <a:tab pos="85725" algn="l"/>
              </a:tabLst>
            </a:pPr>
            <a:r>
              <a:rPr lang="en-US" sz="1600" spc="-10" dirty="0">
                <a:cs typeface="Source Sans Pro"/>
              </a:rPr>
              <a:t>La </a:t>
            </a:r>
            <a:r>
              <a:rPr lang="en-US" sz="1600" spc="-10" dirty="0" err="1">
                <a:cs typeface="Source Sans Pro"/>
              </a:rPr>
              <a:t>información</a:t>
            </a:r>
            <a:r>
              <a:rPr lang="en-US" sz="1600" spc="-10" dirty="0">
                <a:cs typeface="Source Sans Pro"/>
              </a:rPr>
              <a:t> </a:t>
            </a:r>
            <a:r>
              <a:rPr lang="en-US" sz="1600" spc="-10" dirty="0" err="1">
                <a:cs typeface="Source Sans Pro"/>
              </a:rPr>
              <a:t>contenida</a:t>
            </a:r>
            <a:r>
              <a:rPr lang="en-US" sz="1600" spc="-10" dirty="0">
                <a:cs typeface="Source Sans Pro"/>
              </a:rPr>
              <a:t> </a:t>
            </a:r>
            <a:r>
              <a:rPr lang="en-US" sz="1600" spc="-10" dirty="0" err="1">
                <a:cs typeface="Source Sans Pro"/>
              </a:rPr>
              <a:t>en</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servicios</a:t>
            </a:r>
            <a:r>
              <a:rPr lang="en-US" sz="1600" spc="-10" dirty="0">
                <a:cs typeface="Source Sans Pro"/>
              </a:rPr>
              <a:t> de </a:t>
            </a:r>
            <a:r>
              <a:rPr lang="en-US" sz="1600" spc="-10" dirty="0" err="1">
                <a:cs typeface="Source Sans Pro"/>
              </a:rPr>
              <a:t>aplicaciones</a:t>
            </a:r>
            <a:r>
              <a:rPr lang="en-US" sz="1600" spc="-10" dirty="0">
                <a:cs typeface="Source Sans Pro"/>
              </a:rPr>
              <a:t> </a:t>
            </a:r>
            <a:r>
              <a:rPr lang="en-US" sz="1600" spc="-10" dirty="0" err="1">
                <a:cs typeface="Source Sans Pro"/>
              </a:rPr>
              <a:t>deberá</a:t>
            </a:r>
            <a:r>
              <a:rPr lang="en-US" sz="1600" spc="-10" dirty="0">
                <a:cs typeface="Source Sans Pro"/>
              </a:rPr>
              <a:t> </a:t>
            </a:r>
            <a:r>
              <a:rPr lang="en-US" sz="1600" spc="-10" dirty="0" err="1">
                <a:cs typeface="Source Sans Pro"/>
              </a:rPr>
              <a:t>estar</a:t>
            </a:r>
            <a:r>
              <a:rPr lang="en-US" sz="1600" spc="-10" dirty="0">
                <a:cs typeface="Source Sans Pro"/>
              </a:rPr>
              <a:t> </a:t>
            </a:r>
            <a:r>
              <a:rPr lang="en-US" sz="1600" spc="-10" dirty="0" err="1">
                <a:cs typeface="Source Sans Pro"/>
              </a:rPr>
              <a:t>protegida</a:t>
            </a:r>
            <a:r>
              <a:rPr lang="en-US" sz="1600" spc="-10" dirty="0">
                <a:cs typeface="Source Sans Pro"/>
              </a:rPr>
              <a:t> para </a:t>
            </a:r>
            <a:r>
              <a:rPr lang="en-US" sz="1600" spc="-10" dirty="0" err="1">
                <a:cs typeface="Source Sans Pro"/>
              </a:rPr>
              <a:t>evitar</a:t>
            </a:r>
            <a:r>
              <a:rPr lang="en-US" sz="1600" spc="-10" dirty="0">
                <a:cs typeface="Source Sans Pro"/>
              </a:rPr>
              <a:t> </a:t>
            </a:r>
            <a:r>
              <a:rPr lang="en-US" sz="1600" spc="-10" dirty="0" err="1">
                <a:cs typeface="Source Sans Pro"/>
              </a:rPr>
              <a:t>transmisiones</a:t>
            </a:r>
            <a:r>
              <a:rPr lang="en-US" sz="1600" spc="-10" dirty="0">
                <a:cs typeface="Source Sans Pro"/>
              </a:rPr>
              <a:t> </a:t>
            </a:r>
            <a:r>
              <a:rPr lang="en-US" sz="1600" spc="-10" dirty="0" err="1">
                <a:cs typeface="Source Sans Pro"/>
              </a:rPr>
              <a:t>incompletas</a:t>
            </a:r>
            <a:r>
              <a:rPr lang="en-US" sz="1600" spc="-10" dirty="0">
                <a:cs typeface="Source Sans Pro"/>
              </a:rPr>
              <a:t>, </a:t>
            </a:r>
            <a:r>
              <a:rPr lang="en-US" sz="1600" spc="-10" dirty="0" err="1">
                <a:cs typeface="Source Sans Pro"/>
              </a:rPr>
              <a:t>errores</a:t>
            </a:r>
            <a:r>
              <a:rPr lang="en-US" sz="1600" spc="-10" dirty="0">
                <a:cs typeface="Source Sans Pro"/>
              </a:rPr>
              <a:t> de </a:t>
            </a:r>
            <a:r>
              <a:rPr lang="en-US" sz="1600" spc="-10" dirty="0" err="1">
                <a:cs typeface="Source Sans Pro"/>
              </a:rPr>
              <a:t>direccionamiento</a:t>
            </a:r>
            <a:r>
              <a:rPr lang="en-US" sz="1600" spc="-10" dirty="0">
                <a:cs typeface="Source Sans Pro"/>
              </a:rPr>
              <a:t>, </a:t>
            </a:r>
            <a:r>
              <a:rPr lang="en-US" sz="1600" spc="-10" dirty="0" err="1">
                <a:cs typeface="Source Sans Pro"/>
              </a:rPr>
              <a:t>alteraciones</a:t>
            </a:r>
            <a:r>
              <a:rPr lang="en-US" sz="1600" spc="-10" dirty="0">
                <a:cs typeface="Source Sans Pro"/>
              </a:rPr>
              <a:t> no </a:t>
            </a:r>
            <a:r>
              <a:rPr lang="en-US" sz="1600" spc="-10" dirty="0" err="1">
                <a:cs typeface="Source Sans Pro"/>
              </a:rPr>
              <a:t>autorizadas</a:t>
            </a:r>
            <a:r>
              <a:rPr lang="en-US" sz="1600" spc="-10" dirty="0">
                <a:cs typeface="Source Sans Pro"/>
              </a:rPr>
              <a:t> de </a:t>
            </a:r>
            <a:r>
              <a:rPr lang="en-US" sz="1600" spc="-10" dirty="0" err="1">
                <a:cs typeface="Source Sans Pro"/>
              </a:rPr>
              <a:t>los</a:t>
            </a:r>
            <a:r>
              <a:rPr lang="en-US" sz="1600" spc="-10" dirty="0">
                <a:cs typeface="Source Sans Pro"/>
              </a:rPr>
              <a:t> </a:t>
            </a:r>
            <a:r>
              <a:rPr lang="en-US" sz="1600" spc="-10" dirty="0" err="1">
                <a:cs typeface="Source Sans Pro"/>
              </a:rPr>
              <a:t>mensajes</a:t>
            </a:r>
            <a:r>
              <a:rPr lang="en-US" sz="1600" spc="-10" dirty="0">
                <a:cs typeface="Source Sans Pro"/>
              </a:rPr>
              <a:t>, la </a:t>
            </a:r>
            <a:r>
              <a:rPr lang="en-US" sz="1600" spc="-10" dirty="0" err="1">
                <a:cs typeface="Source Sans Pro"/>
              </a:rPr>
              <a:t>revelación</a:t>
            </a:r>
            <a:r>
              <a:rPr lang="en-US" sz="1600" spc="-10" dirty="0">
                <a:cs typeface="Source Sans Pro"/>
              </a:rPr>
              <a:t>, la </a:t>
            </a:r>
            <a:r>
              <a:rPr lang="en-US" sz="1600" spc="-10" dirty="0" err="1">
                <a:cs typeface="Source Sans Pro"/>
              </a:rPr>
              <a:t>duplicación</a:t>
            </a:r>
            <a:r>
              <a:rPr lang="en-US" sz="1600" spc="-10" dirty="0">
                <a:cs typeface="Source Sans Pro"/>
              </a:rPr>
              <a:t> o la </a:t>
            </a:r>
            <a:r>
              <a:rPr lang="en-US" sz="1600" spc="-10" dirty="0" err="1">
                <a:cs typeface="Source Sans Pro"/>
              </a:rPr>
              <a:t>reproducción</a:t>
            </a:r>
            <a:r>
              <a:rPr lang="en-US" sz="1600" spc="-10" dirty="0">
                <a:cs typeface="Source Sans Pro"/>
              </a:rPr>
              <a:t> no </a:t>
            </a:r>
            <a:r>
              <a:rPr lang="en-US" sz="1600" spc="-10" dirty="0" err="1">
                <a:cs typeface="Source Sans Pro"/>
              </a:rPr>
              <a:t>autorizadas</a:t>
            </a:r>
            <a:r>
              <a:rPr lang="en-US" sz="1600" spc="-10" dirty="0">
                <a:cs typeface="Source Sans Pro"/>
              </a:rPr>
              <a:t> del </a:t>
            </a:r>
            <a:r>
              <a:rPr lang="en-US" sz="1600" spc="-10" dirty="0" err="1">
                <a:cs typeface="Source Sans Pro"/>
              </a:rPr>
              <a:t>mensaje</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6" name="Rectangle 5"/>
          <p:cNvSpPr/>
          <p:nvPr/>
        </p:nvSpPr>
        <p:spPr>
          <a:xfrm>
            <a:off x="512024" y="331345"/>
            <a:ext cx="6032614" cy="200055"/>
          </a:xfrm>
          <a:prstGeom prst="rect">
            <a:avLst/>
          </a:prstGeom>
        </p:spPr>
        <p:txBody>
          <a:bodyPr wrap="square" lIns="0" tIns="0" rIns="0" bIns="0">
            <a:spAutoFit/>
          </a:bodyPr>
          <a:lstStyle/>
          <a:p>
            <a:r>
              <a:rPr lang="en-US" sz="1300" smtClean="0">
                <a:solidFill>
                  <a:srgbClr val="438AD7"/>
                </a:solidFill>
              </a:rPr>
              <a:t>/ </a:t>
            </a:r>
            <a:r>
              <a:rPr lang="en-US" sz="1300">
                <a:solidFill>
                  <a:srgbClr val="438AD7"/>
                </a:solidFill>
              </a:rPr>
              <a:t>REQUISITOS DE SEGURIDAD DE LOS </a:t>
            </a:r>
            <a:r>
              <a:rPr lang="en-US" sz="1300" smtClean="0">
                <a:solidFill>
                  <a:srgbClr val="438AD7"/>
                </a:solidFill>
              </a:rPr>
              <a:t>SISTEMAS </a:t>
            </a:r>
            <a:r>
              <a:rPr lang="en-US" sz="1300">
                <a:solidFill>
                  <a:srgbClr val="438AD7"/>
                </a:solidFill>
              </a:rPr>
              <a:t>DE INFORMACIÓN </a:t>
            </a:r>
          </a:p>
        </p:txBody>
      </p:sp>
    </p:spTree>
    <p:extLst>
      <p:ext uri="{BB962C8B-B14F-4D97-AF65-F5344CB8AC3E}">
        <p14:creationId xmlns:p14="http://schemas.microsoft.com/office/powerpoint/2010/main" val="1354801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7"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smtClean="0">
                <a:solidFill>
                  <a:schemeClr val="bg1"/>
                </a:solidFill>
                <a:latin typeface="Calibri"/>
                <a:cs typeface="Calibri"/>
              </a:rPr>
              <a:t>/ </a:t>
            </a:r>
            <a:r>
              <a:rPr lang="es-PE" sz="2800" b="1" dirty="0" smtClean="0">
                <a:solidFill>
                  <a:schemeClr val="bg1"/>
                </a:solidFill>
                <a:cs typeface="Calibri"/>
              </a:rPr>
              <a:t>DATOS DE PRUEBAS </a:t>
            </a:r>
            <a:endParaRPr lang="es-PE" sz="2800" b="1" dirty="0">
              <a:solidFill>
                <a:schemeClr val="bg1"/>
              </a:solidFill>
              <a:cs typeface="Calibri"/>
            </a:endParaRPr>
          </a:p>
        </p:txBody>
      </p:sp>
    </p:spTree>
    <p:custDataLst>
      <p:tags r:id="rId1"/>
    </p:custDataLst>
    <p:extLst>
      <p:ext uri="{BB962C8B-B14F-4D97-AF65-F5344CB8AC3E}">
        <p14:creationId xmlns:p14="http://schemas.microsoft.com/office/powerpoint/2010/main" val="184300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DATOS DE PRUEBAS </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6"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AGENDA</a:t>
            </a:r>
            <a:endParaRPr lang="en-US" sz="1600" b="1" spc="-10" dirty="0">
              <a:cs typeface="Source Sans Pro"/>
            </a:endParaRPr>
          </a:p>
        </p:txBody>
      </p:sp>
      <p:graphicFrame>
        <p:nvGraphicFramePr>
          <p:cNvPr id="7" name="Diagrama 6"/>
          <p:cNvGraphicFramePr/>
          <p:nvPr>
            <p:extLst>
              <p:ext uri="{D42A27DB-BD31-4B8C-83A1-F6EECF244321}">
                <p14:modId xmlns:p14="http://schemas.microsoft.com/office/powerpoint/2010/main" val="239015440"/>
              </p:ext>
            </p:extLst>
          </p:nvPr>
        </p:nvGraphicFramePr>
        <p:xfrm>
          <a:off x="1717386" y="1273175"/>
          <a:ext cx="5709228" cy="2879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42482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DATOS DE PRUEBAS </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graphicFrame>
        <p:nvGraphicFramePr>
          <p:cNvPr id="10" name="Diagrama 9"/>
          <p:cNvGraphicFramePr/>
          <p:nvPr>
            <p:extLst>
              <p:ext uri="{D42A27DB-BD31-4B8C-83A1-F6EECF244321}">
                <p14:modId xmlns:p14="http://schemas.microsoft.com/office/powerpoint/2010/main" val="284543039"/>
              </p:ext>
            </p:extLst>
          </p:nvPr>
        </p:nvGraphicFramePr>
        <p:xfrm>
          <a:off x="468313" y="1096532"/>
          <a:ext cx="8207375" cy="31234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38080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492443"/>
          </a:xfrm>
          <a:prstGeom prst="rect">
            <a:avLst/>
          </a:prstGeom>
        </p:spPr>
        <p:txBody>
          <a:bodyPr vert="horz" wrap="square" lIns="0" tIns="0" rIns="0" bIns="0" rtlCol="0">
            <a:spAutoFit/>
          </a:bodyPr>
          <a:lstStyle/>
          <a:p>
            <a:pPr>
              <a:buSzPct val="100000"/>
              <a:tabLst>
                <a:tab pos="85725" algn="l"/>
              </a:tabLst>
            </a:pPr>
            <a:r>
              <a:rPr lang="en-US" sz="1600" b="1" spc="-10" dirty="0">
                <a:cs typeface="Source Sans Pro"/>
              </a:rPr>
              <a:t>A.14.3 </a:t>
            </a:r>
            <a:r>
              <a:rPr lang="en-US" sz="1600" b="1" spc="-10" dirty="0" err="1">
                <a:cs typeface="Source Sans Pro"/>
              </a:rPr>
              <a:t>Datos</a:t>
            </a:r>
            <a:r>
              <a:rPr lang="en-US" sz="1600" b="1" spc="-10" dirty="0">
                <a:cs typeface="Source Sans Pro"/>
              </a:rPr>
              <a:t> de </a:t>
            </a:r>
            <a:r>
              <a:rPr lang="en-US" sz="1600" b="1" spc="-10" dirty="0" err="1">
                <a:cs typeface="Source Sans Pro"/>
              </a:rPr>
              <a:t>Prueba</a:t>
            </a:r>
            <a:endParaRPr lang="en-US" sz="1600" b="1" spc="-10" dirty="0">
              <a:cs typeface="Source Sans Pro"/>
            </a:endParaRPr>
          </a:p>
          <a:p>
            <a:pPr>
              <a:buSzPct val="100000"/>
              <a:tabLst>
                <a:tab pos="85725" algn="l"/>
              </a:tabLst>
            </a:pPr>
            <a:r>
              <a:rPr lang="en-US" sz="1600" b="1" spc="-10" dirty="0" err="1">
                <a:cs typeface="Source Sans Pro"/>
              </a:rPr>
              <a:t>Objetivo</a:t>
            </a:r>
            <a:r>
              <a:rPr lang="en-US" sz="1600" b="1" spc="-10" dirty="0">
                <a:cs typeface="Source Sans Pro"/>
              </a:rPr>
              <a:t>: </a:t>
            </a:r>
            <a:r>
              <a:rPr lang="en-US" sz="1600" spc="-10" dirty="0" err="1">
                <a:cs typeface="Source Sans Pro"/>
              </a:rPr>
              <a:t>Garantizar</a:t>
            </a:r>
            <a:r>
              <a:rPr lang="en-US" sz="1600" spc="-10" dirty="0">
                <a:cs typeface="Source Sans Pro"/>
              </a:rPr>
              <a:t> la </a:t>
            </a:r>
            <a:r>
              <a:rPr lang="en-US" sz="1600" spc="-10" dirty="0" err="1">
                <a:cs typeface="Source Sans Pro"/>
              </a:rPr>
              <a:t>protección</a:t>
            </a:r>
            <a:r>
              <a:rPr lang="en-US" sz="1600" spc="-10" dirty="0">
                <a:cs typeface="Source Sans Pro"/>
              </a:rPr>
              <a:t> de </a:t>
            </a:r>
            <a:r>
              <a:rPr lang="en-US" sz="1600" spc="-10" dirty="0" err="1">
                <a:cs typeface="Source Sans Pro"/>
              </a:rPr>
              <a:t>los</a:t>
            </a:r>
            <a:r>
              <a:rPr lang="en-US" sz="1600" spc="-10" dirty="0">
                <a:cs typeface="Source Sans Pro"/>
              </a:rPr>
              <a:t> </a:t>
            </a:r>
            <a:r>
              <a:rPr lang="en-US" sz="1600" spc="-10" dirty="0" err="1">
                <a:cs typeface="Source Sans Pro"/>
              </a:rPr>
              <a:t>datos</a:t>
            </a:r>
            <a:r>
              <a:rPr lang="en-US" sz="1600" spc="-10" dirty="0">
                <a:cs typeface="Source Sans Pro"/>
              </a:rPr>
              <a:t> </a:t>
            </a:r>
            <a:r>
              <a:rPr lang="en-US" sz="1600" spc="-10" dirty="0" err="1">
                <a:cs typeface="Source Sans Pro"/>
              </a:rPr>
              <a:t>utilizados</a:t>
            </a:r>
            <a:r>
              <a:rPr lang="en-US" sz="1600" spc="-10" dirty="0">
                <a:cs typeface="Source Sans Pro"/>
              </a:rPr>
              <a:t> </a:t>
            </a:r>
            <a:r>
              <a:rPr lang="en-US" sz="1600" spc="-10" dirty="0" err="1">
                <a:cs typeface="Source Sans Pro"/>
              </a:rPr>
              <a:t>en</a:t>
            </a:r>
            <a:r>
              <a:rPr lang="en-US" sz="1600" spc="-10" dirty="0">
                <a:cs typeface="Source Sans Pro"/>
              </a:rPr>
              <a:t> las </a:t>
            </a:r>
            <a:r>
              <a:rPr lang="en-US" sz="1600" spc="-10" dirty="0" err="1">
                <a:cs typeface="Source Sans Pro"/>
              </a:rPr>
              <a:t>pruebas</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DATOS DE PRUEBAS </a:t>
            </a:r>
          </a:p>
        </p:txBody>
      </p:sp>
    </p:spTree>
    <p:extLst>
      <p:ext uri="{BB962C8B-B14F-4D97-AF65-F5344CB8AC3E}">
        <p14:creationId xmlns:p14="http://schemas.microsoft.com/office/powerpoint/2010/main" val="1421524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492443"/>
          </a:xfrm>
          <a:prstGeom prst="rect">
            <a:avLst/>
          </a:prstGeom>
        </p:spPr>
        <p:txBody>
          <a:bodyPr vert="horz" wrap="square" lIns="0" tIns="0" rIns="0" bIns="0" rtlCol="0">
            <a:spAutoFit/>
          </a:bodyPr>
          <a:lstStyle/>
          <a:p>
            <a:pPr>
              <a:buSzPct val="100000"/>
              <a:tabLst>
                <a:tab pos="85725" algn="l"/>
              </a:tabLst>
            </a:pPr>
            <a:r>
              <a:rPr lang="en-US" sz="1600" b="1" spc="-10" dirty="0">
                <a:cs typeface="Source Sans Pro"/>
              </a:rPr>
              <a:t>A.14.3.1 </a:t>
            </a:r>
            <a:r>
              <a:rPr lang="en-US" sz="1600" b="1" spc="-10" dirty="0" err="1">
                <a:cs typeface="Source Sans Pro"/>
              </a:rPr>
              <a:t>Protección</a:t>
            </a:r>
            <a:r>
              <a:rPr lang="en-US" sz="1600" b="1" spc="-10" dirty="0">
                <a:cs typeface="Source Sans Pro"/>
              </a:rPr>
              <a:t> de </a:t>
            </a:r>
            <a:r>
              <a:rPr lang="en-US" sz="1600" b="1" spc="-10" dirty="0" err="1">
                <a:cs typeface="Source Sans Pro"/>
              </a:rPr>
              <a:t>los</a:t>
            </a:r>
            <a:r>
              <a:rPr lang="en-US" sz="1600" b="1" spc="-10" dirty="0">
                <a:cs typeface="Source Sans Pro"/>
              </a:rPr>
              <a:t> </a:t>
            </a:r>
            <a:r>
              <a:rPr lang="en-US" sz="1600" b="1" spc="-10" dirty="0" err="1">
                <a:cs typeface="Source Sans Pro"/>
              </a:rPr>
              <a:t>datos</a:t>
            </a:r>
            <a:r>
              <a:rPr lang="en-US" sz="1600" b="1" spc="-10" dirty="0">
                <a:cs typeface="Source Sans Pro"/>
              </a:rPr>
              <a:t> de </a:t>
            </a:r>
            <a:r>
              <a:rPr lang="en-US" sz="1600" b="1" spc="-10" dirty="0" err="1">
                <a:cs typeface="Source Sans Pro"/>
              </a:rPr>
              <a:t>prueba</a:t>
            </a:r>
            <a:endParaRPr lang="en-US" sz="1600" b="1" spc="-10" dirty="0">
              <a:cs typeface="Source Sans Pro"/>
            </a:endParaRPr>
          </a:p>
          <a:p>
            <a:pPr>
              <a:buSzPct val="100000"/>
              <a:tabLst>
                <a:tab pos="85725" algn="l"/>
              </a:tabLst>
            </a:pPr>
            <a:r>
              <a:rPr lang="en-US" sz="1600" spc="-10" dirty="0">
                <a:cs typeface="Source Sans Pro"/>
              </a:rPr>
              <a:t>Los </a:t>
            </a:r>
            <a:r>
              <a:rPr lang="en-US" sz="1600" spc="-10" dirty="0" err="1">
                <a:cs typeface="Source Sans Pro"/>
              </a:rPr>
              <a:t>datos</a:t>
            </a:r>
            <a:r>
              <a:rPr lang="en-US" sz="1600" spc="-10" dirty="0">
                <a:cs typeface="Source Sans Pro"/>
              </a:rPr>
              <a:t> de </a:t>
            </a:r>
            <a:r>
              <a:rPr lang="en-US" sz="1600" spc="-10" dirty="0" err="1">
                <a:cs typeface="Source Sans Pro"/>
              </a:rPr>
              <a:t>prueba</a:t>
            </a:r>
            <a:r>
              <a:rPr lang="en-US" sz="1600" spc="-10" dirty="0">
                <a:cs typeface="Source Sans Pro"/>
              </a:rPr>
              <a:t> se </a:t>
            </a:r>
            <a:r>
              <a:rPr lang="en-US" sz="1600" spc="-10" dirty="0" err="1">
                <a:cs typeface="Source Sans Pro"/>
              </a:rPr>
              <a:t>deberán</a:t>
            </a:r>
            <a:r>
              <a:rPr lang="en-US" sz="1600" spc="-10" dirty="0">
                <a:cs typeface="Source Sans Pro"/>
              </a:rPr>
              <a:t> </a:t>
            </a:r>
            <a:r>
              <a:rPr lang="en-US" sz="1600" spc="-10" dirty="0" err="1">
                <a:cs typeface="Source Sans Pro"/>
              </a:rPr>
              <a:t>seleccionar</a:t>
            </a:r>
            <a:r>
              <a:rPr lang="en-US" sz="1600" spc="-10" dirty="0">
                <a:cs typeface="Source Sans Pro"/>
              </a:rPr>
              <a:t> con </a:t>
            </a:r>
            <a:r>
              <a:rPr lang="en-US" sz="1600" spc="-10" dirty="0" err="1">
                <a:cs typeface="Source Sans Pro"/>
              </a:rPr>
              <a:t>cuidado</a:t>
            </a:r>
            <a:r>
              <a:rPr lang="en-US" sz="1600" spc="-10" dirty="0">
                <a:cs typeface="Source Sans Pro"/>
              </a:rPr>
              <a:t> y </a:t>
            </a:r>
            <a:r>
              <a:rPr lang="en-US" sz="1600" spc="-10" dirty="0" err="1">
                <a:cs typeface="Source Sans Pro"/>
              </a:rPr>
              <a:t>deberán</a:t>
            </a:r>
            <a:r>
              <a:rPr lang="en-US" sz="1600" spc="-10" dirty="0">
                <a:cs typeface="Source Sans Pro"/>
              </a:rPr>
              <a:t> </a:t>
            </a:r>
            <a:r>
              <a:rPr lang="en-US" sz="1600" spc="-10" dirty="0" err="1">
                <a:cs typeface="Source Sans Pro"/>
              </a:rPr>
              <a:t>estar</a:t>
            </a:r>
            <a:r>
              <a:rPr lang="en-US" sz="1600" spc="-10" dirty="0">
                <a:cs typeface="Source Sans Pro"/>
              </a:rPr>
              <a:t> </a:t>
            </a:r>
            <a:r>
              <a:rPr lang="en-US" sz="1600" spc="-10" dirty="0" err="1">
                <a:cs typeface="Source Sans Pro"/>
              </a:rPr>
              <a:t>protegidos</a:t>
            </a:r>
            <a:r>
              <a:rPr lang="en-US" sz="1600" spc="-10" dirty="0">
                <a:cs typeface="Source Sans Pro"/>
              </a:rPr>
              <a:t> y </a:t>
            </a:r>
            <a:r>
              <a:rPr lang="en-US" sz="1600" spc="-10" dirty="0" err="1">
                <a:cs typeface="Source Sans Pro"/>
              </a:rPr>
              <a:t>controlados</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DATOS DE PRUEBAS </a:t>
            </a:r>
          </a:p>
        </p:txBody>
      </p:sp>
    </p:spTree>
    <p:extLst>
      <p:ext uri="{BB962C8B-B14F-4D97-AF65-F5344CB8AC3E}">
        <p14:creationId xmlns:p14="http://schemas.microsoft.com/office/powerpoint/2010/main" val="1500075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DATOS DE PRUEBAS </a:t>
            </a:r>
          </a:p>
        </p:txBody>
      </p:sp>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7040" y="949325"/>
            <a:ext cx="5509921" cy="4248150"/>
          </a:xfrm>
          <a:prstGeom prst="rect">
            <a:avLst/>
          </a:prstGeom>
        </p:spPr>
      </p:pic>
    </p:spTree>
    <p:extLst>
      <p:ext uri="{BB962C8B-B14F-4D97-AF65-F5344CB8AC3E}">
        <p14:creationId xmlns:p14="http://schemas.microsoft.com/office/powerpoint/2010/main" val="1270833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34671" y="949325"/>
            <a:ext cx="6941016" cy="424814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Rectángulo 10"/>
          <p:cNvSpPr/>
          <p:nvPr/>
        </p:nvSpPr>
        <p:spPr>
          <a:xfrm>
            <a:off x="1908269" y="1055146"/>
            <a:ext cx="6647217" cy="1323439"/>
          </a:xfrm>
          <a:prstGeom prst="rect">
            <a:avLst/>
          </a:prstGeom>
        </p:spPr>
        <p:txBody>
          <a:bodyPr wrap="square">
            <a:spAutoFit/>
          </a:bodyPr>
          <a:lstStyle/>
          <a:p>
            <a:pPr defTabSz="731342"/>
            <a:r>
              <a:rPr lang="es-PE" sz="1600" b="1" dirty="0" smtClean="0">
                <a:solidFill>
                  <a:srgbClr val="5F9ADA"/>
                </a:solidFill>
              </a:rPr>
              <a:t>TAREA INDIVIDUAL</a:t>
            </a:r>
          </a:p>
          <a:p>
            <a:pPr defTabSz="731342"/>
            <a:endParaRPr lang="es-PE" sz="1600" dirty="0">
              <a:solidFill>
                <a:srgbClr val="558ED5"/>
              </a:solidFill>
            </a:endParaRPr>
          </a:p>
          <a:p>
            <a:pPr defTabSz="731342"/>
            <a:r>
              <a:rPr lang="es-PE" sz="1600" b="1" dirty="0">
                <a:solidFill>
                  <a:srgbClr val="000000"/>
                </a:solidFill>
              </a:rPr>
              <a:t>Objetivo</a:t>
            </a:r>
          </a:p>
          <a:p>
            <a:pPr marL="185738" indent="-185738" defTabSz="731342">
              <a:buFont typeface="Arial" charset="0"/>
              <a:buChar char="•"/>
            </a:pPr>
            <a:r>
              <a:rPr lang="es-PE" sz="1600" dirty="0">
                <a:solidFill>
                  <a:srgbClr val="000000"/>
                </a:solidFill>
              </a:rPr>
              <a:t>Identificar los requisitos de seguridad que deben ser aplicados en el desarrollo de un portal web.</a:t>
            </a:r>
          </a:p>
        </p:txBody>
      </p:sp>
      <p:sp>
        <p:nvSpPr>
          <p:cNvPr id="7" name="Rectangle 5"/>
          <p:cNvSpPr/>
          <p:nvPr/>
        </p:nvSpPr>
        <p:spPr>
          <a:xfrm>
            <a:off x="512023" y="331345"/>
            <a:ext cx="6947015" cy="200055"/>
          </a:xfrm>
          <a:prstGeom prst="rect">
            <a:avLst/>
          </a:prstGeom>
        </p:spPr>
        <p:txBody>
          <a:bodyPr wrap="square" lIns="0" tIns="0" rIns="0" bIns="0">
            <a:spAutoFit/>
          </a:bodyPr>
          <a:lstStyle/>
          <a:p>
            <a:r>
              <a:rPr lang="en-US" sz="1300" dirty="0">
                <a:solidFill>
                  <a:srgbClr val="438AD7"/>
                </a:solidFill>
              </a:rPr>
              <a:t>/ REQUISITOS DE SEGURIDAD DE LOS </a:t>
            </a:r>
            <a:r>
              <a:rPr lang="en-US" sz="1300" dirty="0" smtClean="0">
                <a:solidFill>
                  <a:srgbClr val="438AD7"/>
                </a:solidFill>
              </a:rPr>
              <a:t>SISTEMAS </a:t>
            </a:r>
            <a:r>
              <a:rPr lang="en-US" sz="1300" dirty="0">
                <a:solidFill>
                  <a:srgbClr val="438AD7"/>
                </a:solidFill>
              </a:rPr>
              <a:t>DE </a:t>
            </a:r>
            <a:r>
              <a:rPr lang="en-US" sz="1300" dirty="0" smtClean="0">
                <a:solidFill>
                  <a:srgbClr val="438AD7"/>
                </a:solidFill>
              </a:rPr>
              <a:t>INFORMACIÓN (TAREA</a:t>
            </a:r>
            <a:r>
              <a:rPr lang="en-US" sz="1300" dirty="0">
                <a:solidFill>
                  <a:srgbClr val="438AD7"/>
                </a:solidFill>
              </a:rPr>
              <a:t>)</a:t>
            </a:r>
          </a:p>
        </p:txBody>
      </p:sp>
    </p:spTree>
    <p:custDataLst>
      <p:tags r:id="rId1"/>
    </p:custDataLst>
    <p:extLst>
      <p:ext uri="{BB962C8B-B14F-4D97-AF65-F5344CB8AC3E}">
        <p14:creationId xmlns:p14="http://schemas.microsoft.com/office/powerpoint/2010/main" val="643335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34671" y="949325"/>
            <a:ext cx="6941016" cy="424814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Rectángulo 10"/>
          <p:cNvSpPr/>
          <p:nvPr/>
        </p:nvSpPr>
        <p:spPr>
          <a:xfrm>
            <a:off x="1908269" y="1055146"/>
            <a:ext cx="6647217" cy="2062103"/>
          </a:xfrm>
          <a:prstGeom prst="rect">
            <a:avLst/>
          </a:prstGeom>
        </p:spPr>
        <p:txBody>
          <a:bodyPr wrap="square">
            <a:spAutoFit/>
          </a:bodyPr>
          <a:lstStyle/>
          <a:p>
            <a:pPr defTabSz="731342"/>
            <a:r>
              <a:rPr lang="es-PE" sz="1600" b="1" dirty="0" smtClean="0">
                <a:solidFill>
                  <a:srgbClr val="5F9ADA"/>
                </a:solidFill>
              </a:rPr>
              <a:t>TAREA INDIVIDUAL</a:t>
            </a:r>
          </a:p>
          <a:p>
            <a:pPr defTabSz="731342"/>
            <a:endParaRPr lang="es-PE" sz="1600" dirty="0">
              <a:solidFill>
                <a:srgbClr val="558ED5"/>
              </a:solidFill>
            </a:endParaRPr>
          </a:p>
          <a:p>
            <a:pPr defTabSz="731342"/>
            <a:r>
              <a:rPr lang="es-PE" sz="1600" b="1" dirty="0">
                <a:solidFill>
                  <a:srgbClr val="000000"/>
                </a:solidFill>
              </a:rPr>
              <a:t>Individualmente elaborar un checklist .</a:t>
            </a:r>
          </a:p>
          <a:p>
            <a:pPr marL="185738" indent="-185738" defTabSz="731342">
              <a:buFont typeface="Arial" charset="0"/>
              <a:buChar char="•"/>
            </a:pPr>
            <a:r>
              <a:rPr lang="es-PE" sz="1600" dirty="0">
                <a:solidFill>
                  <a:srgbClr val="000000"/>
                </a:solidFill>
              </a:rPr>
              <a:t>Se debe elaborar un checklist (lista de verificación) que contenga los requisitos de seguridad que deben ser implementados como mecanismos de control en un portal web.</a:t>
            </a:r>
          </a:p>
          <a:p>
            <a:pPr marL="185738" indent="-185738" defTabSz="731342">
              <a:buFont typeface="Arial" charset="0"/>
              <a:buChar char="•"/>
            </a:pPr>
            <a:r>
              <a:rPr lang="es-PE" sz="1600" dirty="0">
                <a:solidFill>
                  <a:srgbClr val="000000"/>
                </a:solidFill>
              </a:rPr>
              <a:t>El checklist debe contener por lo menos 10 elementos, identificando mecanismo y descripción.</a:t>
            </a:r>
          </a:p>
        </p:txBody>
      </p:sp>
      <p:sp>
        <p:nvSpPr>
          <p:cNvPr id="7" name="Rectangle 5"/>
          <p:cNvSpPr/>
          <p:nvPr/>
        </p:nvSpPr>
        <p:spPr>
          <a:xfrm>
            <a:off x="512023" y="331345"/>
            <a:ext cx="6947015" cy="200055"/>
          </a:xfrm>
          <a:prstGeom prst="rect">
            <a:avLst/>
          </a:prstGeom>
        </p:spPr>
        <p:txBody>
          <a:bodyPr wrap="square" lIns="0" tIns="0" rIns="0" bIns="0">
            <a:spAutoFit/>
          </a:bodyPr>
          <a:lstStyle/>
          <a:p>
            <a:r>
              <a:rPr lang="en-US" sz="1300" dirty="0">
                <a:solidFill>
                  <a:srgbClr val="438AD7"/>
                </a:solidFill>
              </a:rPr>
              <a:t>/ REQUISITOS DE SEGURIDAD DE LOS </a:t>
            </a:r>
            <a:r>
              <a:rPr lang="en-US" sz="1300" dirty="0" smtClean="0">
                <a:solidFill>
                  <a:srgbClr val="438AD7"/>
                </a:solidFill>
              </a:rPr>
              <a:t>SISTEMAS </a:t>
            </a:r>
            <a:r>
              <a:rPr lang="en-US" sz="1300" dirty="0">
                <a:solidFill>
                  <a:srgbClr val="438AD7"/>
                </a:solidFill>
              </a:rPr>
              <a:t>DE </a:t>
            </a:r>
            <a:r>
              <a:rPr lang="en-US" sz="1300" dirty="0" smtClean="0">
                <a:solidFill>
                  <a:srgbClr val="438AD7"/>
                </a:solidFill>
              </a:rPr>
              <a:t>INFORMACIÓN (TAREA</a:t>
            </a:r>
            <a:r>
              <a:rPr lang="en-US" sz="1300" dirty="0">
                <a:solidFill>
                  <a:srgbClr val="438AD7"/>
                </a:solidFill>
              </a:rPr>
              <a:t>)</a:t>
            </a:r>
          </a:p>
        </p:txBody>
      </p:sp>
    </p:spTree>
    <p:custDataLst>
      <p:tags r:id="rId1"/>
    </p:custDataLst>
    <p:extLst>
      <p:ext uri="{BB962C8B-B14F-4D97-AF65-F5344CB8AC3E}">
        <p14:creationId xmlns:p14="http://schemas.microsoft.com/office/powerpoint/2010/main" val="13582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34671" y="949325"/>
            <a:ext cx="6941016" cy="424814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Rectángulo 10"/>
          <p:cNvSpPr/>
          <p:nvPr/>
        </p:nvSpPr>
        <p:spPr>
          <a:xfrm>
            <a:off x="1908269" y="1055146"/>
            <a:ext cx="6647217" cy="1077218"/>
          </a:xfrm>
          <a:prstGeom prst="rect">
            <a:avLst/>
          </a:prstGeom>
        </p:spPr>
        <p:txBody>
          <a:bodyPr wrap="square">
            <a:spAutoFit/>
          </a:bodyPr>
          <a:lstStyle/>
          <a:p>
            <a:pPr defTabSz="731342"/>
            <a:r>
              <a:rPr lang="es-PE" sz="1600" b="1" dirty="0" smtClean="0">
                <a:solidFill>
                  <a:srgbClr val="5F9ADA"/>
                </a:solidFill>
              </a:rPr>
              <a:t>TAREA INDIVIDUAL</a:t>
            </a:r>
          </a:p>
          <a:p>
            <a:pPr defTabSz="731342"/>
            <a:endParaRPr lang="es-PE" sz="1600" dirty="0">
              <a:solidFill>
                <a:srgbClr val="558ED5"/>
              </a:solidFill>
            </a:endParaRPr>
          </a:p>
          <a:p>
            <a:pPr defTabSz="731342"/>
            <a:r>
              <a:rPr lang="es-PE" sz="1600" b="1" dirty="0">
                <a:solidFill>
                  <a:srgbClr val="000000"/>
                </a:solidFill>
              </a:rPr>
              <a:t>Instrucciones para la entrega de la tarea.</a:t>
            </a:r>
          </a:p>
          <a:p>
            <a:pPr marL="185738" indent="-185738" defTabSz="731342">
              <a:buFont typeface="Arial" charset="0"/>
              <a:buChar char="•"/>
            </a:pPr>
            <a:r>
              <a:rPr lang="es-PE" sz="1600" dirty="0">
                <a:solidFill>
                  <a:srgbClr val="000000"/>
                </a:solidFill>
              </a:rPr>
              <a:t>La entrega de la tarea deberá ser realizada en una hoja en clase.</a:t>
            </a:r>
          </a:p>
        </p:txBody>
      </p:sp>
      <p:sp>
        <p:nvSpPr>
          <p:cNvPr id="7" name="Rectangle 5"/>
          <p:cNvSpPr/>
          <p:nvPr/>
        </p:nvSpPr>
        <p:spPr>
          <a:xfrm>
            <a:off x="512023" y="331345"/>
            <a:ext cx="6947015" cy="200055"/>
          </a:xfrm>
          <a:prstGeom prst="rect">
            <a:avLst/>
          </a:prstGeom>
        </p:spPr>
        <p:txBody>
          <a:bodyPr wrap="square" lIns="0" tIns="0" rIns="0" bIns="0">
            <a:spAutoFit/>
          </a:bodyPr>
          <a:lstStyle/>
          <a:p>
            <a:r>
              <a:rPr lang="en-US" sz="1300" dirty="0">
                <a:solidFill>
                  <a:srgbClr val="438AD7"/>
                </a:solidFill>
              </a:rPr>
              <a:t>/ REQUISITOS DE SEGURIDAD DE LOS </a:t>
            </a:r>
            <a:r>
              <a:rPr lang="en-US" sz="1300" dirty="0" smtClean="0">
                <a:solidFill>
                  <a:srgbClr val="438AD7"/>
                </a:solidFill>
              </a:rPr>
              <a:t>SISTEMAS </a:t>
            </a:r>
            <a:r>
              <a:rPr lang="en-US" sz="1300" dirty="0">
                <a:solidFill>
                  <a:srgbClr val="438AD7"/>
                </a:solidFill>
              </a:rPr>
              <a:t>DE </a:t>
            </a:r>
            <a:r>
              <a:rPr lang="en-US" sz="1300" dirty="0" smtClean="0">
                <a:solidFill>
                  <a:srgbClr val="438AD7"/>
                </a:solidFill>
              </a:rPr>
              <a:t>INFORMACIÓN (TAREA</a:t>
            </a:r>
            <a:r>
              <a:rPr lang="en-US" sz="1300" dirty="0">
                <a:solidFill>
                  <a:srgbClr val="438AD7"/>
                </a:solidFill>
              </a:rPr>
              <a:t>)</a:t>
            </a:r>
          </a:p>
        </p:txBody>
      </p:sp>
    </p:spTree>
    <p:custDataLst>
      <p:tags r:id="rId1"/>
    </p:custDataLst>
    <p:extLst>
      <p:ext uri="{BB962C8B-B14F-4D97-AF65-F5344CB8AC3E}">
        <p14:creationId xmlns:p14="http://schemas.microsoft.com/office/powerpoint/2010/main" val="558165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7"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smtClean="0">
                <a:solidFill>
                  <a:schemeClr val="bg1"/>
                </a:solidFill>
                <a:latin typeface="Calibri"/>
                <a:cs typeface="Calibri"/>
              </a:rPr>
              <a:t>/ </a:t>
            </a:r>
            <a:r>
              <a:rPr lang="es-PE" sz="2800" b="1" dirty="0" smtClean="0">
                <a:solidFill>
                  <a:schemeClr val="bg1"/>
                </a:solidFill>
                <a:cs typeface="Calibri"/>
              </a:rPr>
              <a:t>RESUMEN</a:t>
            </a:r>
            <a:endParaRPr lang="es-PE" sz="2800" b="1" dirty="0">
              <a:solidFill>
                <a:schemeClr val="bg1"/>
              </a:solidFill>
              <a:cs typeface="Calibri"/>
            </a:endParaRPr>
          </a:p>
        </p:txBody>
      </p:sp>
    </p:spTree>
    <p:custDataLst>
      <p:tags r:id="rId1"/>
    </p:custDataLst>
    <p:extLst>
      <p:ext uri="{BB962C8B-B14F-4D97-AF65-F5344CB8AC3E}">
        <p14:creationId xmlns:p14="http://schemas.microsoft.com/office/powerpoint/2010/main" val="42627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1"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RESUMEN</a:t>
            </a:r>
          </a:p>
        </p:txBody>
      </p:sp>
      <p:graphicFrame>
        <p:nvGraphicFramePr>
          <p:cNvPr id="10" name="Diagrama 9"/>
          <p:cNvGraphicFramePr/>
          <p:nvPr>
            <p:extLst>
              <p:ext uri="{D42A27DB-BD31-4B8C-83A1-F6EECF244321}">
                <p14:modId xmlns:p14="http://schemas.microsoft.com/office/powerpoint/2010/main" val="860323076"/>
              </p:ext>
            </p:extLst>
          </p:nvPr>
        </p:nvGraphicFramePr>
        <p:xfrm>
          <a:off x="1177947" y="1013360"/>
          <a:ext cx="6788106" cy="41705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Elipse 11"/>
          <p:cNvSpPr/>
          <p:nvPr/>
        </p:nvSpPr>
        <p:spPr>
          <a:xfrm>
            <a:off x="3651639" y="2239768"/>
            <a:ext cx="1840723" cy="1759021"/>
          </a:xfrm>
          <a:prstGeom prst="ellipse">
            <a:avLst/>
          </a:prstGeom>
          <a:solidFill>
            <a:schemeClr val="bg1">
              <a:lumMod val="85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r>
              <a:rPr lang="es-PE" sz="1400" dirty="0" smtClean="0"/>
              <a:t>Administración y mantenimiento</a:t>
            </a:r>
            <a:endParaRPr lang="es-PE" sz="1400" dirty="0"/>
          </a:p>
        </p:txBody>
      </p:sp>
    </p:spTree>
    <p:extLst>
      <p:ext uri="{BB962C8B-B14F-4D97-AF65-F5344CB8AC3E}">
        <p14:creationId xmlns:p14="http://schemas.microsoft.com/office/powerpoint/2010/main" val="829551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1"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RESUMEN</a:t>
            </a:r>
          </a:p>
        </p:txBody>
      </p:sp>
      <p:pic>
        <p:nvPicPr>
          <p:cNvPr id="6" name="Imagen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7040" y="949325"/>
            <a:ext cx="5509921" cy="4248150"/>
          </a:xfrm>
          <a:prstGeom prst="rect">
            <a:avLst/>
          </a:prstGeom>
        </p:spPr>
      </p:pic>
    </p:spTree>
    <p:extLst>
      <p:ext uri="{BB962C8B-B14F-4D97-AF65-F5344CB8AC3E}">
        <p14:creationId xmlns:p14="http://schemas.microsoft.com/office/powerpoint/2010/main" val="1868430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lIns="91425" tIns="91425" rIns="91425" bIns="91425" anchor="t" anchorCtr="0">
        <a:noAutofit/>
      </a:bodyPr>
      <a:lstStyle>
        <a:defPPr marL="174625" indent="-174625">
          <a:spcBef>
            <a:spcPts val="0"/>
          </a:spcBef>
          <a:buSzPct val="100000"/>
          <a:defRPr sz="1500" dirty="0" smtClean="0">
            <a:latin typeface="Calibri"/>
            <a:cs typeface="Calibri"/>
          </a:defRPr>
        </a:defPPr>
      </a:lstStyle>
    </a:tx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5695</TotalTime>
  <Words>892</Words>
  <Application>Microsoft Office PowerPoint</Application>
  <PresentationFormat>Presentación en pantalla (16:10)</PresentationFormat>
  <Paragraphs>126</Paragraphs>
  <Slides>27</Slides>
  <Notes>23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27</vt:i4>
      </vt:variant>
    </vt:vector>
  </HeadingPairs>
  <TitlesOfParts>
    <vt:vector size="32" baseType="lpstr">
      <vt:lpstr>Arial</vt:lpstr>
      <vt:lpstr>Calibri</vt:lpstr>
      <vt:lpstr>Source Sans Pro</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keywords>SCG</cp:keywords>
  <cp:lastModifiedBy>Christian Santamaria Saldaña</cp:lastModifiedBy>
  <cp:revision>464</cp:revision>
  <cp:lastPrinted>2018-01-16T21:42:59Z</cp:lastPrinted>
  <dcterms:created xsi:type="dcterms:W3CDTF">2016-10-06T14:52:02Z</dcterms:created>
  <dcterms:modified xsi:type="dcterms:W3CDTF">2020-10-21T21:44:09Z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