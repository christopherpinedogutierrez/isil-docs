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72" r:id="rId2"/>
    <p:sldId id="306" r:id="rId3"/>
    <p:sldId id="432" r:id="rId4"/>
    <p:sldId id="434" r:id="rId5"/>
    <p:sldId id="490" r:id="rId6"/>
    <p:sldId id="315" r:id="rId7"/>
    <p:sldId id="400" r:id="rId8"/>
    <p:sldId id="491" r:id="rId9"/>
    <p:sldId id="458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08" r:id="rId27"/>
    <p:sldId id="448" r:id="rId28"/>
    <p:sldId id="509" r:id="rId29"/>
    <p:sldId id="510" r:id="rId30"/>
    <p:sldId id="511" r:id="rId31"/>
    <p:sldId id="451" r:id="rId32"/>
    <p:sldId id="470" r:id="rId33"/>
    <p:sldId id="471" r:id="rId34"/>
  </p:sldIdLst>
  <p:sldSz cx="9144000" cy="5715000" type="screen16x10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383" userDrawn="1">
          <p15:clr>
            <a:srgbClr val="A4A3A4"/>
          </p15:clr>
        </p15:guide>
        <p15:guide id="20" pos="4309" userDrawn="1">
          <p15:clr>
            <a:srgbClr val="A4A3A4"/>
          </p15:clr>
        </p15:guide>
        <p15:guide id="23" orient="horz" pos="29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1B5"/>
    <a:srgbClr val="DFA635"/>
    <a:srgbClr val="99C652"/>
    <a:srgbClr val="E5584B"/>
    <a:srgbClr val="68529F"/>
    <a:srgbClr val="0197A7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00" autoAdjust="0"/>
    <p:restoredTop sz="7500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326" y="90"/>
      </p:cViewPr>
      <p:guideLst>
        <p:guide pos="5465"/>
        <p:guide orient="horz" pos="3274"/>
        <p:guide pos="295"/>
        <p:guide orient="horz" pos="598"/>
        <p:guide orient="horz" pos="258"/>
        <p:guide pos="2880"/>
        <p:guide pos="3039"/>
        <p:guide pos="2721"/>
        <p:guide pos="1383"/>
        <p:guide pos="4309"/>
        <p:guide orient="horz" pos="295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47B05A2A-5B1D-9B40-9127-374B583633A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Requisitos del negocio</a:t>
          </a:r>
          <a:endParaRPr lang="es-PE" sz="1600" dirty="0"/>
        </a:p>
      </dgm:t>
    </dgm:pt>
    <dgm:pt modelId="{53C1BB53-E26A-344E-B3F6-C91FE1755DB6}" type="parTrans" cxnId="{05056ECA-EE68-8043-9CB9-E4448B4D696C}">
      <dgm:prSet/>
      <dgm:spPr/>
      <dgm:t>
        <a:bodyPr/>
        <a:lstStyle/>
        <a:p>
          <a:endParaRPr lang="es-ES_tradnl"/>
        </a:p>
      </dgm:t>
    </dgm:pt>
    <dgm:pt modelId="{09AFFB8D-0E7A-D442-89DF-027DEC64F72A}" type="sibTrans" cxnId="{05056ECA-EE68-8043-9CB9-E4448B4D696C}">
      <dgm:prSet/>
      <dgm:spPr/>
      <dgm:t>
        <a:bodyPr/>
        <a:lstStyle/>
        <a:p>
          <a:endParaRPr lang="es-ES_tradnl"/>
        </a:p>
      </dgm:t>
    </dgm:pt>
    <dgm:pt modelId="{7314A5F3-185E-1C44-B230-E533207930DD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Acceso de usuario</a:t>
          </a:r>
          <a:endParaRPr lang="es-PE" sz="1600" dirty="0"/>
        </a:p>
      </dgm:t>
    </dgm:pt>
    <dgm:pt modelId="{C0A0428E-0415-334E-9D7D-5E80FFE6913C}" type="parTrans" cxnId="{A5FC6CD3-6C36-EF4F-9BA1-C98CAC374978}">
      <dgm:prSet/>
      <dgm:spPr/>
      <dgm:t>
        <a:bodyPr/>
        <a:lstStyle/>
        <a:p>
          <a:endParaRPr lang="es-ES_tradnl"/>
        </a:p>
      </dgm:t>
    </dgm:pt>
    <dgm:pt modelId="{142421B1-AC7D-C143-8F52-BFD62BCB974A}" type="sibTrans" cxnId="{A5FC6CD3-6C36-EF4F-9BA1-C98CAC374978}">
      <dgm:prSet/>
      <dgm:spPr/>
      <dgm:t>
        <a:bodyPr/>
        <a:lstStyle/>
        <a:p>
          <a:endParaRPr lang="es-ES_tradnl"/>
        </a:p>
      </dgm:t>
    </dgm:pt>
    <dgm:pt modelId="{64273F01-6020-4C45-874A-756275BC0985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Responsabilidades del usuario</a:t>
          </a:r>
          <a:endParaRPr lang="es-PE" sz="1600" dirty="0"/>
        </a:p>
      </dgm:t>
    </dgm:pt>
    <dgm:pt modelId="{2896ECE1-B346-2040-A5AF-BCA5967A9420}" type="parTrans" cxnId="{7E67BEB6-FDF4-9249-AF86-A9D388D37CFA}">
      <dgm:prSet/>
      <dgm:spPr/>
      <dgm:t>
        <a:bodyPr/>
        <a:lstStyle/>
        <a:p>
          <a:endParaRPr lang="es-ES_tradnl"/>
        </a:p>
      </dgm:t>
    </dgm:pt>
    <dgm:pt modelId="{2017CD7A-4CA0-B145-BE90-71A273E5F0E5}" type="sibTrans" cxnId="{7E67BEB6-FDF4-9249-AF86-A9D388D37CFA}">
      <dgm:prSet/>
      <dgm:spPr/>
      <dgm:t>
        <a:bodyPr/>
        <a:lstStyle/>
        <a:p>
          <a:endParaRPr lang="es-ES_tradnl"/>
        </a:p>
      </dgm:t>
    </dgm:pt>
    <dgm:pt modelId="{937597C4-39A5-B349-B48F-191907524962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Control del sistema y acceso a aplicaciones</a:t>
          </a:r>
          <a:endParaRPr lang="es-PE" sz="1600" dirty="0"/>
        </a:p>
      </dgm:t>
    </dgm:pt>
    <dgm:pt modelId="{07EFE63F-19CD-1541-90A9-DDD033D50225}" type="parTrans" cxnId="{08403FCC-BE93-634D-8399-31518125A882}">
      <dgm:prSet/>
      <dgm:spPr/>
      <dgm:t>
        <a:bodyPr/>
        <a:lstStyle/>
        <a:p>
          <a:endParaRPr lang="es-ES_tradnl"/>
        </a:p>
      </dgm:t>
    </dgm:pt>
    <dgm:pt modelId="{36BB9ED7-AB18-A647-9454-B6DEEA8D4FBD}" type="sibTrans" cxnId="{08403FCC-BE93-634D-8399-31518125A882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B9392E96-0889-5D49-A085-05A2DC0DA3AC}" type="pres">
      <dgm:prSet presAssocID="{47B05A2A-5B1D-9B40-9127-374B583633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91F49020-DD28-1848-BCA5-14DE56031B85}" type="pres">
      <dgm:prSet presAssocID="{09AFFB8D-0E7A-D442-89DF-027DEC64F72A}" presName="spacer" presStyleCnt="0"/>
      <dgm:spPr/>
    </dgm:pt>
    <dgm:pt modelId="{F8E3D8A6-0A4B-374E-84B5-41E10B42BF3F}" type="pres">
      <dgm:prSet presAssocID="{7314A5F3-185E-1C44-B230-E533207930D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04FDAB30-8D3C-F641-B2AC-B95399E33B1F}" type="pres">
      <dgm:prSet presAssocID="{142421B1-AC7D-C143-8F52-BFD62BCB974A}" presName="spacer" presStyleCnt="0"/>
      <dgm:spPr/>
    </dgm:pt>
    <dgm:pt modelId="{8C23967A-B666-1F49-9751-729469E56F0C}" type="pres">
      <dgm:prSet presAssocID="{64273F01-6020-4C45-874A-756275BC0985}" presName="parentText" presStyleLbl="node1" presStyleIdx="3" presStyleCnt="5" custLinFactNeighborX="-40542" custLinFactNeighborY="-36306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9258CF48-C08A-6943-912B-A3C9F13B1A5E}" type="pres">
      <dgm:prSet presAssocID="{2017CD7A-4CA0-B145-BE90-71A273E5F0E5}" presName="spacer" presStyleCnt="0"/>
      <dgm:spPr/>
    </dgm:pt>
    <dgm:pt modelId="{9D98BE72-8C18-3949-ACD9-8BE92CEBBF95}" type="pres">
      <dgm:prSet presAssocID="{937597C4-39A5-B349-B48F-19190752496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05056ECA-EE68-8043-9CB9-E4448B4D696C}" srcId="{6EC1C1F4-B068-49DD-8085-E83DE5FE91C0}" destId="{47B05A2A-5B1D-9B40-9127-374B583633AE}" srcOrd="1" destOrd="0" parTransId="{53C1BB53-E26A-344E-B3F6-C91FE1755DB6}" sibTransId="{09AFFB8D-0E7A-D442-89DF-027DEC64F72A}"/>
    <dgm:cxn modelId="{40F5B1C5-62B1-6146-A1F0-C1180ECD01C8}" type="presOf" srcId="{F8AC1D50-8DEC-42E2-996D-CF1010A8B2A4}" destId="{3777373B-7A8D-4433-8A8C-4992208C3102}" srcOrd="0" destOrd="0" presId="urn:microsoft.com/office/officeart/2005/8/layout/vList2"/>
    <dgm:cxn modelId="{0B9C89B3-B833-BA4D-9789-8F1A2AD60415}" type="presOf" srcId="{47B05A2A-5B1D-9B40-9127-374B583633AE}" destId="{B9392E96-0889-5D49-A085-05A2DC0DA3AC}" srcOrd="0" destOrd="0" presId="urn:microsoft.com/office/officeart/2005/8/layout/vList2"/>
    <dgm:cxn modelId="{08403FCC-BE93-634D-8399-31518125A882}" srcId="{6EC1C1F4-B068-49DD-8085-E83DE5FE91C0}" destId="{937597C4-39A5-B349-B48F-191907524962}" srcOrd="4" destOrd="0" parTransId="{07EFE63F-19CD-1541-90A9-DDD033D50225}" sibTransId="{36BB9ED7-AB18-A647-9454-B6DEEA8D4FBD}"/>
    <dgm:cxn modelId="{7E67BEB6-FDF4-9249-AF86-A9D388D37CFA}" srcId="{6EC1C1F4-B068-49DD-8085-E83DE5FE91C0}" destId="{64273F01-6020-4C45-874A-756275BC0985}" srcOrd="3" destOrd="0" parTransId="{2896ECE1-B346-2040-A5AF-BCA5967A9420}" sibTransId="{2017CD7A-4CA0-B145-BE90-71A273E5F0E5}"/>
    <dgm:cxn modelId="{58351E3F-A441-BB46-A9EE-E1BE434B50F2}" type="presOf" srcId="{6EC1C1F4-B068-49DD-8085-E83DE5FE91C0}" destId="{1C1067FD-E418-4B60-B9E3-ACF1A4CBDC81}" srcOrd="0" destOrd="0" presId="urn:microsoft.com/office/officeart/2005/8/layout/vList2"/>
    <dgm:cxn modelId="{A5FC6CD3-6C36-EF4F-9BA1-C98CAC374978}" srcId="{6EC1C1F4-B068-49DD-8085-E83DE5FE91C0}" destId="{7314A5F3-185E-1C44-B230-E533207930DD}" srcOrd="2" destOrd="0" parTransId="{C0A0428E-0415-334E-9D7D-5E80FFE6913C}" sibTransId="{142421B1-AC7D-C143-8F52-BFD62BCB974A}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3DD46359-0EE8-ED43-9DBB-254C93ACCCA2}" type="presOf" srcId="{64273F01-6020-4C45-874A-756275BC0985}" destId="{8C23967A-B666-1F49-9751-729469E56F0C}" srcOrd="0" destOrd="0" presId="urn:microsoft.com/office/officeart/2005/8/layout/vList2"/>
    <dgm:cxn modelId="{DDF11F56-6D6F-A945-B046-B0C99D2805EA}" type="presOf" srcId="{7314A5F3-185E-1C44-B230-E533207930DD}" destId="{F8E3D8A6-0A4B-374E-84B5-41E10B42BF3F}" srcOrd="0" destOrd="0" presId="urn:microsoft.com/office/officeart/2005/8/layout/vList2"/>
    <dgm:cxn modelId="{BB6CE40A-CF9B-CF42-80D6-EF47ACBEC411}" type="presOf" srcId="{937597C4-39A5-B349-B48F-191907524962}" destId="{9D98BE72-8C18-3949-ACD9-8BE92CEBBF95}" srcOrd="0" destOrd="0" presId="urn:microsoft.com/office/officeart/2005/8/layout/vList2"/>
    <dgm:cxn modelId="{3595A292-1078-F14E-AEB4-1D9DF3A52647}" type="presParOf" srcId="{1C1067FD-E418-4B60-B9E3-ACF1A4CBDC81}" destId="{3777373B-7A8D-4433-8A8C-4992208C3102}" srcOrd="0" destOrd="0" presId="urn:microsoft.com/office/officeart/2005/8/layout/vList2"/>
    <dgm:cxn modelId="{81DA7A5D-440B-AE43-B793-961713979F60}" type="presParOf" srcId="{1C1067FD-E418-4B60-B9E3-ACF1A4CBDC81}" destId="{77C821BE-E8B1-43B2-BC83-DA1F290CCBAD}" srcOrd="1" destOrd="0" presId="urn:microsoft.com/office/officeart/2005/8/layout/vList2"/>
    <dgm:cxn modelId="{CE0D8ADF-503C-5E4A-8059-404A37A855A5}" type="presParOf" srcId="{1C1067FD-E418-4B60-B9E3-ACF1A4CBDC81}" destId="{B9392E96-0889-5D49-A085-05A2DC0DA3AC}" srcOrd="2" destOrd="0" presId="urn:microsoft.com/office/officeart/2005/8/layout/vList2"/>
    <dgm:cxn modelId="{03F9FA27-A16A-2142-8EE0-4EF0E4FBCE49}" type="presParOf" srcId="{1C1067FD-E418-4B60-B9E3-ACF1A4CBDC81}" destId="{91F49020-DD28-1848-BCA5-14DE56031B85}" srcOrd="3" destOrd="0" presId="urn:microsoft.com/office/officeart/2005/8/layout/vList2"/>
    <dgm:cxn modelId="{257B54D1-F60C-2442-8C9E-1E0F10D52AED}" type="presParOf" srcId="{1C1067FD-E418-4B60-B9E3-ACF1A4CBDC81}" destId="{F8E3D8A6-0A4B-374E-84B5-41E10B42BF3F}" srcOrd="4" destOrd="0" presId="urn:microsoft.com/office/officeart/2005/8/layout/vList2"/>
    <dgm:cxn modelId="{48DF77EA-0482-3645-AACF-4554C3F8C8DE}" type="presParOf" srcId="{1C1067FD-E418-4B60-B9E3-ACF1A4CBDC81}" destId="{04FDAB30-8D3C-F641-B2AC-B95399E33B1F}" srcOrd="5" destOrd="0" presId="urn:microsoft.com/office/officeart/2005/8/layout/vList2"/>
    <dgm:cxn modelId="{2F1F74D3-D475-EF4B-96DA-5A477794332B}" type="presParOf" srcId="{1C1067FD-E418-4B60-B9E3-ACF1A4CBDC81}" destId="{8C23967A-B666-1F49-9751-729469E56F0C}" srcOrd="6" destOrd="0" presId="urn:microsoft.com/office/officeart/2005/8/layout/vList2"/>
    <dgm:cxn modelId="{9464BDAF-9CD5-BA4B-850C-EC458814456D}" type="presParOf" srcId="{1C1067FD-E418-4B60-B9E3-ACF1A4CBDC81}" destId="{9258CF48-C08A-6943-912B-A3C9F13B1A5E}" srcOrd="7" destOrd="0" presId="urn:microsoft.com/office/officeart/2005/8/layout/vList2"/>
    <dgm:cxn modelId="{44EC890A-314F-6744-A8B8-5A03D1F3EFE0}" type="presParOf" srcId="{1C1067FD-E418-4B60-B9E3-ACF1A4CBDC81}" destId="{9D98BE72-8C18-3949-ACD9-8BE92CEBBF9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600" dirty="0" smtClean="0"/>
            <a:t>A.9 Control</a:t>
          </a:r>
          <a:br>
            <a:rPr lang="es-PE" sz="1600" dirty="0" smtClean="0"/>
          </a:br>
          <a:r>
            <a:rPr lang="es-PE" sz="1600" dirty="0" smtClean="0"/>
            <a:t>de accesos</a:t>
          </a:r>
          <a:endParaRPr lang="es-PE" sz="16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A.9.1 Requisitos del negocio para el control de acceso</a:t>
          </a:r>
          <a:endParaRPr lang="es-PE" sz="16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5874FD79-EC3C-144C-9F29-86EF3A006847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A.9.2 Gestión de acceso de usuario</a:t>
          </a:r>
          <a:endParaRPr lang="es-PE" sz="1600" dirty="0"/>
        </a:p>
      </dgm:t>
    </dgm:pt>
    <dgm:pt modelId="{EAAADF48-54E6-5E47-9E7D-C2A918253921}" type="parTrans" cxnId="{6FA9FB1E-06BE-EC44-B215-9D691D593B55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3B0E2071-7E89-9849-9476-362437E99F9A}" type="sibTrans" cxnId="{6FA9FB1E-06BE-EC44-B215-9D691D593B55}">
      <dgm:prSet/>
      <dgm:spPr/>
      <dgm:t>
        <a:bodyPr/>
        <a:lstStyle/>
        <a:p>
          <a:endParaRPr lang="es-ES_tradnl"/>
        </a:p>
      </dgm:t>
    </dgm:pt>
    <dgm:pt modelId="{1240CD81-EA68-5346-808F-409645B1C430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A.9.3  Responsabilidades del usuario</a:t>
          </a:r>
          <a:endParaRPr lang="es-PE" sz="1600" dirty="0"/>
        </a:p>
      </dgm:t>
    </dgm:pt>
    <dgm:pt modelId="{9DDDE8FA-FA0D-504D-94DD-0E5376024B61}" type="parTrans" cxnId="{CA4373D7-18F2-5F42-AF3B-C4FD1F190D98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D50F44A6-6B89-DA4A-9767-44FE0BF008A9}" type="sibTrans" cxnId="{CA4373D7-18F2-5F42-AF3B-C4FD1F190D98}">
      <dgm:prSet/>
      <dgm:spPr/>
      <dgm:t>
        <a:bodyPr/>
        <a:lstStyle/>
        <a:p>
          <a:endParaRPr lang="es-ES_tradnl"/>
        </a:p>
      </dgm:t>
    </dgm:pt>
    <dgm:pt modelId="{E47FEE8F-4572-2244-B91B-7E117C43F59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A.9.4  Control del sistema y acceso a las aplicaciones</a:t>
          </a:r>
          <a:endParaRPr lang="es-PE" sz="1600" dirty="0"/>
        </a:p>
      </dgm:t>
    </dgm:pt>
    <dgm:pt modelId="{EC1ACB17-E6A3-BE4B-B548-0457D2F1A3F2}" type="parTrans" cxnId="{ECDF22C8-D2AF-6645-A052-AE714E469178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8AEAAC79-4CC8-B145-A4D9-FB1BAF9BDC52}" type="sibTrans" cxnId="{ECDF22C8-D2AF-6645-A052-AE714E469178}">
      <dgm:prSet/>
      <dgm:spPr/>
      <dgm:t>
        <a:bodyPr/>
        <a:lstStyle/>
        <a:p>
          <a:endParaRPr lang="es-ES_tradnl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4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4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4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BB1F249-C59C-BD4C-BD34-7A8663535155}" type="pres">
      <dgm:prSet presAssocID="{EAAADF48-54E6-5E47-9E7D-C2A918253921}" presName="Name37" presStyleLbl="parChTrans1D2" presStyleIdx="1" presStyleCnt="4"/>
      <dgm:spPr/>
      <dgm:t>
        <a:bodyPr/>
        <a:lstStyle/>
        <a:p>
          <a:endParaRPr lang="es-ES_tradnl"/>
        </a:p>
      </dgm:t>
    </dgm:pt>
    <dgm:pt modelId="{DD849E3E-429E-BE48-9504-295D896C2FFD}" type="pres">
      <dgm:prSet presAssocID="{5874FD79-EC3C-144C-9F29-86EF3A006847}" presName="hierRoot2" presStyleCnt="0">
        <dgm:presLayoutVars>
          <dgm:hierBranch val="init"/>
        </dgm:presLayoutVars>
      </dgm:prSet>
      <dgm:spPr/>
    </dgm:pt>
    <dgm:pt modelId="{2682C10A-B717-8747-BE28-19264218D905}" type="pres">
      <dgm:prSet presAssocID="{5874FD79-EC3C-144C-9F29-86EF3A006847}" presName="rootComposite" presStyleCnt="0"/>
      <dgm:spPr/>
    </dgm:pt>
    <dgm:pt modelId="{77E6C5F0-B4C5-C441-BC2D-A05254452116}" type="pres">
      <dgm:prSet presAssocID="{5874FD79-EC3C-144C-9F29-86EF3A006847}" presName="rootText" presStyleLbl="node2" presStyleIdx="1" presStyleCnt="4" custScaleY="146737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AFB81BFC-C025-9846-B6FE-F84FDBE2F004}" type="pres">
      <dgm:prSet presAssocID="{5874FD79-EC3C-144C-9F29-86EF3A006847}" presName="rootConnector" presStyleLbl="node2" presStyleIdx="1" presStyleCnt="4"/>
      <dgm:spPr/>
      <dgm:t>
        <a:bodyPr/>
        <a:lstStyle/>
        <a:p>
          <a:endParaRPr lang="es-ES_tradnl"/>
        </a:p>
      </dgm:t>
    </dgm:pt>
    <dgm:pt modelId="{BA5189E3-6AC6-A446-AA8E-243CD2B87B64}" type="pres">
      <dgm:prSet presAssocID="{5874FD79-EC3C-144C-9F29-86EF3A006847}" presName="hierChild4" presStyleCnt="0"/>
      <dgm:spPr/>
    </dgm:pt>
    <dgm:pt modelId="{29431873-8067-A043-B4D9-6A7EDA5A54E5}" type="pres">
      <dgm:prSet presAssocID="{5874FD79-EC3C-144C-9F29-86EF3A006847}" presName="hierChild5" presStyleCnt="0"/>
      <dgm:spPr/>
    </dgm:pt>
    <dgm:pt modelId="{8AECA9E2-9428-FD41-93D4-5BDB8A15FF2B}" type="pres">
      <dgm:prSet presAssocID="{9DDDE8FA-FA0D-504D-94DD-0E5376024B61}" presName="Name37" presStyleLbl="parChTrans1D2" presStyleIdx="2" presStyleCnt="4"/>
      <dgm:spPr/>
      <dgm:t>
        <a:bodyPr/>
        <a:lstStyle/>
        <a:p>
          <a:endParaRPr lang="es-ES_tradnl"/>
        </a:p>
      </dgm:t>
    </dgm:pt>
    <dgm:pt modelId="{8BC704DF-8612-5248-B671-FEB26E461448}" type="pres">
      <dgm:prSet presAssocID="{1240CD81-EA68-5346-808F-409645B1C430}" presName="hierRoot2" presStyleCnt="0">
        <dgm:presLayoutVars>
          <dgm:hierBranch val="init"/>
        </dgm:presLayoutVars>
      </dgm:prSet>
      <dgm:spPr/>
    </dgm:pt>
    <dgm:pt modelId="{B25E329E-A0E9-1746-883D-A962C00158FE}" type="pres">
      <dgm:prSet presAssocID="{1240CD81-EA68-5346-808F-409645B1C430}" presName="rootComposite" presStyleCnt="0"/>
      <dgm:spPr/>
    </dgm:pt>
    <dgm:pt modelId="{41337470-A17A-AA4C-89DD-1A2C34CA7514}" type="pres">
      <dgm:prSet presAssocID="{1240CD81-EA68-5346-808F-409645B1C430}" presName="rootText" presStyleLbl="node2" presStyleIdx="2" presStyleCnt="4" custScaleY="146737" custLinFactNeighborX="-1566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31F0C456-BFBB-E641-B639-42CAFBC5AC2A}" type="pres">
      <dgm:prSet presAssocID="{1240CD81-EA68-5346-808F-409645B1C430}" presName="rootConnector" presStyleLbl="node2" presStyleIdx="2" presStyleCnt="4"/>
      <dgm:spPr/>
      <dgm:t>
        <a:bodyPr/>
        <a:lstStyle/>
        <a:p>
          <a:endParaRPr lang="es-ES_tradnl"/>
        </a:p>
      </dgm:t>
    </dgm:pt>
    <dgm:pt modelId="{7A299340-0398-E84C-8AEE-331F335631AD}" type="pres">
      <dgm:prSet presAssocID="{1240CD81-EA68-5346-808F-409645B1C430}" presName="hierChild4" presStyleCnt="0"/>
      <dgm:spPr/>
    </dgm:pt>
    <dgm:pt modelId="{C61A7D11-BB0D-4941-8FFD-3DD320AEB581}" type="pres">
      <dgm:prSet presAssocID="{1240CD81-EA68-5346-808F-409645B1C430}" presName="hierChild5" presStyleCnt="0"/>
      <dgm:spPr/>
    </dgm:pt>
    <dgm:pt modelId="{BE9E5FF3-4D3C-B04E-A951-730C7866DE1A}" type="pres">
      <dgm:prSet presAssocID="{EC1ACB17-E6A3-BE4B-B548-0457D2F1A3F2}" presName="Name37" presStyleLbl="parChTrans1D2" presStyleIdx="3" presStyleCnt="4"/>
      <dgm:spPr/>
      <dgm:t>
        <a:bodyPr/>
        <a:lstStyle/>
        <a:p>
          <a:endParaRPr lang="es-ES_tradnl"/>
        </a:p>
      </dgm:t>
    </dgm:pt>
    <dgm:pt modelId="{B88F6EF5-5EFF-9B4C-9421-641A01F16705}" type="pres">
      <dgm:prSet presAssocID="{E47FEE8F-4572-2244-B91B-7E117C43F59E}" presName="hierRoot2" presStyleCnt="0">
        <dgm:presLayoutVars>
          <dgm:hierBranch val="init"/>
        </dgm:presLayoutVars>
      </dgm:prSet>
      <dgm:spPr/>
    </dgm:pt>
    <dgm:pt modelId="{FBC2D8FD-D9E9-4E46-A4BC-E89D80DD1C24}" type="pres">
      <dgm:prSet presAssocID="{E47FEE8F-4572-2244-B91B-7E117C43F59E}" presName="rootComposite" presStyleCnt="0"/>
      <dgm:spPr/>
    </dgm:pt>
    <dgm:pt modelId="{1A3C7A21-D00B-4C4D-B15F-55A554A62332}" type="pres">
      <dgm:prSet presAssocID="{E47FEE8F-4572-2244-B91B-7E117C43F59E}" presName="rootText" presStyleLbl="node2" presStyleIdx="3" presStyleCnt="4" custScaleY="146737" custLinFactNeighborX="-1566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7C643EFE-0E30-B84F-9028-B32EC05C8E8A}" type="pres">
      <dgm:prSet presAssocID="{E47FEE8F-4572-2244-B91B-7E117C43F59E}" presName="rootConnector" presStyleLbl="node2" presStyleIdx="3" presStyleCnt="4"/>
      <dgm:spPr/>
      <dgm:t>
        <a:bodyPr/>
        <a:lstStyle/>
        <a:p>
          <a:endParaRPr lang="es-ES_tradnl"/>
        </a:p>
      </dgm:t>
    </dgm:pt>
    <dgm:pt modelId="{BB050DCE-156F-154D-9B91-68991BF587C3}" type="pres">
      <dgm:prSet presAssocID="{E47FEE8F-4572-2244-B91B-7E117C43F59E}" presName="hierChild4" presStyleCnt="0"/>
      <dgm:spPr/>
    </dgm:pt>
    <dgm:pt modelId="{9BC19654-58B3-5A45-BAC6-51B7481B8782}" type="pres">
      <dgm:prSet presAssocID="{E47FEE8F-4572-2244-B91B-7E117C43F59E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E46B203E-7E7C-2442-83D2-2612DC26B09E}" type="presOf" srcId="{1CFEDA62-E621-45B6-81B7-7CA0DF19BE0B}" destId="{126F27EB-EF2C-423D-B7FD-5E0219D7D588}" srcOrd="0" destOrd="0" presId="urn:microsoft.com/office/officeart/2005/8/layout/orgChart1"/>
    <dgm:cxn modelId="{A902BFE7-AEEC-0740-BABF-373ECF63834C}" type="presOf" srcId="{B580A023-5473-4C09-9AD3-6CC4F2BD479E}" destId="{70708133-7F97-45BF-9C10-8090A18B77E8}" srcOrd="0" destOrd="0" presId="urn:microsoft.com/office/officeart/2005/8/layout/orgChart1"/>
    <dgm:cxn modelId="{B8CD583D-BF54-4440-8CF3-3B4C6C7B2E7C}" type="presOf" srcId="{5874FD79-EC3C-144C-9F29-86EF3A006847}" destId="{77E6C5F0-B4C5-C441-BC2D-A05254452116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6FA9FB1E-06BE-EC44-B215-9D691D593B55}" srcId="{1CFEDA62-E621-45B6-81B7-7CA0DF19BE0B}" destId="{5874FD79-EC3C-144C-9F29-86EF3A006847}" srcOrd="1" destOrd="0" parTransId="{EAAADF48-54E6-5E47-9E7D-C2A918253921}" sibTransId="{3B0E2071-7E89-9849-9476-362437E99F9A}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0658D346-B201-D047-BEC5-F494073CF1F9}" type="presOf" srcId="{9DDDE8FA-FA0D-504D-94DD-0E5376024B61}" destId="{8AECA9E2-9428-FD41-93D4-5BDB8A15FF2B}" srcOrd="0" destOrd="0" presId="urn:microsoft.com/office/officeart/2005/8/layout/orgChart1"/>
    <dgm:cxn modelId="{9548B5D6-B94B-EB4D-8DCD-A1DD1C0E9670}" type="presOf" srcId="{10422A0E-8626-46F6-B887-21E25845322D}" destId="{C4281DFD-D887-41DA-B6F2-3FBADBA6C710}" srcOrd="0" destOrd="0" presId="urn:microsoft.com/office/officeart/2005/8/layout/orgChart1"/>
    <dgm:cxn modelId="{C4C9FFF7-0A15-514E-A2D5-C8487391D598}" type="presOf" srcId="{1240CD81-EA68-5346-808F-409645B1C430}" destId="{41337470-A17A-AA4C-89DD-1A2C34CA7514}" srcOrd="0" destOrd="0" presId="urn:microsoft.com/office/officeart/2005/8/layout/orgChart1"/>
    <dgm:cxn modelId="{CA4373D7-18F2-5F42-AF3B-C4FD1F190D98}" srcId="{1CFEDA62-E621-45B6-81B7-7CA0DF19BE0B}" destId="{1240CD81-EA68-5346-808F-409645B1C430}" srcOrd="2" destOrd="0" parTransId="{9DDDE8FA-FA0D-504D-94DD-0E5376024B61}" sibTransId="{D50F44A6-6B89-DA4A-9767-44FE0BF008A9}"/>
    <dgm:cxn modelId="{73006FAC-F9C6-6A4A-92B7-5D48836A0681}" type="presOf" srcId="{B7448275-937C-4470-B239-A762E1132317}" destId="{7B388FE9-2F2F-47A2-8064-C147FCA9A3F0}" srcOrd="1" destOrd="0" presId="urn:microsoft.com/office/officeart/2005/8/layout/orgChart1"/>
    <dgm:cxn modelId="{761F3348-1BC8-E949-9209-334D84BE28F9}" type="presOf" srcId="{EAAADF48-54E6-5E47-9E7D-C2A918253921}" destId="{8BB1F249-C59C-BD4C-BD34-7A8663535155}" srcOrd="0" destOrd="0" presId="urn:microsoft.com/office/officeart/2005/8/layout/orgChart1"/>
    <dgm:cxn modelId="{ECDF22C8-D2AF-6645-A052-AE714E469178}" srcId="{1CFEDA62-E621-45B6-81B7-7CA0DF19BE0B}" destId="{E47FEE8F-4572-2244-B91B-7E117C43F59E}" srcOrd="3" destOrd="0" parTransId="{EC1ACB17-E6A3-BE4B-B548-0457D2F1A3F2}" sibTransId="{8AEAAC79-4CC8-B145-A4D9-FB1BAF9BDC52}"/>
    <dgm:cxn modelId="{64DEDFFC-3F1E-9249-BCAC-9361827A1784}" type="presOf" srcId="{B7448275-937C-4470-B239-A762E1132317}" destId="{FC92D772-C01B-4D45-837B-3353756937D4}" srcOrd="0" destOrd="0" presId="urn:microsoft.com/office/officeart/2005/8/layout/orgChart1"/>
    <dgm:cxn modelId="{264120FC-8C1B-ED44-83C3-14931EA86614}" type="presOf" srcId="{E47FEE8F-4572-2244-B91B-7E117C43F59E}" destId="{7C643EFE-0E30-B84F-9028-B32EC05C8E8A}" srcOrd="1" destOrd="0" presId="urn:microsoft.com/office/officeart/2005/8/layout/orgChart1"/>
    <dgm:cxn modelId="{72D46F6C-0453-6145-8795-BB0CE7189672}" type="presOf" srcId="{EC1ACB17-E6A3-BE4B-B548-0457D2F1A3F2}" destId="{BE9E5FF3-4D3C-B04E-A951-730C7866DE1A}" srcOrd="0" destOrd="0" presId="urn:microsoft.com/office/officeart/2005/8/layout/orgChart1"/>
    <dgm:cxn modelId="{0329528D-32E2-F745-88CC-27266E8F4BA4}" type="presOf" srcId="{1CFEDA62-E621-45B6-81B7-7CA0DF19BE0B}" destId="{5703174A-DFEC-47A6-87E0-B1E4BB26E639}" srcOrd="1" destOrd="0" presId="urn:microsoft.com/office/officeart/2005/8/layout/orgChart1"/>
    <dgm:cxn modelId="{176D6C91-6940-1F4F-9474-6D3F43443945}" type="presOf" srcId="{5874FD79-EC3C-144C-9F29-86EF3A006847}" destId="{AFB81BFC-C025-9846-B6FE-F84FDBE2F004}" srcOrd="1" destOrd="0" presId="urn:microsoft.com/office/officeart/2005/8/layout/orgChart1"/>
    <dgm:cxn modelId="{536CA573-B32F-1E4A-84B9-4AFEA114F389}" type="presOf" srcId="{E47FEE8F-4572-2244-B91B-7E117C43F59E}" destId="{1A3C7A21-D00B-4C4D-B15F-55A554A62332}" srcOrd="0" destOrd="0" presId="urn:microsoft.com/office/officeart/2005/8/layout/orgChart1"/>
    <dgm:cxn modelId="{861E4710-A159-8B4D-933C-EB19E855591E}" type="presOf" srcId="{1240CD81-EA68-5346-808F-409645B1C430}" destId="{31F0C456-BFBB-E641-B639-42CAFBC5AC2A}" srcOrd="1" destOrd="0" presId="urn:microsoft.com/office/officeart/2005/8/layout/orgChart1"/>
    <dgm:cxn modelId="{EF5F4977-1E2B-E243-A180-0FB20BE7A1C6}" type="presParOf" srcId="{70708133-7F97-45BF-9C10-8090A18B77E8}" destId="{8174BBFF-F76D-423D-968C-BB20383ABF41}" srcOrd="0" destOrd="0" presId="urn:microsoft.com/office/officeart/2005/8/layout/orgChart1"/>
    <dgm:cxn modelId="{F164238C-2081-5245-8005-86B2DA5576E9}" type="presParOf" srcId="{8174BBFF-F76D-423D-968C-BB20383ABF41}" destId="{1B53207F-2457-4DE1-8E76-DD6FCF0A3A94}" srcOrd="0" destOrd="0" presId="urn:microsoft.com/office/officeart/2005/8/layout/orgChart1"/>
    <dgm:cxn modelId="{CE3AF3DB-6FC5-CC4D-B836-373A886E2265}" type="presParOf" srcId="{1B53207F-2457-4DE1-8E76-DD6FCF0A3A94}" destId="{126F27EB-EF2C-423D-B7FD-5E0219D7D588}" srcOrd="0" destOrd="0" presId="urn:microsoft.com/office/officeart/2005/8/layout/orgChart1"/>
    <dgm:cxn modelId="{059BD099-2E06-AE43-8FB1-4B55A8166A1A}" type="presParOf" srcId="{1B53207F-2457-4DE1-8E76-DD6FCF0A3A94}" destId="{5703174A-DFEC-47A6-87E0-B1E4BB26E639}" srcOrd="1" destOrd="0" presId="urn:microsoft.com/office/officeart/2005/8/layout/orgChart1"/>
    <dgm:cxn modelId="{78D0F731-48CA-514D-8770-FFE8E542BED7}" type="presParOf" srcId="{8174BBFF-F76D-423D-968C-BB20383ABF41}" destId="{4E570361-5DD1-40A2-823E-C23403C3FF2E}" srcOrd="1" destOrd="0" presId="urn:microsoft.com/office/officeart/2005/8/layout/orgChart1"/>
    <dgm:cxn modelId="{77377EFC-C115-D34B-899C-394762E20466}" type="presParOf" srcId="{4E570361-5DD1-40A2-823E-C23403C3FF2E}" destId="{C4281DFD-D887-41DA-B6F2-3FBADBA6C710}" srcOrd="0" destOrd="0" presId="urn:microsoft.com/office/officeart/2005/8/layout/orgChart1"/>
    <dgm:cxn modelId="{8FD59634-042E-6542-9F0E-EBDFB5BFEF85}" type="presParOf" srcId="{4E570361-5DD1-40A2-823E-C23403C3FF2E}" destId="{0023C08C-1429-4E5B-9FD2-CD840868C8AE}" srcOrd="1" destOrd="0" presId="urn:microsoft.com/office/officeart/2005/8/layout/orgChart1"/>
    <dgm:cxn modelId="{06DDC185-9479-1147-BB92-4466169AD589}" type="presParOf" srcId="{0023C08C-1429-4E5B-9FD2-CD840868C8AE}" destId="{134AD17D-44F4-4C93-B854-49FB59ADB2CB}" srcOrd="0" destOrd="0" presId="urn:microsoft.com/office/officeart/2005/8/layout/orgChart1"/>
    <dgm:cxn modelId="{3958A126-D1F8-344B-8B11-F25CEC3DBB77}" type="presParOf" srcId="{134AD17D-44F4-4C93-B854-49FB59ADB2CB}" destId="{FC92D772-C01B-4D45-837B-3353756937D4}" srcOrd="0" destOrd="0" presId="urn:microsoft.com/office/officeart/2005/8/layout/orgChart1"/>
    <dgm:cxn modelId="{40007C65-9680-5D45-A661-F3CE59A39501}" type="presParOf" srcId="{134AD17D-44F4-4C93-B854-49FB59ADB2CB}" destId="{7B388FE9-2F2F-47A2-8064-C147FCA9A3F0}" srcOrd="1" destOrd="0" presId="urn:microsoft.com/office/officeart/2005/8/layout/orgChart1"/>
    <dgm:cxn modelId="{BECB7E17-8136-674B-84EC-4DA3FE13B684}" type="presParOf" srcId="{0023C08C-1429-4E5B-9FD2-CD840868C8AE}" destId="{933D1101-4290-4C34-B9BE-5575210E76DA}" srcOrd="1" destOrd="0" presId="urn:microsoft.com/office/officeart/2005/8/layout/orgChart1"/>
    <dgm:cxn modelId="{411F9F38-D3F2-9F41-8125-95FB2E19C1CC}" type="presParOf" srcId="{0023C08C-1429-4E5B-9FD2-CD840868C8AE}" destId="{AF997B2D-8C71-4B27-92CE-72C259828446}" srcOrd="2" destOrd="0" presId="urn:microsoft.com/office/officeart/2005/8/layout/orgChart1"/>
    <dgm:cxn modelId="{E5A6FC4F-99D9-7547-BC6F-CC5D0AC3D00E}" type="presParOf" srcId="{4E570361-5DD1-40A2-823E-C23403C3FF2E}" destId="{8BB1F249-C59C-BD4C-BD34-7A8663535155}" srcOrd="2" destOrd="0" presId="urn:microsoft.com/office/officeart/2005/8/layout/orgChart1"/>
    <dgm:cxn modelId="{66C5AB12-E8D0-6D4A-AEFC-5DE53C945A60}" type="presParOf" srcId="{4E570361-5DD1-40A2-823E-C23403C3FF2E}" destId="{DD849E3E-429E-BE48-9504-295D896C2FFD}" srcOrd="3" destOrd="0" presId="urn:microsoft.com/office/officeart/2005/8/layout/orgChart1"/>
    <dgm:cxn modelId="{0D611503-FF67-6748-8818-16F95DFD5673}" type="presParOf" srcId="{DD849E3E-429E-BE48-9504-295D896C2FFD}" destId="{2682C10A-B717-8747-BE28-19264218D905}" srcOrd="0" destOrd="0" presId="urn:microsoft.com/office/officeart/2005/8/layout/orgChart1"/>
    <dgm:cxn modelId="{95AE32A4-7117-C74D-8959-9875C6F42B2B}" type="presParOf" srcId="{2682C10A-B717-8747-BE28-19264218D905}" destId="{77E6C5F0-B4C5-C441-BC2D-A05254452116}" srcOrd="0" destOrd="0" presId="urn:microsoft.com/office/officeart/2005/8/layout/orgChart1"/>
    <dgm:cxn modelId="{269C4846-0B76-F74A-8433-23E57323FCFC}" type="presParOf" srcId="{2682C10A-B717-8747-BE28-19264218D905}" destId="{AFB81BFC-C025-9846-B6FE-F84FDBE2F004}" srcOrd="1" destOrd="0" presId="urn:microsoft.com/office/officeart/2005/8/layout/orgChart1"/>
    <dgm:cxn modelId="{F143C4DE-4100-A84E-A1D9-FDDB362D533D}" type="presParOf" srcId="{DD849E3E-429E-BE48-9504-295D896C2FFD}" destId="{BA5189E3-6AC6-A446-AA8E-243CD2B87B64}" srcOrd="1" destOrd="0" presId="urn:microsoft.com/office/officeart/2005/8/layout/orgChart1"/>
    <dgm:cxn modelId="{710CE55C-AFFC-BA41-B7B6-54C291D893EC}" type="presParOf" srcId="{DD849E3E-429E-BE48-9504-295D896C2FFD}" destId="{29431873-8067-A043-B4D9-6A7EDA5A54E5}" srcOrd="2" destOrd="0" presId="urn:microsoft.com/office/officeart/2005/8/layout/orgChart1"/>
    <dgm:cxn modelId="{A192DC59-C0A9-B44F-8D2E-1359079BF09D}" type="presParOf" srcId="{4E570361-5DD1-40A2-823E-C23403C3FF2E}" destId="{8AECA9E2-9428-FD41-93D4-5BDB8A15FF2B}" srcOrd="4" destOrd="0" presId="urn:microsoft.com/office/officeart/2005/8/layout/orgChart1"/>
    <dgm:cxn modelId="{6801DD83-02FA-C740-B58F-7D27A46B1202}" type="presParOf" srcId="{4E570361-5DD1-40A2-823E-C23403C3FF2E}" destId="{8BC704DF-8612-5248-B671-FEB26E461448}" srcOrd="5" destOrd="0" presId="urn:microsoft.com/office/officeart/2005/8/layout/orgChart1"/>
    <dgm:cxn modelId="{C70BA0AB-249C-D747-B26C-8C3A43306412}" type="presParOf" srcId="{8BC704DF-8612-5248-B671-FEB26E461448}" destId="{B25E329E-A0E9-1746-883D-A962C00158FE}" srcOrd="0" destOrd="0" presId="urn:microsoft.com/office/officeart/2005/8/layout/orgChart1"/>
    <dgm:cxn modelId="{55FCEB65-A77A-F94D-90E4-CF521B9154CF}" type="presParOf" srcId="{B25E329E-A0E9-1746-883D-A962C00158FE}" destId="{41337470-A17A-AA4C-89DD-1A2C34CA7514}" srcOrd="0" destOrd="0" presId="urn:microsoft.com/office/officeart/2005/8/layout/orgChart1"/>
    <dgm:cxn modelId="{E8DCD751-3D34-F342-81F5-059440D97DB8}" type="presParOf" srcId="{B25E329E-A0E9-1746-883D-A962C00158FE}" destId="{31F0C456-BFBB-E641-B639-42CAFBC5AC2A}" srcOrd="1" destOrd="0" presId="urn:microsoft.com/office/officeart/2005/8/layout/orgChart1"/>
    <dgm:cxn modelId="{5A641E05-987C-8F4A-A930-8D4F011DE891}" type="presParOf" srcId="{8BC704DF-8612-5248-B671-FEB26E461448}" destId="{7A299340-0398-E84C-8AEE-331F335631AD}" srcOrd="1" destOrd="0" presId="urn:microsoft.com/office/officeart/2005/8/layout/orgChart1"/>
    <dgm:cxn modelId="{5B228F62-57FB-8C45-80D3-0425A3FBEB9A}" type="presParOf" srcId="{8BC704DF-8612-5248-B671-FEB26E461448}" destId="{C61A7D11-BB0D-4941-8FFD-3DD320AEB581}" srcOrd="2" destOrd="0" presId="urn:microsoft.com/office/officeart/2005/8/layout/orgChart1"/>
    <dgm:cxn modelId="{F52BC5BC-162F-864B-9907-679FF1AFB0B4}" type="presParOf" srcId="{4E570361-5DD1-40A2-823E-C23403C3FF2E}" destId="{BE9E5FF3-4D3C-B04E-A951-730C7866DE1A}" srcOrd="6" destOrd="0" presId="urn:microsoft.com/office/officeart/2005/8/layout/orgChart1"/>
    <dgm:cxn modelId="{5F63535F-1617-6749-9A7B-CEA3132ED720}" type="presParOf" srcId="{4E570361-5DD1-40A2-823E-C23403C3FF2E}" destId="{B88F6EF5-5EFF-9B4C-9421-641A01F16705}" srcOrd="7" destOrd="0" presId="urn:microsoft.com/office/officeart/2005/8/layout/orgChart1"/>
    <dgm:cxn modelId="{3C0F2AB3-701E-C24D-A8D7-EA04EE5BFA68}" type="presParOf" srcId="{B88F6EF5-5EFF-9B4C-9421-641A01F16705}" destId="{FBC2D8FD-D9E9-4E46-A4BC-E89D80DD1C24}" srcOrd="0" destOrd="0" presId="urn:microsoft.com/office/officeart/2005/8/layout/orgChart1"/>
    <dgm:cxn modelId="{7B789D8D-B1AB-7547-AD5C-43CC6AFC64B0}" type="presParOf" srcId="{FBC2D8FD-D9E9-4E46-A4BC-E89D80DD1C24}" destId="{1A3C7A21-D00B-4C4D-B15F-55A554A62332}" srcOrd="0" destOrd="0" presId="urn:microsoft.com/office/officeart/2005/8/layout/orgChart1"/>
    <dgm:cxn modelId="{D3773113-2A38-7A4E-91F8-38D02E3A7015}" type="presParOf" srcId="{FBC2D8FD-D9E9-4E46-A4BC-E89D80DD1C24}" destId="{7C643EFE-0E30-B84F-9028-B32EC05C8E8A}" srcOrd="1" destOrd="0" presId="urn:microsoft.com/office/officeart/2005/8/layout/orgChart1"/>
    <dgm:cxn modelId="{B130410A-D442-1346-8737-4FCE2D5EEE55}" type="presParOf" srcId="{B88F6EF5-5EFF-9B4C-9421-641A01F16705}" destId="{BB050DCE-156F-154D-9B91-68991BF587C3}" srcOrd="1" destOrd="0" presId="urn:microsoft.com/office/officeart/2005/8/layout/orgChart1"/>
    <dgm:cxn modelId="{C64E0E51-1316-A640-8152-05A265F3C483}" type="presParOf" srcId="{B88F6EF5-5EFF-9B4C-9421-641A01F16705}" destId="{9BC19654-58B3-5A45-BAC6-51B7481B8782}" srcOrd="2" destOrd="0" presId="urn:microsoft.com/office/officeart/2005/8/layout/orgChart1"/>
    <dgm:cxn modelId="{CC210B21-C18A-224A-9450-8FA22DB855DF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7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24674" y="45416"/>
        <a:ext cx="5659880" cy="456092"/>
      </dsp:txXfrm>
    </dsp:sp>
    <dsp:sp modelId="{B9392E96-0889-5D49-A085-05A2DC0DA3AC}">
      <dsp:nvSpPr>
        <dsp:cNvPr id="0" name=""/>
        <dsp:cNvSpPr/>
      </dsp:nvSpPr>
      <dsp:spPr>
        <a:xfrm>
          <a:off x="0" y="6039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Requisitos del negocio</a:t>
          </a:r>
          <a:endParaRPr lang="es-PE" sz="1600" kern="1200" dirty="0"/>
        </a:p>
      </dsp:txBody>
      <dsp:txXfrm>
        <a:off x="24674" y="628616"/>
        <a:ext cx="5659880" cy="456092"/>
      </dsp:txXfrm>
    </dsp:sp>
    <dsp:sp modelId="{F8E3D8A6-0A4B-374E-84B5-41E10B42BF3F}">
      <dsp:nvSpPr>
        <dsp:cNvPr id="0" name=""/>
        <dsp:cNvSpPr/>
      </dsp:nvSpPr>
      <dsp:spPr>
        <a:xfrm>
          <a:off x="0" y="11871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Acceso de usuario</a:t>
          </a:r>
          <a:endParaRPr lang="es-PE" sz="1600" kern="1200" dirty="0"/>
        </a:p>
      </dsp:txBody>
      <dsp:txXfrm>
        <a:off x="24674" y="1211816"/>
        <a:ext cx="5659880" cy="456092"/>
      </dsp:txXfrm>
    </dsp:sp>
    <dsp:sp modelId="{8C23967A-B666-1F49-9751-729469E56F0C}">
      <dsp:nvSpPr>
        <dsp:cNvPr id="0" name=""/>
        <dsp:cNvSpPr/>
      </dsp:nvSpPr>
      <dsp:spPr>
        <a:xfrm>
          <a:off x="0" y="1742110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Responsabilidades del usuario</a:t>
          </a:r>
          <a:endParaRPr lang="es-PE" sz="1600" kern="1200" dirty="0"/>
        </a:p>
      </dsp:txBody>
      <dsp:txXfrm>
        <a:off x="24674" y="1766784"/>
        <a:ext cx="5659880" cy="456092"/>
      </dsp:txXfrm>
    </dsp:sp>
    <dsp:sp modelId="{9D98BE72-8C18-3949-ACD9-8BE92CEBBF95}">
      <dsp:nvSpPr>
        <dsp:cNvPr id="0" name=""/>
        <dsp:cNvSpPr/>
      </dsp:nvSpPr>
      <dsp:spPr>
        <a:xfrm>
          <a:off x="0" y="23535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Control del sistema y acceso a aplicaciones</a:t>
          </a:r>
          <a:endParaRPr lang="es-PE" sz="1600" kern="1200" dirty="0"/>
        </a:p>
      </dsp:txBody>
      <dsp:txXfrm>
        <a:off x="24674" y="2378216"/>
        <a:ext cx="5659880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E5FF3-4D3C-B04E-A951-730C7866DE1A}">
      <dsp:nvSpPr>
        <dsp:cNvPr id="0" name=""/>
        <dsp:cNvSpPr/>
      </dsp:nvSpPr>
      <dsp:spPr>
        <a:xfrm>
          <a:off x="4103687" y="1314146"/>
          <a:ext cx="3186302" cy="371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35"/>
              </a:lnTo>
              <a:lnTo>
                <a:pt x="3186302" y="185935"/>
              </a:lnTo>
              <a:lnTo>
                <a:pt x="3186302" y="371871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ECA9E2-9428-FD41-93D4-5BDB8A15FF2B}">
      <dsp:nvSpPr>
        <dsp:cNvPr id="0" name=""/>
        <dsp:cNvSpPr/>
      </dsp:nvSpPr>
      <dsp:spPr>
        <a:xfrm>
          <a:off x="4103687" y="1314146"/>
          <a:ext cx="1043613" cy="371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35"/>
              </a:lnTo>
              <a:lnTo>
                <a:pt x="1043613" y="185935"/>
              </a:lnTo>
              <a:lnTo>
                <a:pt x="1043613" y="371871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1F249-C59C-BD4C-BD34-7A8663535155}">
      <dsp:nvSpPr>
        <dsp:cNvPr id="0" name=""/>
        <dsp:cNvSpPr/>
      </dsp:nvSpPr>
      <dsp:spPr>
        <a:xfrm>
          <a:off x="3032343" y="1314146"/>
          <a:ext cx="1071344" cy="371871"/>
        </a:xfrm>
        <a:custGeom>
          <a:avLst/>
          <a:gdLst/>
          <a:ahLst/>
          <a:cxnLst/>
          <a:rect l="0" t="0" r="0" b="0"/>
          <a:pathLst>
            <a:path>
              <a:moveTo>
                <a:pt x="1071344" y="0"/>
              </a:moveTo>
              <a:lnTo>
                <a:pt x="1071344" y="185935"/>
              </a:lnTo>
              <a:lnTo>
                <a:pt x="0" y="185935"/>
              </a:lnTo>
              <a:lnTo>
                <a:pt x="0" y="371871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281DFD-D887-41DA-B6F2-3FBADBA6C710}">
      <dsp:nvSpPr>
        <dsp:cNvPr id="0" name=""/>
        <dsp:cNvSpPr/>
      </dsp:nvSpPr>
      <dsp:spPr>
        <a:xfrm>
          <a:off x="889654" y="1314146"/>
          <a:ext cx="3214033" cy="371871"/>
        </a:xfrm>
        <a:custGeom>
          <a:avLst/>
          <a:gdLst/>
          <a:ahLst/>
          <a:cxnLst/>
          <a:rect l="0" t="0" r="0" b="0"/>
          <a:pathLst>
            <a:path>
              <a:moveTo>
                <a:pt x="3214033" y="0"/>
              </a:moveTo>
              <a:lnTo>
                <a:pt x="3214033" y="185935"/>
              </a:lnTo>
              <a:lnTo>
                <a:pt x="0" y="185935"/>
              </a:lnTo>
              <a:lnTo>
                <a:pt x="0" y="371871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3003700" y="123546"/>
          <a:ext cx="2199974" cy="1190600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A.9 Control</a:t>
          </a:r>
          <a:br>
            <a:rPr lang="es-PE" sz="1600" kern="1200" dirty="0" smtClean="0"/>
          </a:br>
          <a:r>
            <a:rPr lang="es-PE" sz="1600" kern="1200" dirty="0" smtClean="0"/>
            <a:t>de accesos</a:t>
          </a:r>
          <a:endParaRPr lang="es-PE" sz="1600" kern="1200" dirty="0"/>
        </a:p>
      </dsp:txBody>
      <dsp:txXfrm>
        <a:off x="3003700" y="123546"/>
        <a:ext cx="2199974" cy="1190600"/>
      </dsp:txXfrm>
    </dsp:sp>
    <dsp:sp modelId="{FC92D772-C01B-4D45-837B-3353756937D4}">
      <dsp:nvSpPr>
        <dsp:cNvPr id="0" name=""/>
        <dsp:cNvSpPr/>
      </dsp:nvSpPr>
      <dsp:spPr>
        <a:xfrm>
          <a:off x="4245" y="1686018"/>
          <a:ext cx="1770817" cy="1313911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A.9.1 Requisitos del negocio para el control de acceso</a:t>
          </a:r>
          <a:endParaRPr lang="es-PE" sz="1600" kern="1200" dirty="0"/>
        </a:p>
      </dsp:txBody>
      <dsp:txXfrm>
        <a:off x="4245" y="1686018"/>
        <a:ext cx="1770817" cy="1313911"/>
      </dsp:txXfrm>
    </dsp:sp>
    <dsp:sp modelId="{77E6C5F0-B4C5-C441-BC2D-A05254452116}">
      <dsp:nvSpPr>
        <dsp:cNvPr id="0" name=""/>
        <dsp:cNvSpPr/>
      </dsp:nvSpPr>
      <dsp:spPr>
        <a:xfrm>
          <a:off x="2146934" y="1686018"/>
          <a:ext cx="1770817" cy="1299222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A.9.2 Gestión de acceso de usuario</a:t>
          </a:r>
          <a:endParaRPr lang="es-PE" sz="1600" kern="1200" dirty="0"/>
        </a:p>
      </dsp:txBody>
      <dsp:txXfrm>
        <a:off x="2146934" y="1686018"/>
        <a:ext cx="1770817" cy="1299222"/>
      </dsp:txXfrm>
    </dsp:sp>
    <dsp:sp modelId="{41337470-A17A-AA4C-89DD-1A2C34CA7514}">
      <dsp:nvSpPr>
        <dsp:cNvPr id="0" name=""/>
        <dsp:cNvSpPr/>
      </dsp:nvSpPr>
      <dsp:spPr>
        <a:xfrm>
          <a:off x="4261892" y="1686018"/>
          <a:ext cx="1770817" cy="1299222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A.9.3  Responsabilidades del usuario</a:t>
          </a:r>
          <a:endParaRPr lang="es-PE" sz="1600" kern="1200" dirty="0"/>
        </a:p>
      </dsp:txBody>
      <dsp:txXfrm>
        <a:off x="4261892" y="1686018"/>
        <a:ext cx="1770817" cy="1299222"/>
      </dsp:txXfrm>
    </dsp:sp>
    <dsp:sp modelId="{1A3C7A21-D00B-4C4D-B15F-55A554A62332}">
      <dsp:nvSpPr>
        <dsp:cNvPr id="0" name=""/>
        <dsp:cNvSpPr/>
      </dsp:nvSpPr>
      <dsp:spPr>
        <a:xfrm>
          <a:off x="6404581" y="1686018"/>
          <a:ext cx="1770817" cy="1299222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A.9.4  Control del sistema y acceso a las aplicaciones</a:t>
          </a:r>
          <a:endParaRPr lang="es-PE" sz="1600" kern="1200" dirty="0"/>
        </a:p>
      </dsp:txBody>
      <dsp:txXfrm>
        <a:off x="6404581" y="1686018"/>
        <a:ext cx="1770817" cy="1299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Aprende a limitar el acceso a la información y las instalaciones de procesamiento de la información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Aprende como asegurar el acceso de un usuario y prevenir el acceso no autorizado a los sistemas y servicios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5490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Practica y desarrolla</a:t>
            </a:r>
            <a:r>
              <a:rPr lang="es-PE" sz="1200" baseline="0" dirty="0" smtClean="0"/>
              <a:t> ejercicios para h</a:t>
            </a:r>
            <a:r>
              <a:rPr lang="es-PE" sz="1200" dirty="0" smtClean="0"/>
              <a:t>acer que los usuario sean responsables de salvaguardar su información de autenticación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2933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2391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4770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0221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46812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084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1966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roles determinan lo que puede y lo que no puede hacer un usuario.</a:t>
            </a:r>
          </a:p>
          <a:p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usuarios asociados con un rol tienen todos los privilegios que incluye el rol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3817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5327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01225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2764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0612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3051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5209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2891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54645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5019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67358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63867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baseline="0" dirty="0" smtClean="0"/>
              <a:t>Revisamos la importancia del manejo de accesos en una plataforma y se analizaron los requerimientos mínimos que deben ser utilizados en la generación de una contraseña.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se concluyó que el inicio de la seguridad en el control de accesos se genera a través de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asignación de usuarios y perfiles, pero que la seguridad se hace sostenible si los derechos asociados a los perfiles son revisados y actualizados con cierta regularidad.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04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275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>
                <a:solidFill>
                  <a:srgbClr val="FFFFFF"/>
                </a:solidFill>
              </a:rPr>
              <a:t>Control de Accesos y Perfiles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04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3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CONTROL DE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ACCESOS Y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PERFILES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Implementa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los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procesos</a:t>
            </a:r>
            <a:r>
              <a:rPr lang="en-US" sz="2000" spc="-10" dirty="0">
                <a:cs typeface="Source Sans Pro"/>
              </a:rPr>
              <a:t> de control de </a:t>
            </a:r>
            <a:r>
              <a:rPr lang="en-US" sz="2000" spc="-10" dirty="0" err="1">
                <a:cs typeface="Source Sans Pro"/>
              </a:rPr>
              <a:t>accesos</a:t>
            </a:r>
            <a:r>
              <a:rPr lang="en-US" sz="2000" spc="-10" dirty="0">
                <a:cs typeface="Source Sans Pro"/>
              </a:rPr>
              <a:t> y </a:t>
            </a:r>
            <a:r>
              <a:rPr lang="en-US" sz="2000" spc="-10" dirty="0" err="1">
                <a:cs typeface="Source Sans Pro"/>
              </a:rPr>
              <a:t>perfiles</a:t>
            </a:r>
            <a:endParaRPr lang="en-US" sz="2000" spc="-10" dirty="0">
              <a:cs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59599"/>
            <a:ext cx="218328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Acceso a redes y los servicios de red</a:t>
            </a:r>
          </a:p>
        </p:txBody>
      </p:sp>
      <p:pic>
        <p:nvPicPr>
          <p:cNvPr id="8" name="Picture 2" descr="Resultado de imagen para networking services restricti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46" y="1818528"/>
            <a:ext cx="7573308" cy="302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55052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Gestión de Contraseñas</a:t>
            </a:r>
          </a:p>
        </p:txBody>
      </p:sp>
      <p:pic>
        <p:nvPicPr>
          <p:cNvPr id="8" name="Picture 2" descr="Resultado de imagen para access righ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426" y="1568280"/>
            <a:ext cx="3581149" cy="36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958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24230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Autenticación secreta</a:t>
            </a:r>
          </a:p>
        </p:txBody>
      </p:sp>
      <p:pic>
        <p:nvPicPr>
          <p:cNvPr id="7" name="Picture 2" descr="Resultado de imagen para autenticació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150" y="1470955"/>
            <a:ext cx="5563701" cy="372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777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CONTROL DE ACCESOS Y PERFILES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320866442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CONTROL DE ACCESOS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580130989"/>
              </p:ext>
            </p:extLst>
          </p:nvPr>
        </p:nvGraphicFramePr>
        <p:xfrm>
          <a:off x="468313" y="1260917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941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A.9.1 </a:t>
            </a:r>
            <a:r>
              <a:rPr lang="en-US" sz="1600" b="1" spc="-10" dirty="0" err="1">
                <a:cs typeface="Source Sans Pro"/>
              </a:rPr>
              <a:t>Requisitos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negocio</a:t>
            </a:r>
            <a:r>
              <a:rPr lang="en-US" sz="1600" b="1" spc="-10" dirty="0">
                <a:cs typeface="Source Sans Pro"/>
              </a:rPr>
              <a:t> para el control de </a:t>
            </a:r>
            <a:r>
              <a:rPr lang="en-US" sz="1600" b="1" spc="-10" dirty="0" err="1">
                <a:cs typeface="Source Sans Pro"/>
              </a:rPr>
              <a:t>acceso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limitar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y las </a:t>
            </a:r>
            <a:r>
              <a:rPr lang="en-US" sz="1600" spc="-10" dirty="0" err="1">
                <a:cs typeface="Source Sans Pro"/>
              </a:rPr>
              <a:t>instalaciones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procesamiento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9525" indent="-9525"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A.9.1.1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de control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9525" indent="-9525"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A.9.1.2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las </a:t>
            </a:r>
            <a:r>
              <a:rPr lang="en-US" sz="1600" spc="-10" dirty="0" err="1">
                <a:cs typeface="Source Sans Pro"/>
              </a:rPr>
              <a:t>redes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de red.</a:t>
            </a:r>
          </a:p>
          <a:p>
            <a:pPr marL="9525" indent="-9525">
              <a:buSzPct val="100000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A.9.1.1 </a:t>
            </a:r>
            <a:r>
              <a:rPr lang="en-US" sz="1600" b="1" spc="-10" dirty="0" err="1">
                <a:cs typeface="Source Sans Pro"/>
              </a:rPr>
              <a:t>Política</a:t>
            </a:r>
            <a:r>
              <a:rPr lang="en-US" sz="1600" b="1" spc="-10" dirty="0">
                <a:cs typeface="Source Sans Pro"/>
              </a:rPr>
              <a:t> de control de </a:t>
            </a:r>
            <a:r>
              <a:rPr lang="en-US" sz="1600" b="1" spc="-10" dirty="0" err="1">
                <a:cs typeface="Source Sans Pro"/>
              </a:rPr>
              <a:t>acceso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establecer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documentar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revisar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de control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basada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requisitos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 y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370" y="1910991"/>
            <a:ext cx="4927261" cy="328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9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A.9.1.2 El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a las </a:t>
            </a:r>
            <a:r>
              <a:rPr lang="en-US" sz="1600" b="1" spc="-10" dirty="0" err="1">
                <a:cs typeface="Source Sans Pro"/>
              </a:rPr>
              <a:t>redes</a:t>
            </a:r>
            <a:r>
              <a:rPr lang="en-US" sz="1600" b="1" spc="-10" dirty="0">
                <a:cs typeface="Source Sans Pro"/>
              </a:rPr>
              <a:t> y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servicios</a:t>
            </a:r>
            <a:r>
              <a:rPr lang="en-US" sz="1600" b="1" spc="-10" dirty="0">
                <a:cs typeface="Source Sans Pro"/>
              </a:rPr>
              <a:t> de red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proporcionar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únicamente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la red y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de la red para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hayan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específicamente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autorizados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6" name="Picture 2" descr="Resultado de imagen para networking services restri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46" y="1818528"/>
            <a:ext cx="7573308" cy="302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36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usuario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Asegurar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prevenir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autorizado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A.9.2.1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Registro</a:t>
            </a:r>
            <a:r>
              <a:rPr lang="en-US" sz="1600" spc="-10" dirty="0">
                <a:cs typeface="Source Sans Pro"/>
              </a:rPr>
              <a:t> y des-</a:t>
            </a:r>
            <a:r>
              <a:rPr lang="en-US" sz="1600" spc="-10" dirty="0" err="1">
                <a:cs typeface="Source Sans Pro"/>
              </a:rPr>
              <a:t>registro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A.9.2.2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Provisión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A.9.2.3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privilegiado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A.9.2.4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secreta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autenticación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A.9.2.5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Revisión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A.9.2.6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Eliminación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ajuste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 smtClean="0">
                <a:cs typeface="Source Sans Pro"/>
              </a:rPr>
              <a:t>.</a:t>
            </a: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</p:spTree>
    <p:extLst>
      <p:ext uri="{BB962C8B-B14F-4D97-AF65-F5344CB8AC3E}">
        <p14:creationId xmlns:p14="http://schemas.microsoft.com/office/powerpoint/2010/main" val="12693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A.9.2.1 </a:t>
            </a:r>
            <a:r>
              <a:rPr lang="en-US" sz="1600" b="1" spc="-10" dirty="0" err="1">
                <a:cs typeface="Source Sans Pro"/>
              </a:rPr>
              <a:t>Registro</a:t>
            </a:r>
            <a:r>
              <a:rPr lang="en-US" sz="1600" b="1" spc="-10" dirty="0">
                <a:cs typeface="Source Sans Pro"/>
              </a:rPr>
              <a:t> y des-</a:t>
            </a:r>
            <a:r>
              <a:rPr lang="en-US" sz="1600" b="1" spc="-10" dirty="0" err="1">
                <a:cs typeface="Source Sans Pro"/>
              </a:rPr>
              <a:t>registro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usuario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implementado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formal de </a:t>
            </a:r>
            <a:r>
              <a:rPr lang="en-US" sz="1600" spc="-10" dirty="0" err="1">
                <a:cs typeface="Source Sans Pro"/>
              </a:rPr>
              <a:t>registro</a:t>
            </a:r>
            <a:r>
              <a:rPr lang="en-US" sz="1600" spc="-10" dirty="0">
                <a:cs typeface="Source Sans Pro"/>
              </a:rPr>
              <a:t> y des-</a:t>
            </a:r>
            <a:r>
              <a:rPr lang="en-US" sz="1600" spc="-10" dirty="0" err="1">
                <a:cs typeface="Source Sans Pro"/>
              </a:rPr>
              <a:t>registro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habilitar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asignación</a:t>
            </a:r>
            <a:r>
              <a:rPr lang="en-US" sz="1600" spc="-10" dirty="0">
                <a:cs typeface="Source Sans Pro"/>
              </a:rPr>
              <a:t> de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6" name="Picture 4" descr="Resultado de imagen para access righ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17" y="1936489"/>
            <a:ext cx="2722421" cy="310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327" y="2413871"/>
            <a:ext cx="3873357" cy="215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5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A.9.2.2 </a:t>
            </a:r>
            <a:r>
              <a:rPr lang="en-US" sz="1600" b="1" spc="-10" dirty="0" err="1">
                <a:cs typeface="Source Sans Pro"/>
              </a:rPr>
              <a:t>Provisión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usuario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implementado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formal de </a:t>
            </a:r>
            <a:r>
              <a:rPr lang="en-US" sz="1600" spc="-10" dirty="0" err="1">
                <a:cs typeface="Source Sans Pro"/>
              </a:rPr>
              <a:t>provisión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asignar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revocar</a:t>
            </a:r>
            <a:r>
              <a:rPr lang="en-US" sz="1600" spc="-10" dirty="0">
                <a:cs typeface="Source Sans Pro"/>
              </a:rPr>
              <a:t>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tipos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11" name="Picture 2" descr="Resultado de imagen para access righ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90" y="1992756"/>
            <a:ext cx="3190820" cy="312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1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A.9.2.3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derechos de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privilegiado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asignación</a:t>
            </a:r>
            <a:r>
              <a:rPr lang="en-US" sz="1600" spc="-10" dirty="0">
                <a:cs typeface="Source Sans Pro"/>
              </a:rPr>
              <a:t> y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accesos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privilegio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restringidos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controlados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6" name="Picture 2" descr="Resultado de imagen para access righ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346" y="1752068"/>
            <a:ext cx="2871270" cy="289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check mar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740" y="1752068"/>
            <a:ext cx="2818938" cy="281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06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A.9.2.4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información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secreta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autenticación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usuarios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asignación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autenticación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secreta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controlada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través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formal.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917" y="1866899"/>
            <a:ext cx="4454167" cy="33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2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A.9.2.5 </a:t>
            </a:r>
            <a:r>
              <a:rPr lang="en-US" sz="1600" b="1" spc="-10" dirty="0" err="1">
                <a:cs typeface="Source Sans Pro"/>
              </a:rPr>
              <a:t>Revisión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derechos de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usuario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propietarios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revisar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intervalos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regulares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9" b="18992"/>
          <a:stretch/>
        </p:blipFill>
        <p:spPr>
          <a:xfrm>
            <a:off x="2984643" y="1828799"/>
            <a:ext cx="3174714" cy="336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A.9.2.6 </a:t>
            </a:r>
            <a:r>
              <a:rPr lang="en-US" sz="1600" b="1" spc="-10" dirty="0" err="1">
                <a:cs typeface="Source Sans Pro"/>
              </a:rPr>
              <a:t>Eliminación</a:t>
            </a:r>
            <a:r>
              <a:rPr lang="en-US" sz="1600" b="1" spc="-10" dirty="0">
                <a:cs typeface="Source Sans Pro"/>
              </a:rPr>
              <a:t> o </a:t>
            </a:r>
            <a:r>
              <a:rPr lang="en-US" sz="1600" b="1" spc="-10" dirty="0" err="1">
                <a:cs typeface="Source Sans Pro"/>
              </a:rPr>
              <a:t>ajuste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derechos de </a:t>
            </a:r>
            <a:r>
              <a:rPr lang="en-US" sz="1600" b="1" spc="-10" dirty="0" err="1">
                <a:cs typeface="Source Sans Pro"/>
              </a:rPr>
              <a:t>acceso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derechos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y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recursos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tratamiento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empleados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terceros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retirados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finalización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empleo</a:t>
            </a:r>
            <a:r>
              <a:rPr lang="en-US" sz="1600" spc="-10" dirty="0">
                <a:cs typeface="Source Sans Pro"/>
              </a:rPr>
              <a:t>, del </a:t>
            </a:r>
            <a:r>
              <a:rPr lang="en-US" sz="1600" spc="-10" dirty="0" err="1">
                <a:cs typeface="Source Sans Pro"/>
              </a:rPr>
              <a:t>contrato</a:t>
            </a:r>
            <a:r>
              <a:rPr lang="en-US" sz="1600" spc="-10" dirty="0">
                <a:cs typeface="Source Sans Pro"/>
              </a:rPr>
              <a:t> o del </a:t>
            </a:r>
            <a:r>
              <a:rPr lang="en-US" sz="1600" spc="-10" dirty="0" err="1">
                <a:cs typeface="Source Sans Pro"/>
              </a:rPr>
              <a:t>acuerdo</a:t>
            </a:r>
            <a:r>
              <a:rPr lang="en-US" sz="1600" spc="-10" dirty="0">
                <a:cs typeface="Source Sans Pro"/>
              </a:rPr>
              <a:t>, o </a:t>
            </a:r>
            <a:r>
              <a:rPr lang="en-US" sz="1600" spc="-10" dirty="0" err="1">
                <a:cs typeface="Source Sans Pro"/>
              </a:rPr>
              <a:t>bien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adaptados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cambios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producidos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</p:spTree>
    <p:extLst>
      <p:ext uri="{BB962C8B-B14F-4D97-AF65-F5344CB8AC3E}">
        <p14:creationId xmlns:p14="http://schemas.microsoft.com/office/powerpoint/2010/main" val="110426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A.9.3 </a:t>
            </a:r>
            <a:r>
              <a:rPr lang="en-US" sz="1600" b="1" spc="-10" dirty="0" err="1">
                <a:cs typeface="Source Sans Pro"/>
              </a:rPr>
              <a:t>Responsabilidades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usuario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Hacer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usuario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responsables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salvaguardar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autenticación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b="1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A.9.3.1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autenticación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secreta</a:t>
            </a:r>
            <a:r>
              <a:rPr lang="en-US" sz="1600" spc="-10" dirty="0" smtClean="0">
                <a:cs typeface="Source Sans Pro"/>
              </a:rPr>
              <a:t>.</a:t>
            </a: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</p:spTree>
    <p:extLst>
      <p:ext uri="{BB962C8B-B14F-4D97-AF65-F5344CB8AC3E}">
        <p14:creationId xmlns:p14="http://schemas.microsoft.com/office/powerpoint/2010/main" val="207297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A.9.3.1 </a:t>
            </a:r>
            <a:r>
              <a:rPr lang="en-US" sz="1600" b="1" spc="-10" dirty="0" err="1">
                <a:cs typeface="Source Sans Pro"/>
              </a:rPr>
              <a:t>Uso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información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autenticación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secreta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seguir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prácticas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autenticación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secreta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5" name="Picture 2" descr="Resultado de imagen para autenticació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62" y="1935171"/>
            <a:ext cx="3875649" cy="2595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para autenticació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169" y="1935171"/>
            <a:ext cx="3927970" cy="259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56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 Control de </a:t>
            </a:r>
            <a:r>
              <a:rPr lang="en-US" sz="1600" b="1" spc="-10" dirty="0" err="1">
                <a:cs typeface="Source Sans Pro"/>
              </a:rPr>
              <a:t>sistema</a:t>
            </a:r>
            <a:r>
              <a:rPr lang="en-US" sz="1600" b="1" spc="-10" dirty="0">
                <a:cs typeface="Source Sans Pro"/>
              </a:rPr>
              <a:t> y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a las </a:t>
            </a:r>
            <a:r>
              <a:rPr lang="en-US" sz="1600" b="1" spc="-10" dirty="0" err="1">
                <a:cs typeface="Source Sans Pro"/>
              </a:rPr>
              <a:t>aplicaciones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Prevenir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autorizado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b="1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A.9.4.1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Restricción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A.9.4.2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seguros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inicio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sesión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A.9.4.3</a:t>
            </a:r>
            <a:r>
              <a:rPr lang="en-US" sz="1600" spc="-10" dirty="0">
                <a:cs typeface="Source Sans Pro"/>
              </a:rPr>
              <a:t> Sistema de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contraseñas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A.9.4.4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programas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utilitarios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privilegiados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A.9.4.5</a:t>
            </a:r>
            <a:r>
              <a:rPr lang="en-US" sz="1600" spc="-10" dirty="0">
                <a:cs typeface="Source Sans Pro"/>
              </a:rPr>
              <a:t> Control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código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fuente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programas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</p:spTree>
    <p:extLst>
      <p:ext uri="{BB962C8B-B14F-4D97-AF65-F5344CB8AC3E}">
        <p14:creationId xmlns:p14="http://schemas.microsoft.com/office/powerpoint/2010/main" val="107512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A.9.4.1 </a:t>
            </a:r>
            <a:r>
              <a:rPr lang="en-US" sz="1600" b="1" spc="-10" dirty="0" err="1">
                <a:cs typeface="Source Sans Pro"/>
              </a:rPr>
              <a:t>Restricción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a la </a:t>
            </a:r>
            <a:r>
              <a:rPr lang="en-US" sz="1600" b="1" spc="-10" dirty="0" err="1">
                <a:cs typeface="Source Sans Pro"/>
              </a:rPr>
              <a:t>información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restringir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y a las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acuerdo</a:t>
            </a:r>
            <a:r>
              <a:rPr lang="en-US" sz="1600" spc="-10" dirty="0">
                <a:cs typeface="Source Sans Pro"/>
              </a:rPr>
              <a:t> con la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de control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4" name="Picture 2" descr="Resultado de imagen para access control polic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172" y="1864423"/>
            <a:ext cx="4561656" cy="334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45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A.9.4.2 </a:t>
            </a:r>
            <a:r>
              <a:rPr lang="en-US" sz="1600" b="1" spc="-10" dirty="0" err="1">
                <a:cs typeface="Source Sans Pro"/>
              </a:rPr>
              <a:t>Procedimientos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seguros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inicio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sesión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Cuando</a:t>
            </a:r>
            <a:r>
              <a:rPr lang="en-US" sz="1600" spc="-10" dirty="0">
                <a:cs typeface="Source Sans Pro"/>
              </a:rPr>
              <a:t> sea </a:t>
            </a:r>
            <a:r>
              <a:rPr lang="en-US" sz="1600" spc="-10" dirty="0" err="1">
                <a:cs typeface="Source Sans Pro"/>
              </a:rPr>
              <a:t>necesario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de control de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,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y las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procedimiento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registro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seguro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5" name="Picture 2" descr="Resultado de imagen para inicio de se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218" y="1907437"/>
            <a:ext cx="5911564" cy="329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51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esultado de imagen para password manag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8" y="1941412"/>
            <a:ext cx="3700462" cy="214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password managem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232" y="1941412"/>
            <a:ext cx="2147702" cy="214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A.9.4.3 Sistema de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contraseñas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contraseñas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interactivos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establecer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contraseñas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seguras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robustas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6" name="Picture 2" descr="Resultado de imagen para access righ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7" r="5367" b="7582"/>
          <a:stretch/>
        </p:blipFill>
        <p:spPr bwMode="auto">
          <a:xfrm>
            <a:off x="6610086" y="1941816"/>
            <a:ext cx="2018196" cy="216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9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A.9.4.4 </a:t>
            </a:r>
            <a:r>
              <a:rPr lang="en-US" sz="1600" b="1" spc="-10" dirty="0" err="1">
                <a:cs typeface="Source Sans Pro"/>
              </a:rPr>
              <a:t>Uso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programas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utilitarios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privilegiados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restringir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controlar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rigurosamente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programas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utilidades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puedan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capaces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invalidar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y de la </a:t>
            </a:r>
            <a:r>
              <a:rPr lang="en-US" sz="1600" spc="-10" dirty="0" err="1">
                <a:cs typeface="Source Sans Pro"/>
              </a:rPr>
              <a:t>aplicación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</p:spTree>
    <p:extLst>
      <p:ext uri="{BB962C8B-B14F-4D97-AF65-F5344CB8AC3E}">
        <p14:creationId xmlns:p14="http://schemas.microsoft.com/office/powerpoint/2010/main" val="103297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A.9.4.5 Control de </a:t>
            </a:r>
            <a:r>
              <a:rPr lang="en-US" sz="1600" b="1" spc="-10" dirty="0" err="1">
                <a:cs typeface="Source Sans Pro"/>
              </a:rPr>
              <a:t>acceso</a:t>
            </a:r>
            <a:r>
              <a:rPr lang="en-US" sz="1600" b="1" spc="-10" dirty="0">
                <a:cs typeface="Source Sans Pro"/>
              </a:rPr>
              <a:t> al </a:t>
            </a:r>
            <a:r>
              <a:rPr lang="en-US" sz="1600" b="1" spc="-10" dirty="0" err="1">
                <a:cs typeface="Source Sans Pro"/>
              </a:rPr>
              <a:t>código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fuente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programas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restringir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acceso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código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fuente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programas</a:t>
            </a:r>
            <a:r>
              <a:rPr lang="en-US" sz="1600" spc="-10" dirty="0">
                <a:cs typeface="Source Sans Pro"/>
              </a:rPr>
              <a:t> .</a:t>
            </a:r>
          </a:p>
        </p:txBody>
      </p:sp>
      <p:sp>
        <p:nvSpPr>
          <p:cNvPr id="9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CONTROL DE ACCESOS Y PERFILES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183" y="1674687"/>
            <a:ext cx="5273635" cy="352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Identificar el mecanismo de autenticación más adecuado para los diferentes escenarios que se plantean.</a:t>
            </a:r>
          </a:p>
        </p:txBody>
      </p:sp>
      <p:sp>
        <p:nvSpPr>
          <p:cNvPr id="7" name="Rectangle 5"/>
          <p:cNvSpPr/>
          <p:nvPr/>
        </p:nvSpPr>
        <p:spPr>
          <a:xfrm>
            <a:off x="512023" y="331345"/>
            <a:ext cx="6947015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CONTROL DE ACCESOS Y </a:t>
            </a:r>
            <a:r>
              <a:rPr lang="en-US" sz="1300" dirty="0" smtClean="0">
                <a:solidFill>
                  <a:srgbClr val="438AD7"/>
                </a:solidFill>
              </a:rPr>
              <a:t>PERFILES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base a la tabla adjunta identificar y sustentar que técnica de autenticación utilizaría.</a:t>
            </a:r>
          </a:p>
        </p:txBody>
      </p:sp>
      <p:sp>
        <p:nvSpPr>
          <p:cNvPr id="7" name="Rectangle 5"/>
          <p:cNvSpPr/>
          <p:nvPr/>
        </p:nvSpPr>
        <p:spPr>
          <a:xfrm>
            <a:off x="512023" y="331345"/>
            <a:ext cx="6947015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CONTROL DE ACCESOS Y </a:t>
            </a:r>
            <a:r>
              <a:rPr lang="en-US" sz="1300" dirty="0" smtClean="0">
                <a:solidFill>
                  <a:srgbClr val="438AD7"/>
                </a:solidFill>
              </a:rPr>
              <a:t>PERFILES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  <p:pic>
        <p:nvPicPr>
          <p:cNvPr id="6" name="Picture 2" descr="http://recursostic.educacion.es/observatorio/web/images/upload/elvira_mifsud/biometricos/Seguridad_Fisica_Biometria_html_af56f3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068" y="2440847"/>
            <a:ext cx="4153875" cy="254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un banco.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un colegio.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Entidad de Gobierno.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Compañía de Seguros</a:t>
            </a:r>
          </a:p>
        </p:txBody>
      </p:sp>
      <p:sp>
        <p:nvSpPr>
          <p:cNvPr id="7" name="Rectangle 5"/>
          <p:cNvSpPr/>
          <p:nvPr/>
        </p:nvSpPr>
        <p:spPr>
          <a:xfrm>
            <a:off x="512023" y="331345"/>
            <a:ext cx="6947015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CONTROL DE ACCESOS Y </a:t>
            </a:r>
            <a:r>
              <a:rPr lang="en-US" sz="1300" dirty="0" smtClean="0">
                <a:solidFill>
                  <a:srgbClr val="438AD7"/>
                </a:solidFill>
              </a:rPr>
              <a:t>PERFILES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665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La tarea deberá ser realizada  y expuesta en clase, por todos los miembros del grupo.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512023" y="331345"/>
            <a:ext cx="6947015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CONTROL DE ACCESOS Y </a:t>
            </a:r>
            <a:r>
              <a:rPr lang="en-US" sz="1300" dirty="0" smtClean="0">
                <a:solidFill>
                  <a:srgbClr val="438AD7"/>
                </a:solidFill>
              </a:rPr>
              <a:t>PERFILES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pic>
        <p:nvPicPr>
          <p:cNvPr id="14" name="Picture 2" descr="Resultado de imagen para access righ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90" y="1992756"/>
            <a:ext cx="3190820" cy="312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/>
          <p:cNvSpPr txBox="1"/>
          <p:nvPr/>
        </p:nvSpPr>
        <p:spPr>
          <a:xfrm>
            <a:off x="3480357" y="959599"/>
            <a:ext cx="218328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Controles de Acceso y Perfiles.</a:t>
            </a:r>
          </a:p>
        </p:txBody>
      </p:sp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9" b="18992"/>
          <a:stretch/>
        </p:blipFill>
        <p:spPr>
          <a:xfrm>
            <a:off x="2838236" y="1518631"/>
            <a:ext cx="3467528" cy="3673033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Revisión de derechos.</a:t>
            </a:r>
          </a:p>
        </p:txBody>
      </p:sp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5769</TotalTime>
  <Words>1216</Words>
  <Application>Microsoft Office PowerPoint</Application>
  <PresentationFormat>Presentación en pantalla (16:10)</PresentationFormat>
  <Paragraphs>161</Paragraphs>
  <Slides>33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477</cp:revision>
  <cp:lastPrinted>2018-01-16T21:42:59Z</cp:lastPrinted>
  <dcterms:created xsi:type="dcterms:W3CDTF">2016-10-06T14:52:02Z</dcterms:created>
  <dcterms:modified xsi:type="dcterms:W3CDTF">2020-10-21T21:44:34Z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