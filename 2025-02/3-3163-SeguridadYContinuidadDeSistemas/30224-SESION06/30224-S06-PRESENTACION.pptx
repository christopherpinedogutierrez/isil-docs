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372" r:id="rId2"/>
    <p:sldId id="306" r:id="rId3"/>
    <p:sldId id="432" r:id="rId4"/>
    <p:sldId id="513" r:id="rId5"/>
    <p:sldId id="315" r:id="rId6"/>
    <p:sldId id="400" r:id="rId7"/>
    <p:sldId id="491" r:id="rId8"/>
    <p:sldId id="527" r:id="rId9"/>
    <p:sldId id="458" r:id="rId10"/>
    <p:sldId id="528" r:id="rId11"/>
    <p:sldId id="529" r:id="rId12"/>
    <p:sldId id="530" r:id="rId13"/>
    <p:sldId id="531" r:id="rId14"/>
    <p:sldId id="532" r:id="rId15"/>
    <p:sldId id="533" r:id="rId16"/>
    <p:sldId id="534" r:id="rId17"/>
    <p:sldId id="535" r:id="rId18"/>
    <p:sldId id="536" r:id="rId19"/>
    <p:sldId id="537" r:id="rId20"/>
    <p:sldId id="448" r:id="rId21"/>
    <p:sldId id="509" r:id="rId22"/>
    <p:sldId id="511" r:id="rId23"/>
    <p:sldId id="451" r:id="rId24"/>
    <p:sldId id="470" r:id="rId25"/>
    <p:sldId id="471" r:id="rId26"/>
  </p:sldIdLst>
  <p:sldSz cx="9144000" cy="5715000" type="screen16x10"/>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274" userDrawn="1">
          <p15:clr>
            <a:srgbClr val="A4A3A4"/>
          </p15:clr>
        </p15:guide>
        <p15:guide id="11" pos="295" userDrawn="1">
          <p15:clr>
            <a:srgbClr val="A4A3A4"/>
          </p15:clr>
        </p15:guide>
        <p15:guide id="12" orient="horz" pos="598" userDrawn="1">
          <p15:clr>
            <a:srgbClr val="A4A3A4"/>
          </p15:clr>
        </p15:guide>
        <p15:guide id="13" orient="horz" pos="258" userDrawn="1">
          <p15:clr>
            <a:srgbClr val="A4A3A4"/>
          </p15:clr>
        </p15:guide>
        <p15:guide id="14" pos="2880" userDrawn="1">
          <p15:clr>
            <a:srgbClr val="A4A3A4"/>
          </p15:clr>
        </p15:guide>
        <p15:guide id="15" pos="3039" userDrawn="1">
          <p15:clr>
            <a:srgbClr val="A4A3A4"/>
          </p15:clr>
        </p15:guide>
        <p15:guide id="17" pos="2721" userDrawn="1">
          <p15:clr>
            <a:srgbClr val="A4A3A4"/>
          </p15:clr>
        </p15:guide>
        <p15:guide id="18" pos="1383" userDrawn="1">
          <p15:clr>
            <a:srgbClr val="A4A3A4"/>
          </p15:clr>
        </p15:guide>
        <p15:guide id="20" pos="4309" userDrawn="1">
          <p15:clr>
            <a:srgbClr val="A4A3A4"/>
          </p15:clr>
        </p15:guide>
        <p15:guide id="23" orient="horz" pos="1074" userDrawn="1">
          <p15:clr>
            <a:srgbClr val="A4A3A4"/>
          </p15:clr>
        </p15:guide>
        <p15:guide id="24" orient="horz" pos="24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B1B5"/>
    <a:srgbClr val="E5584B"/>
    <a:srgbClr val="DFA635"/>
    <a:srgbClr val="99C652"/>
    <a:srgbClr val="68529F"/>
    <a:srgbClr val="0197A7"/>
    <a:srgbClr val="D2032C"/>
    <a:srgbClr val="F2D164"/>
    <a:srgbClr val="5AB5A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00" autoAdjust="0"/>
    <p:restoredTop sz="75000" autoAdjust="0"/>
  </p:normalViewPr>
  <p:slideViewPr>
    <p:cSldViewPr snapToGrid="0" snapToObjects="1" showGuides="1">
      <p:cViewPr varScale="1">
        <p:scale>
          <a:sx n="81" d="100"/>
          <a:sy n="81" d="100"/>
        </p:scale>
        <p:origin x="1326" y="114"/>
      </p:cViewPr>
      <p:guideLst>
        <p:guide pos="5465"/>
        <p:guide orient="horz" pos="3274"/>
        <p:guide pos="295"/>
        <p:guide orient="horz" pos="598"/>
        <p:guide orient="horz" pos="258"/>
        <p:guide pos="2880"/>
        <p:guide pos="3039"/>
        <p:guide pos="2721"/>
        <p:guide pos="1383"/>
        <p:guide pos="4309"/>
        <p:guide orient="horz" pos="1074"/>
        <p:guide orient="horz" pos="2435"/>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C1C1F4-B068-49DD-8085-E83DE5FE91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8AC1D50-8DEC-42E2-996D-CF1010A8B2A4}">
      <dgm:prSet phldrT="[Texto]" custT="1"/>
      <dgm:spPr>
        <a:solidFill>
          <a:srgbClr val="2EB1B5"/>
        </a:solidFill>
      </dgm:spPr>
      <dgm:t>
        <a:bodyPr/>
        <a:lstStyle/>
        <a:p>
          <a:r>
            <a:rPr lang="es-PE" sz="1600" dirty="0" smtClean="0"/>
            <a:t>Objetivo</a:t>
          </a:r>
          <a:endParaRPr lang="es-PE" sz="1600" dirty="0"/>
        </a:p>
      </dgm:t>
    </dgm:pt>
    <dgm:pt modelId="{786E19C0-B5FB-4042-A047-1BE4F50904A1}" type="parTrans" cxnId="{8F299412-9ED5-4DEE-A8CF-4E0F884EEADC}">
      <dgm:prSet/>
      <dgm:spPr/>
      <dgm:t>
        <a:bodyPr/>
        <a:lstStyle/>
        <a:p>
          <a:endParaRPr lang="es-PE" sz="1600"/>
        </a:p>
      </dgm:t>
    </dgm:pt>
    <dgm:pt modelId="{D92CC6DE-1600-4B15-AB03-51E3F49D26E4}" type="sibTrans" cxnId="{8F299412-9ED5-4DEE-A8CF-4E0F884EEADC}">
      <dgm:prSet/>
      <dgm:spPr/>
      <dgm:t>
        <a:bodyPr/>
        <a:lstStyle/>
        <a:p>
          <a:endParaRPr lang="es-PE" sz="1600"/>
        </a:p>
      </dgm:t>
    </dgm:pt>
    <dgm:pt modelId="{DA89A1F8-E789-FC48-995D-D90EE6785359}">
      <dgm:prSet phldrT="[Texto]" custT="1"/>
      <dgm:spPr>
        <a:solidFill>
          <a:srgbClr val="2EB1B5"/>
        </a:solidFill>
      </dgm:spPr>
      <dgm:t>
        <a:bodyPr/>
        <a:lstStyle/>
        <a:p>
          <a:r>
            <a:rPr lang="es-PE" sz="1600" dirty="0" smtClean="0"/>
            <a:t>Procedimientos de Operación</a:t>
          </a:r>
          <a:endParaRPr lang="es-PE" sz="1600" dirty="0"/>
        </a:p>
      </dgm:t>
    </dgm:pt>
    <dgm:pt modelId="{5EDBDFBF-5FA4-4142-8C5B-D85D871F1306}" type="parTrans" cxnId="{8BD714FE-24D3-064B-8D02-35546F5B6219}">
      <dgm:prSet/>
      <dgm:spPr/>
      <dgm:t>
        <a:bodyPr/>
        <a:lstStyle/>
        <a:p>
          <a:endParaRPr lang="es-ES_tradnl"/>
        </a:p>
      </dgm:t>
    </dgm:pt>
    <dgm:pt modelId="{145A5AD0-93C0-4E40-9BFE-C396219F55CC}" type="sibTrans" cxnId="{8BD714FE-24D3-064B-8D02-35546F5B6219}">
      <dgm:prSet/>
      <dgm:spPr/>
      <dgm:t>
        <a:bodyPr/>
        <a:lstStyle/>
        <a:p>
          <a:endParaRPr lang="es-ES_tradnl"/>
        </a:p>
      </dgm:t>
    </dgm:pt>
    <dgm:pt modelId="{EA24B920-E668-414E-96C5-DBDA0E2D7B8B}">
      <dgm:prSet phldrT="[Texto]" custT="1"/>
      <dgm:spPr>
        <a:solidFill>
          <a:srgbClr val="2EB1B5"/>
        </a:solidFill>
      </dgm:spPr>
      <dgm:t>
        <a:bodyPr/>
        <a:lstStyle/>
        <a:p>
          <a:r>
            <a:rPr lang="es-PE" sz="1600" dirty="0" smtClean="0"/>
            <a:t>Gestión de Cambios</a:t>
          </a:r>
          <a:endParaRPr lang="es-PE" sz="1600" dirty="0"/>
        </a:p>
      </dgm:t>
    </dgm:pt>
    <dgm:pt modelId="{98D252E8-A3D8-E54C-83C1-D5DEDDCBF4B4}" type="parTrans" cxnId="{9A9C0A1E-8D61-8F40-A456-C9EA2208B688}">
      <dgm:prSet/>
      <dgm:spPr/>
      <dgm:t>
        <a:bodyPr/>
        <a:lstStyle/>
        <a:p>
          <a:endParaRPr lang="es-ES_tradnl"/>
        </a:p>
      </dgm:t>
    </dgm:pt>
    <dgm:pt modelId="{040200FB-5093-E04C-9419-EAD20BBBBF51}" type="sibTrans" cxnId="{9A9C0A1E-8D61-8F40-A456-C9EA2208B688}">
      <dgm:prSet/>
      <dgm:spPr/>
      <dgm:t>
        <a:bodyPr/>
        <a:lstStyle/>
        <a:p>
          <a:endParaRPr lang="es-ES_tradnl"/>
        </a:p>
      </dgm:t>
    </dgm:pt>
    <dgm:pt modelId="{BA71E59D-8947-264B-A382-0F511CF720AC}">
      <dgm:prSet phldrT="[Texto]" custT="1"/>
      <dgm:spPr>
        <a:solidFill>
          <a:srgbClr val="2EB1B5"/>
        </a:solidFill>
      </dgm:spPr>
      <dgm:t>
        <a:bodyPr/>
        <a:lstStyle/>
        <a:p>
          <a:r>
            <a:rPr lang="es-PE" sz="1600" dirty="0" smtClean="0"/>
            <a:t>Gestión de Capacidades</a:t>
          </a:r>
          <a:endParaRPr lang="es-PE" sz="1600" dirty="0"/>
        </a:p>
      </dgm:t>
    </dgm:pt>
    <dgm:pt modelId="{6C40EF77-1635-194F-BAF6-2246DDEAF416}" type="parTrans" cxnId="{3843338D-F9EB-8E4C-9DE3-83ACBE983AF3}">
      <dgm:prSet/>
      <dgm:spPr/>
      <dgm:t>
        <a:bodyPr/>
        <a:lstStyle/>
        <a:p>
          <a:endParaRPr lang="es-ES_tradnl"/>
        </a:p>
      </dgm:t>
    </dgm:pt>
    <dgm:pt modelId="{5C50F51C-A733-B944-8AA4-0EB0918F10DD}" type="sibTrans" cxnId="{3843338D-F9EB-8E4C-9DE3-83ACBE983AF3}">
      <dgm:prSet/>
      <dgm:spPr/>
      <dgm:t>
        <a:bodyPr/>
        <a:lstStyle/>
        <a:p>
          <a:endParaRPr lang="es-ES_tradnl"/>
        </a:p>
      </dgm:t>
    </dgm:pt>
    <dgm:pt modelId="{763A27C1-B1FB-9449-871D-038C015590A3}">
      <dgm:prSet phldrT="[Texto]" custT="1"/>
      <dgm:spPr>
        <a:solidFill>
          <a:srgbClr val="2EB1B5"/>
        </a:solidFill>
      </dgm:spPr>
      <dgm:t>
        <a:bodyPr/>
        <a:lstStyle/>
        <a:p>
          <a:r>
            <a:rPr lang="es-PE" sz="1600" dirty="0" smtClean="0"/>
            <a:t>Separación de los entornos de desarrollo, prueba y operativo.</a:t>
          </a:r>
          <a:endParaRPr lang="es-PE" sz="1600" dirty="0"/>
        </a:p>
      </dgm:t>
    </dgm:pt>
    <dgm:pt modelId="{C2A6242C-646D-3C46-9F71-6B6234789351}" type="parTrans" cxnId="{3A1C7A96-1D7F-0846-B387-E7457B8D7E6F}">
      <dgm:prSet/>
      <dgm:spPr/>
      <dgm:t>
        <a:bodyPr/>
        <a:lstStyle/>
        <a:p>
          <a:endParaRPr lang="es-ES_tradnl"/>
        </a:p>
      </dgm:t>
    </dgm:pt>
    <dgm:pt modelId="{E90FBB40-123D-6940-857A-3A1DACA4E798}" type="sibTrans" cxnId="{3A1C7A96-1D7F-0846-B387-E7457B8D7E6F}">
      <dgm:prSet/>
      <dgm:spPr/>
      <dgm:t>
        <a:bodyPr/>
        <a:lstStyle/>
        <a:p>
          <a:endParaRPr lang="es-ES_tradnl"/>
        </a:p>
      </dgm:t>
    </dgm:pt>
    <dgm:pt modelId="{1C1067FD-E418-4B60-B9E3-ACF1A4CBDC81}" type="pres">
      <dgm:prSet presAssocID="{6EC1C1F4-B068-49DD-8085-E83DE5FE91C0}" presName="linear" presStyleCnt="0">
        <dgm:presLayoutVars>
          <dgm:animLvl val="lvl"/>
          <dgm:resizeHandles val="exact"/>
        </dgm:presLayoutVars>
      </dgm:prSet>
      <dgm:spPr/>
      <dgm:t>
        <a:bodyPr/>
        <a:lstStyle/>
        <a:p>
          <a:endParaRPr lang="es-PE"/>
        </a:p>
      </dgm:t>
    </dgm:pt>
    <dgm:pt modelId="{3777373B-7A8D-4433-8A8C-4992208C3102}" type="pres">
      <dgm:prSet presAssocID="{F8AC1D50-8DEC-42E2-996D-CF1010A8B2A4}" presName="parentText" presStyleLbl="node1" presStyleIdx="0" presStyleCnt="5">
        <dgm:presLayoutVars>
          <dgm:chMax val="0"/>
          <dgm:bulletEnabled val="1"/>
        </dgm:presLayoutVars>
      </dgm:prSet>
      <dgm:spPr/>
      <dgm:t>
        <a:bodyPr/>
        <a:lstStyle/>
        <a:p>
          <a:endParaRPr lang="es-PE"/>
        </a:p>
      </dgm:t>
    </dgm:pt>
    <dgm:pt modelId="{77C821BE-E8B1-43B2-BC83-DA1F290CCBAD}" type="pres">
      <dgm:prSet presAssocID="{D92CC6DE-1600-4B15-AB03-51E3F49D26E4}" presName="spacer" presStyleCnt="0"/>
      <dgm:spPr/>
    </dgm:pt>
    <dgm:pt modelId="{BD85A8F4-2AB0-754C-BC16-FA89B8C682BF}" type="pres">
      <dgm:prSet presAssocID="{DA89A1F8-E789-FC48-995D-D90EE6785359}" presName="parentText" presStyleLbl="node1" presStyleIdx="1" presStyleCnt="5">
        <dgm:presLayoutVars>
          <dgm:chMax val="0"/>
          <dgm:bulletEnabled val="1"/>
        </dgm:presLayoutVars>
      </dgm:prSet>
      <dgm:spPr/>
      <dgm:t>
        <a:bodyPr/>
        <a:lstStyle/>
        <a:p>
          <a:endParaRPr lang="es-ES_tradnl"/>
        </a:p>
      </dgm:t>
    </dgm:pt>
    <dgm:pt modelId="{DA78FB41-BE4C-7647-B476-C9DE46D7908F}" type="pres">
      <dgm:prSet presAssocID="{145A5AD0-93C0-4E40-9BFE-C396219F55CC}" presName="spacer" presStyleCnt="0"/>
      <dgm:spPr/>
    </dgm:pt>
    <dgm:pt modelId="{33D4E9AE-4AA6-8D46-8BD6-798AB5DCC76A}" type="pres">
      <dgm:prSet presAssocID="{EA24B920-E668-414E-96C5-DBDA0E2D7B8B}" presName="parentText" presStyleLbl="node1" presStyleIdx="2" presStyleCnt="5">
        <dgm:presLayoutVars>
          <dgm:chMax val="0"/>
          <dgm:bulletEnabled val="1"/>
        </dgm:presLayoutVars>
      </dgm:prSet>
      <dgm:spPr/>
      <dgm:t>
        <a:bodyPr/>
        <a:lstStyle/>
        <a:p>
          <a:endParaRPr lang="es-ES_tradnl"/>
        </a:p>
      </dgm:t>
    </dgm:pt>
    <dgm:pt modelId="{63F43A67-A567-6842-8C4D-ED620A583947}" type="pres">
      <dgm:prSet presAssocID="{040200FB-5093-E04C-9419-EAD20BBBBF51}" presName="spacer" presStyleCnt="0"/>
      <dgm:spPr/>
    </dgm:pt>
    <dgm:pt modelId="{9F96EDB7-8490-7D47-B8B8-B05FC9F55CF6}" type="pres">
      <dgm:prSet presAssocID="{BA71E59D-8947-264B-A382-0F511CF720AC}" presName="parentText" presStyleLbl="node1" presStyleIdx="3" presStyleCnt="5" custLinFactNeighborX="-40542" custLinFactNeighborY="-36306">
        <dgm:presLayoutVars>
          <dgm:chMax val="0"/>
          <dgm:bulletEnabled val="1"/>
        </dgm:presLayoutVars>
      </dgm:prSet>
      <dgm:spPr/>
      <dgm:t>
        <a:bodyPr/>
        <a:lstStyle/>
        <a:p>
          <a:endParaRPr lang="es-ES_tradnl"/>
        </a:p>
      </dgm:t>
    </dgm:pt>
    <dgm:pt modelId="{369BE93A-EF81-CD41-8C1A-8AF349E9AF22}" type="pres">
      <dgm:prSet presAssocID="{5C50F51C-A733-B944-8AA4-0EB0918F10DD}" presName="spacer" presStyleCnt="0"/>
      <dgm:spPr/>
    </dgm:pt>
    <dgm:pt modelId="{0CF17EDC-59D2-0E40-8D25-B9B91F5C266B}" type="pres">
      <dgm:prSet presAssocID="{763A27C1-B1FB-9449-871D-038C015590A3}" presName="parentText" presStyleLbl="node1" presStyleIdx="4" presStyleCnt="5">
        <dgm:presLayoutVars>
          <dgm:chMax val="0"/>
          <dgm:bulletEnabled val="1"/>
        </dgm:presLayoutVars>
      </dgm:prSet>
      <dgm:spPr/>
      <dgm:t>
        <a:bodyPr/>
        <a:lstStyle/>
        <a:p>
          <a:endParaRPr lang="es-ES_tradnl"/>
        </a:p>
      </dgm:t>
    </dgm:pt>
  </dgm:ptLst>
  <dgm:cxnLst>
    <dgm:cxn modelId="{9A9C0A1E-8D61-8F40-A456-C9EA2208B688}" srcId="{6EC1C1F4-B068-49DD-8085-E83DE5FE91C0}" destId="{EA24B920-E668-414E-96C5-DBDA0E2D7B8B}" srcOrd="2" destOrd="0" parTransId="{98D252E8-A3D8-E54C-83C1-D5DEDDCBF4B4}" sibTransId="{040200FB-5093-E04C-9419-EAD20BBBBF51}"/>
    <dgm:cxn modelId="{8BD714FE-24D3-064B-8D02-35546F5B6219}" srcId="{6EC1C1F4-B068-49DD-8085-E83DE5FE91C0}" destId="{DA89A1F8-E789-FC48-995D-D90EE6785359}" srcOrd="1" destOrd="0" parTransId="{5EDBDFBF-5FA4-4142-8C5B-D85D871F1306}" sibTransId="{145A5AD0-93C0-4E40-9BFE-C396219F55CC}"/>
    <dgm:cxn modelId="{40F5B1C5-62B1-6146-A1F0-C1180ECD01C8}" type="presOf" srcId="{F8AC1D50-8DEC-42E2-996D-CF1010A8B2A4}" destId="{3777373B-7A8D-4433-8A8C-4992208C3102}" srcOrd="0" destOrd="0" presId="urn:microsoft.com/office/officeart/2005/8/layout/vList2"/>
    <dgm:cxn modelId="{AFF1E403-E919-E84D-A009-1615720A9FE3}" type="presOf" srcId="{763A27C1-B1FB-9449-871D-038C015590A3}" destId="{0CF17EDC-59D2-0E40-8D25-B9B91F5C266B}" srcOrd="0" destOrd="0" presId="urn:microsoft.com/office/officeart/2005/8/layout/vList2"/>
    <dgm:cxn modelId="{F611BDE4-0760-6F40-9C7E-F729D58DCD94}" type="presOf" srcId="{BA71E59D-8947-264B-A382-0F511CF720AC}" destId="{9F96EDB7-8490-7D47-B8B8-B05FC9F55CF6}" srcOrd="0" destOrd="0" presId="urn:microsoft.com/office/officeart/2005/8/layout/vList2"/>
    <dgm:cxn modelId="{8E67E4FD-05E2-B24D-AB6F-358197460672}" type="presOf" srcId="{EA24B920-E668-414E-96C5-DBDA0E2D7B8B}" destId="{33D4E9AE-4AA6-8D46-8BD6-798AB5DCC76A}" srcOrd="0" destOrd="0" presId="urn:microsoft.com/office/officeart/2005/8/layout/vList2"/>
    <dgm:cxn modelId="{DE20256E-77BF-9943-9D6B-C64ED3D855E9}" type="presOf" srcId="{DA89A1F8-E789-FC48-995D-D90EE6785359}" destId="{BD85A8F4-2AB0-754C-BC16-FA89B8C682BF}" srcOrd="0" destOrd="0" presId="urn:microsoft.com/office/officeart/2005/8/layout/vList2"/>
    <dgm:cxn modelId="{3A1C7A96-1D7F-0846-B387-E7457B8D7E6F}" srcId="{6EC1C1F4-B068-49DD-8085-E83DE5FE91C0}" destId="{763A27C1-B1FB-9449-871D-038C015590A3}" srcOrd="4" destOrd="0" parTransId="{C2A6242C-646D-3C46-9F71-6B6234789351}" sibTransId="{E90FBB40-123D-6940-857A-3A1DACA4E798}"/>
    <dgm:cxn modelId="{58351E3F-A441-BB46-A9EE-E1BE434B50F2}" type="presOf" srcId="{6EC1C1F4-B068-49DD-8085-E83DE5FE91C0}" destId="{1C1067FD-E418-4B60-B9E3-ACF1A4CBDC81}" srcOrd="0" destOrd="0" presId="urn:microsoft.com/office/officeart/2005/8/layout/vList2"/>
    <dgm:cxn modelId="{3843338D-F9EB-8E4C-9DE3-83ACBE983AF3}" srcId="{6EC1C1F4-B068-49DD-8085-E83DE5FE91C0}" destId="{BA71E59D-8947-264B-A382-0F511CF720AC}" srcOrd="3" destOrd="0" parTransId="{6C40EF77-1635-194F-BAF6-2246DDEAF416}" sibTransId="{5C50F51C-A733-B944-8AA4-0EB0918F10DD}"/>
    <dgm:cxn modelId="{8F299412-9ED5-4DEE-A8CF-4E0F884EEADC}" srcId="{6EC1C1F4-B068-49DD-8085-E83DE5FE91C0}" destId="{F8AC1D50-8DEC-42E2-996D-CF1010A8B2A4}" srcOrd="0" destOrd="0" parTransId="{786E19C0-B5FB-4042-A047-1BE4F50904A1}" sibTransId="{D92CC6DE-1600-4B15-AB03-51E3F49D26E4}"/>
    <dgm:cxn modelId="{3595A292-1078-F14E-AEB4-1D9DF3A52647}" type="presParOf" srcId="{1C1067FD-E418-4B60-B9E3-ACF1A4CBDC81}" destId="{3777373B-7A8D-4433-8A8C-4992208C3102}" srcOrd="0" destOrd="0" presId="urn:microsoft.com/office/officeart/2005/8/layout/vList2"/>
    <dgm:cxn modelId="{81DA7A5D-440B-AE43-B793-961713979F60}" type="presParOf" srcId="{1C1067FD-E418-4B60-B9E3-ACF1A4CBDC81}" destId="{77C821BE-E8B1-43B2-BC83-DA1F290CCBAD}" srcOrd="1" destOrd="0" presId="urn:microsoft.com/office/officeart/2005/8/layout/vList2"/>
    <dgm:cxn modelId="{3D6FC2AD-1758-704E-8208-3FC52168CAA7}" type="presParOf" srcId="{1C1067FD-E418-4B60-B9E3-ACF1A4CBDC81}" destId="{BD85A8F4-2AB0-754C-BC16-FA89B8C682BF}" srcOrd="2" destOrd="0" presId="urn:microsoft.com/office/officeart/2005/8/layout/vList2"/>
    <dgm:cxn modelId="{7F49DE79-BFF4-EF45-9DE9-F684418EAEE6}" type="presParOf" srcId="{1C1067FD-E418-4B60-B9E3-ACF1A4CBDC81}" destId="{DA78FB41-BE4C-7647-B476-C9DE46D7908F}" srcOrd="3" destOrd="0" presId="urn:microsoft.com/office/officeart/2005/8/layout/vList2"/>
    <dgm:cxn modelId="{A0CB14AE-785B-8541-83FB-21B460BCD4DC}" type="presParOf" srcId="{1C1067FD-E418-4B60-B9E3-ACF1A4CBDC81}" destId="{33D4E9AE-4AA6-8D46-8BD6-798AB5DCC76A}" srcOrd="4" destOrd="0" presId="urn:microsoft.com/office/officeart/2005/8/layout/vList2"/>
    <dgm:cxn modelId="{733DFFF8-89B1-F041-A7C9-54D7CDE5D4EB}" type="presParOf" srcId="{1C1067FD-E418-4B60-B9E3-ACF1A4CBDC81}" destId="{63F43A67-A567-6842-8C4D-ED620A583947}" srcOrd="5" destOrd="0" presId="urn:microsoft.com/office/officeart/2005/8/layout/vList2"/>
    <dgm:cxn modelId="{108EA998-0689-6D49-AE1B-98E2F63AAD8D}" type="presParOf" srcId="{1C1067FD-E418-4B60-B9E3-ACF1A4CBDC81}" destId="{9F96EDB7-8490-7D47-B8B8-B05FC9F55CF6}" srcOrd="6" destOrd="0" presId="urn:microsoft.com/office/officeart/2005/8/layout/vList2"/>
    <dgm:cxn modelId="{9601D450-F25C-FA49-B4F8-F5E8350CBBDD}" type="presParOf" srcId="{1C1067FD-E418-4B60-B9E3-ACF1A4CBDC81}" destId="{369BE93A-EF81-CD41-8C1A-8AF349E9AF22}" srcOrd="7" destOrd="0" presId="urn:microsoft.com/office/officeart/2005/8/layout/vList2"/>
    <dgm:cxn modelId="{58208DBB-4180-8749-A8EC-A9CE1A3D73F3}" type="presParOf" srcId="{1C1067FD-E418-4B60-B9E3-ACF1A4CBDC81}" destId="{0CF17EDC-59D2-0E40-8D25-B9B91F5C266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80A023-5473-4C09-9AD3-6CC4F2BD479E}" type="doc">
      <dgm:prSet loTypeId="urn:microsoft.com/office/officeart/2005/8/layout/orgChart1" loCatId="hierarchy" qsTypeId="urn:microsoft.com/office/officeart/2005/8/quickstyle/simple1" qsCatId="simple" csTypeId="urn:microsoft.com/office/officeart/2005/8/colors/accent5_5" csCatId="accent5" phldr="1"/>
      <dgm:spPr/>
      <dgm:t>
        <a:bodyPr/>
        <a:lstStyle/>
        <a:p>
          <a:endParaRPr lang="es-PE"/>
        </a:p>
      </dgm:t>
    </dgm:pt>
    <dgm:pt modelId="{1CFEDA62-E621-45B6-81B7-7CA0DF19BE0B}">
      <dgm:prSet phldrT="[Texto]" custT="1"/>
      <dgm:spPr>
        <a:solidFill>
          <a:srgbClr val="68529F"/>
        </a:solidFill>
      </dgm:spPr>
      <dgm:t>
        <a:bodyPr/>
        <a:lstStyle/>
        <a:p>
          <a:r>
            <a:rPr lang="es-PE" sz="1600" dirty="0" smtClean="0"/>
            <a:t>A.12 Seguridad en la Operativa</a:t>
          </a:r>
          <a:endParaRPr lang="es-PE" sz="1600" dirty="0"/>
        </a:p>
      </dgm:t>
    </dgm:pt>
    <dgm:pt modelId="{0700C93D-A4CB-4B96-84CE-B49B558F2924}" type="parTrans" cxnId="{962284F4-41E6-448E-B0EA-6DE27CB57514}">
      <dgm:prSet/>
      <dgm:spPr/>
      <dgm:t>
        <a:bodyPr/>
        <a:lstStyle/>
        <a:p>
          <a:endParaRPr lang="es-PE" sz="1100"/>
        </a:p>
      </dgm:t>
    </dgm:pt>
    <dgm:pt modelId="{CC81F1C7-7291-4FD3-9E79-50C95E843145}" type="sibTrans" cxnId="{962284F4-41E6-448E-B0EA-6DE27CB57514}">
      <dgm:prSet/>
      <dgm:spPr/>
      <dgm:t>
        <a:bodyPr/>
        <a:lstStyle/>
        <a:p>
          <a:endParaRPr lang="es-PE" sz="1100"/>
        </a:p>
      </dgm:t>
    </dgm:pt>
    <dgm:pt modelId="{B7448275-937C-4470-B239-A762E1132317}">
      <dgm:prSet phldrT="[Texto]" custT="1"/>
      <dgm:spPr>
        <a:solidFill>
          <a:srgbClr val="2EB1B5"/>
        </a:solidFill>
        <a:ln>
          <a:noFill/>
        </a:ln>
      </dgm:spPr>
      <dgm:t>
        <a:bodyPr/>
        <a:lstStyle/>
        <a:p>
          <a:r>
            <a:rPr lang="es-PE" sz="1600" dirty="0" smtClean="0"/>
            <a:t>A.12.1 Responsabilidades y procedimientos de operación </a:t>
          </a:r>
          <a:endParaRPr lang="es-PE" sz="1600" dirty="0"/>
        </a:p>
      </dgm:t>
    </dgm:pt>
    <dgm:pt modelId="{10422A0E-8626-46F6-B887-21E25845322D}" type="parTrans" cxnId="{557D5898-F67E-4653-9DDF-2E1305C2481E}">
      <dgm:prSet/>
      <dgm:spPr>
        <a:ln w="28575">
          <a:solidFill>
            <a:schemeClr val="bg1">
              <a:lumMod val="75000"/>
            </a:schemeClr>
          </a:solidFill>
        </a:ln>
      </dgm:spPr>
      <dgm:t>
        <a:bodyPr/>
        <a:lstStyle/>
        <a:p>
          <a:endParaRPr lang="es-PE" sz="1100"/>
        </a:p>
      </dgm:t>
    </dgm:pt>
    <dgm:pt modelId="{CA607E5C-476B-4007-B45D-E7B821BE4112}" type="sibTrans" cxnId="{557D5898-F67E-4653-9DDF-2E1305C2481E}">
      <dgm:prSet/>
      <dgm:spPr/>
      <dgm:t>
        <a:bodyPr/>
        <a:lstStyle/>
        <a:p>
          <a:endParaRPr lang="es-PE" sz="1100"/>
        </a:p>
      </dgm:t>
    </dgm:pt>
    <dgm:pt modelId="{5874FD79-EC3C-144C-9F29-86EF3A006847}">
      <dgm:prSet phldrT="[Texto]" custT="1"/>
      <dgm:spPr>
        <a:solidFill>
          <a:srgbClr val="2EB1B5"/>
        </a:solidFill>
        <a:ln>
          <a:noFill/>
        </a:ln>
      </dgm:spPr>
      <dgm:t>
        <a:bodyPr/>
        <a:lstStyle/>
        <a:p>
          <a:r>
            <a:rPr lang="es-PE" sz="1600" dirty="0" smtClean="0"/>
            <a:t>A.12.2 Protección contra código malicioso</a:t>
          </a:r>
          <a:endParaRPr lang="es-PE" sz="1600" dirty="0"/>
        </a:p>
      </dgm:t>
    </dgm:pt>
    <dgm:pt modelId="{EAAADF48-54E6-5E47-9E7D-C2A918253921}" type="parTrans" cxnId="{6FA9FB1E-06BE-EC44-B215-9D691D593B55}">
      <dgm:prSet/>
      <dgm:spPr>
        <a:ln w="28575">
          <a:solidFill>
            <a:schemeClr val="bg1">
              <a:lumMod val="75000"/>
            </a:schemeClr>
          </a:solidFill>
        </a:ln>
      </dgm:spPr>
      <dgm:t>
        <a:bodyPr/>
        <a:lstStyle/>
        <a:p>
          <a:endParaRPr lang="es-ES_tradnl"/>
        </a:p>
      </dgm:t>
    </dgm:pt>
    <dgm:pt modelId="{3B0E2071-7E89-9849-9476-362437E99F9A}" type="sibTrans" cxnId="{6FA9FB1E-06BE-EC44-B215-9D691D593B55}">
      <dgm:prSet/>
      <dgm:spPr/>
      <dgm:t>
        <a:bodyPr/>
        <a:lstStyle/>
        <a:p>
          <a:endParaRPr lang="es-ES_tradnl"/>
        </a:p>
      </dgm:t>
    </dgm:pt>
    <dgm:pt modelId="{A7530C7E-C9EC-5F43-91C2-E7779104F618}">
      <dgm:prSet custT="1"/>
      <dgm:spPr>
        <a:solidFill>
          <a:srgbClr val="2EB1B5"/>
        </a:solidFill>
        <a:ln>
          <a:noFill/>
        </a:ln>
      </dgm:spPr>
      <dgm:t>
        <a:bodyPr/>
        <a:lstStyle/>
        <a:p>
          <a:r>
            <a:rPr lang="es-PE" sz="1600" dirty="0" smtClean="0"/>
            <a:t>A.12.3 Copias de seguridad</a:t>
          </a:r>
          <a:endParaRPr lang="es-ES_tradnl" sz="1600" dirty="0"/>
        </a:p>
      </dgm:t>
    </dgm:pt>
    <dgm:pt modelId="{9144C057-08C1-FF46-9BA0-74C1343CFB68}" type="parTrans" cxnId="{2698CE82-CE6F-8A49-A8E2-2E879143F625}">
      <dgm:prSet/>
      <dgm:spPr>
        <a:ln w="28575">
          <a:solidFill>
            <a:schemeClr val="bg1">
              <a:lumMod val="75000"/>
            </a:schemeClr>
          </a:solidFill>
        </a:ln>
      </dgm:spPr>
      <dgm:t>
        <a:bodyPr/>
        <a:lstStyle/>
        <a:p>
          <a:endParaRPr lang="es-ES_tradnl"/>
        </a:p>
      </dgm:t>
    </dgm:pt>
    <dgm:pt modelId="{F56C4943-3310-6A46-B3EF-1660E31B4E26}" type="sibTrans" cxnId="{2698CE82-CE6F-8A49-A8E2-2E879143F625}">
      <dgm:prSet/>
      <dgm:spPr/>
      <dgm:t>
        <a:bodyPr/>
        <a:lstStyle/>
        <a:p>
          <a:endParaRPr lang="es-ES_tradnl"/>
        </a:p>
      </dgm:t>
    </dgm:pt>
    <dgm:pt modelId="{BB616EEF-6A18-1B4D-A276-A95CB8D51D71}">
      <dgm:prSet custT="1"/>
      <dgm:spPr>
        <a:solidFill>
          <a:srgbClr val="2EB1B5"/>
        </a:solidFill>
        <a:ln>
          <a:noFill/>
        </a:ln>
      </dgm:spPr>
      <dgm:t>
        <a:bodyPr/>
        <a:lstStyle/>
        <a:p>
          <a:r>
            <a:rPr lang="es-PE" sz="1600" dirty="0" smtClean="0"/>
            <a:t>A.12.4 Registro de actividad y supervisión</a:t>
          </a:r>
          <a:endParaRPr lang="es-ES_tradnl" sz="1600" dirty="0"/>
        </a:p>
      </dgm:t>
    </dgm:pt>
    <dgm:pt modelId="{1ACE2319-F50D-454B-9164-1DB25374A753}" type="parTrans" cxnId="{66B9587D-D32B-F343-AF46-49C667B826C6}">
      <dgm:prSet/>
      <dgm:spPr>
        <a:ln w="28575">
          <a:solidFill>
            <a:schemeClr val="bg1">
              <a:lumMod val="75000"/>
            </a:schemeClr>
          </a:solidFill>
        </a:ln>
      </dgm:spPr>
      <dgm:t>
        <a:bodyPr/>
        <a:lstStyle/>
        <a:p>
          <a:endParaRPr lang="es-ES_tradnl"/>
        </a:p>
      </dgm:t>
    </dgm:pt>
    <dgm:pt modelId="{153D52EF-FE86-424C-BFC9-863C29660E5F}" type="sibTrans" cxnId="{66B9587D-D32B-F343-AF46-49C667B826C6}">
      <dgm:prSet/>
      <dgm:spPr/>
      <dgm:t>
        <a:bodyPr/>
        <a:lstStyle/>
        <a:p>
          <a:endParaRPr lang="es-ES_tradnl"/>
        </a:p>
      </dgm:t>
    </dgm:pt>
    <dgm:pt modelId="{70708133-7F97-45BF-9C10-8090A18B77E8}" type="pres">
      <dgm:prSet presAssocID="{B580A023-5473-4C09-9AD3-6CC4F2BD479E}" presName="hierChild1" presStyleCnt="0">
        <dgm:presLayoutVars>
          <dgm:orgChart val="1"/>
          <dgm:chPref val="1"/>
          <dgm:dir/>
          <dgm:animOne val="branch"/>
          <dgm:animLvl val="lvl"/>
          <dgm:resizeHandles/>
        </dgm:presLayoutVars>
      </dgm:prSet>
      <dgm:spPr/>
      <dgm:t>
        <a:bodyPr/>
        <a:lstStyle/>
        <a:p>
          <a:endParaRPr lang="es-PE"/>
        </a:p>
      </dgm:t>
    </dgm:pt>
    <dgm:pt modelId="{8174BBFF-F76D-423D-968C-BB20383ABF41}" type="pres">
      <dgm:prSet presAssocID="{1CFEDA62-E621-45B6-81B7-7CA0DF19BE0B}" presName="hierRoot1" presStyleCnt="0">
        <dgm:presLayoutVars>
          <dgm:hierBranch val="init"/>
        </dgm:presLayoutVars>
      </dgm:prSet>
      <dgm:spPr/>
    </dgm:pt>
    <dgm:pt modelId="{1B53207F-2457-4DE1-8E76-DD6FCF0A3A94}" type="pres">
      <dgm:prSet presAssocID="{1CFEDA62-E621-45B6-81B7-7CA0DF19BE0B}" presName="rootComposite1" presStyleCnt="0"/>
      <dgm:spPr/>
    </dgm:pt>
    <dgm:pt modelId="{126F27EB-EF2C-423D-B7FD-5E0219D7D588}" type="pres">
      <dgm:prSet presAssocID="{1CFEDA62-E621-45B6-81B7-7CA0DF19BE0B}" presName="rootText1" presStyleLbl="node0" presStyleIdx="0" presStyleCnt="1" custScaleX="124235" custScaleY="134469">
        <dgm:presLayoutVars>
          <dgm:chPref val="3"/>
        </dgm:presLayoutVars>
      </dgm:prSet>
      <dgm:spPr/>
      <dgm:t>
        <a:bodyPr/>
        <a:lstStyle/>
        <a:p>
          <a:endParaRPr lang="es-PE"/>
        </a:p>
      </dgm:t>
    </dgm:pt>
    <dgm:pt modelId="{5703174A-DFEC-47A6-87E0-B1E4BB26E639}" type="pres">
      <dgm:prSet presAssocID="{1CFEDA62-E621-45B6-81B7-7CA0DF19BE0B}" presName="rootConnector1" presStyleLbl="node1" presStyleIdx="0" presStyleCnt="0"/>
      <dgm:spPr/>
      <dgm:t>
        <a:bodyPr/>
        <a:lstStyle/>
        <a:p>
          <a:endParaRPr lang="es-PE"/>
        </a:p>
      </dgm:t>
    </dgm:pt>
    <dgm:pt modelId="{4E570361-5DD1-40A2-823E-C23403C3FF2E}" type="pres">
      <dgm:prSet presAssocID="{1CFEDA62-E621-45B6-81B7-7CA0DF19BE0B}" presName="hierChild2" presStyleCnt="0"/>
      <dgm:spPr/>
    </dgm:pt>
    <dgm:pt modelId="{C4281DFD-D887-41DA-B6F2-3FBADBA6C710}" type="pres">
      <dgm:prSet presAssocID="{10422A0E-8626-46F6-B887-21E25845322D}" presName="Name37" presStyleLbl="parChTrans1D2" presStyleIdx="0" presStyleCnt="4"/>
      <dgm:spPr/>
      <dgm:t>
        <a:bodyPr/>
        <a:lstStyle/>
        <a:p>
          <a:endParaRPr lang="es-PE"/>
        </a:p>
      </dgm:t>
    </dgm:pt>
    <dgm:pt modelId="{0023C08C-1429-4E5B-9FD2-CD840868C8AE}" type="pres">
      <dgm:prSet presAssocID="{B7448275-937C-4470-B239-A762E1132317}" presName="hierRoot2" presStyleCnt="0">
        <dgm:presLayoutVars>
          <dgm:hierBranch val="init"/>
        </dgm:presLayoutVars>
      </dgm:prSet>
      <dgm:spPr/>
    </dgm:pt>
    <dgm:pt modelId="{134AD17D-44F4-4C93-B854-49FB59ADB2CB}" type="pres">
      <dgm:prSet presAssocID="{B7448275-937C-4470-B239-A762E1132317}" presName="rootComposite" presStyleCnt="0"/>
      <dgm:spPr/>
    </dgm:pt>
    <dgm:pt modelId="{FC92D772-C01B-4D45-837B-3353756937D4}" type="pres">
      <dgm:prSet presAssocID="{B7448275-937C-4470-B239-A762E1132317}" presName="rootText" presStyleLbl="node2" presStyleIdx="0" presStyleCnt="4" custScaleY="148396">
        <dgm:presLayoutVars>
          <dgm:chPref val="3"/>
        </dgm:presLayoutVars>
      </dgm:prSet>
      <dgm:spPr/>
      <dgm:t>
        <a:bodyPr/>
        <a:lstStyle/>
        <a:p>
          <a:endParaRPr lang="es-PE"/>
        </a:p>
      </dgm:t>
    </dgm:pt>
    <dgm:pt modelId="{7B388FE9-2F2F-47A2-8064-C147FCA9A3F0}" type="pres">
      <dgm:prSet presAssocID="{B7448275-937C-4470-B239-A762E1132317}" presName="rootConnector" presStyleLbl="node2" presStyleIdx="0" presStyleCnt="4"/>
      <dgm:spPr/>
      <dgm:t>
        <a:bodyPr/>
        <a:lstStyle/>
        <a:p>
          <a:endParaRPr lang="es-PE"/>
        </a:p>
      </dgm:t>
    </dgm:pt>
    <dgm:pt modelId="{933D1101-4290-4C34-B9BE-5575210E76DA}" type="pres">
      <dgm:prSet presAssocID="{B7448275-937C-4470-B239-A762E1132317}" presName="hierChild4" presStyleCnt="0"/>
      <dgm:spPr/>
    </dgm:pt>
    <dgm:pt modelId="{AF997B2D-8C71-4B27-92CE-72C259828446}" type="pres">
      <dgm:prSet presAssocID="{B7448275-937C-4470-B239-A762E1132317}" presName="hierChild5" presStyleCnt="0"/>
      <dgm:spPr/>
    </dgm:pt>
    <dgm:pt modelId="{8BB1F249-C59C-BD4C-BD34-7A8663535155}" type="pres">
      <dgm:prSet presAssocID="{EAAADF48-54E6-5E47-9E7D-C2A918253921}" presName="Name37" presStyleLbl="parChTrans1D2" presStyleIdx="1" presStyleCnt="4"/>
      <dgm:spPr/>
      <dgm:t>
        <a:bodyPr/>
        <a:lstStyle/>
        <a:p>
          <a:endParaRPr lang="es-ES_tradnl"/>
        </a:p>
      </dgm:t>
    </dgm:pt>
    <dgm:pt modelId="{DD849E3E-429E-BE48-9504-295D896C2FFD}" type="pres">
      <dgm:prSet presAssocID="{5874FD79-EC3C-144C-9F29-86EF3A006847}" presName="hierRoot2" presStyleCnt="0">
        <dgm:presLayoutVars>
          <dgm:hierBranch val="init"/>
        </dgm:presLayoutVars>
      </dgm:prSet>
      <dgm:spPr/>
    </dgm:pt>
    <dgm:pt modelId="{2682C10A-B717-8747-BE28-19264218D905}" type="pres">
      <dgm:prSet presAssocID="{5874FD79-EC3C-144C-9F29-86EF3A006847}" presName="rootComposite" presStyleCnt="0"/>
      <dgm:spPr/>
    </dgm:pt>
    <dgm:pt modelId="{77E6C5F0-B4C5-C441-BC2D-A05254452116}" type="pres">
      <dgm:prSet presAssocID="{5874FD79-EC3C-144C-9F29-86EF3A006847}" presName="rootText" presStyleLbl="node2" presStyleIdx="1" presStyleCnt="4" custScaleY="146737">
        <dgm:presLayoutVars>
          <dgm:chPref val="3"/>
        </dgm:presLayoutVars>
      </dgm:prSet>
      <dgm:spPr/>
      <dgm:t>
        <a:bodyPr/>
        <a:lstStyle/>
        <a:p>
          <a:endParaRPr lang="es-ES_tradnl"/>
        </a:p>
      </dgm:t>
    </dgm:pt>
    <dgm:pt modelId="{AFB81BFC-C025-9846-B6FE-F84FDBE2F004}" type="pres">
      <dgm:prSet presAssocID="{5874FD79-EC3C-144C-9F29-86EF3A006847}" presName="rootConnector" presStyleLbl="node2" presStyleIdx="1" presStyleCnt="4"/>
      <dgm:spPr/>
      <dgm:t>
        <a:bodyPr/>
        <a:lstStyle/>
        <a:p>
          <a:endParaRPr lang="es-ES_tradnl"/>
        </a:p>
      </dgm:t>
    </dgm:pt>
    <dgm:pt modelId="{BA5189E3-6AC6-A446-AA8E-243CD2B87B64}" type="pres">
      <dgm:prSet presAssocID="{5874FD79-EC3C-144C-9F29-86EF3A006847}" presName="hierChild4" presStyleCnt="0"/>
      <dgm:spPr/>
    </dgm:pt>
    <dgm:pt modelId="{29431873-8067-A043-B4D9-6A7EDA5A54E5}" type="pres">
      <dgm:prSet presAssocID="{5874FD79-EC3C-144C-9F29-86EF3A006847}" presName="hierChild5" presStyleCnt="0"/>
      <dgm:spPr/>
    </dgm:pt>
    <dgm:pt modelId="{1018D4B9-DC6F-F648-90DB-4C614C917104}" type="pres">
      <dgm:prSet presAssocID="{9144C057-08C1-FF46-9BA0-74C1343CFB68}" presName="Name37" presStyleLbl="parChTrans1D2" presStyleIdx="2" presStyleCnt="4"/>
      <dgm:spPr/>
      <dgm:t>
        <a:bodyPr/>
        <a:lstStyle/>
        <a:p>
          <a:endParaRPr lang="es-ES_tradnl"/>
        </a:p>
      </dgm:t>
    </dgm:pt>
    <dgm:pt modelId="{69F2359E-D99A-ED4A-B2CC-D20292350487}" type="pres">
      <dgm:prSet presAssocID="{A7530C7E-C9EC-5F43-91C2-E7779104F618}" presName="hierRoot2" presStyleCnt="0">
        <dgm:presLayoutVars>
          <dgm:hierBranch val="init"/>
        </dgm:presLayoutVars>
      </dgm:prSet>
      <dgm:spPr/>
    </dgm:pt>
    <dgm:pt modelId="{004153C8-1F26-6349-9BFC-03A246F8BAF8}" type="pres">
      <dgm:prSet presAssocID="{A7530C7E-C9EC-5F43-91C2-E7779104F618}" presName="rootComposite" presStyleCnt="0"/>
      <dgm:spPr/>
    </dgm:pt>
    <dgm:pt modelId="{8D88B9E8-B178-E74F-82C1-199E6F3AD444}" type="pres">
      <dgm:prSet presAssocID="{A7530C7E-C9EC-5F43-91C2-E7779104F618}" presName="rootText" presStyleLbl="node2" presStyleIdx="2" presStyleCnt="4" custScaleY="144076">
        <dgm:presLayoutVars>
          <dgm:chPref val="3"/>
        </dgm:presLayoutVars>
      </dgm:prSet>
      <dgm:spPr/>
      <dgm:t>
        <a:bodyPr/>
        <a:lstStyle/>
        <a:p>
          <a:endParaRPr lang="es-ES_tradnl"/>
        </a:p>
      </dgm:t>
    </dgm:pt>
    <dgm:pt modelId="{9238F8C7-9D03-9D45-A5B6-892317B4F4F2}" type="pres">
      <dgm:prSet presAssocID="{A7530C7E-C9EC-5F43-91C2-E7779104F618}" presName="rootConnector" presStyleLbl="node2" presStyleIdx="2" presStyleCnt="4"/>
      <dgm:spPr/>
      <dgm:t>
        <a:bodyPr/>
        <a:lstStyle/>
        <a:p>
          <a:endParaRPr lang="es-ES_tradnl"/>
        </a:p>
      </dgm:t>
    </dgm:pt>
    <dgm:pt modelId="{E7D6522D-7A0D-9546-AF39-3548C3397F18}" type="pres">
      <dgm:prSet presAssocID="{A7530C7E-C9EC-5F43-91C2-E7779104F618}" presName="hierChild4" presStyleCnt="0"/>
      <dgm:spPr/>
    </dgm:pt>
    <dgm:pt modelId="{EBEE8ED0-7E5D-E84C-AF93-D1FF7CA1D8FA}" type="pres">
      <dgm:prSet presAssocID="{A7530C7E-C9EC-5F43-91C2-E7779104F618}" presName="hierChild5" presStyleCnt="0"/>
      <dgm:spPr/>
    </dgm:pt>
    <dgm:pt modelId="{5A8E17B9-CE8A-ED4B-8F13-DD55D9A05CA4}" type="pres">
      <dgm:prSet presAssocID="{1ACE2319-F50D-454B-9164-1DB25374A753}" presName="Name37" presStyleLbl="parChTrans1D2" presStyleIdx="3" presStyleCnt="4"/>
      <dgm:spPr/>
      <dgm:t>
        <a:bodyPr/>
        <a:lstStyle/>
        <a:p>
          <a:endParaRPr lang="es-ES_tradnl"/>
        </a:p>
      </dgm:t>
    </dgm:pt>
    <dgm:pt modelId="{FE7E48D6-AD7E-B949-AE05-2966BF0D7A9F}" type="pres">
      <dgm:prSet presAssocID="{BB616EEF-6A18-1B4D-A276-A95CB8D51D71}" presName="hierRoot2" presStyleCnt="0">
        <dgm:presLayoutVars>
          <dgm:hierBranch val="init"/>
        </dgm:presLayoutVars>
      </dgm:prSet>
      <dgm:spPr/>
    </dgm:pt>
    <dgm:pt modelId="{DE936860-AB28-DA42-85F4-8841D386B422}" type="pres">
      <dgm:prSet presAssocID="{BB616EEF-6A18-1B4D-A276-A95CB8D51D71}" presName="rootComposite" presStyleCnt="0"/>
      <dgm:spPr/>
    </dgm:pt>
    <dgm:pt modelId="{F12F5BAB-AE62-E64A-8630-6BEC41CFE368}" type="pres">
      <dgm:prSet presAssocID="{BB616EEF-6A18-1B4D-A276-A95CB8D51D71}" presName="rootText" presStyleLbl="node2" presStyleIdx="3" presStyleCnt="4" custScaleY="144076">
        <dgm:presLayoutVars>
          <dgm:chPref val="3"/>
        </dgm:presLayoutVars>
      </dgm:prSet>
      <dgm:spPr/>
      <dgm:t>
        <a:bodyPr/>
        <a:lstStyle/>
        <a:p>
          <a:endParaRPr lang="es-ES_tradnl"/>
        </a:p>
      </dgm:t>
    </dgm:pt>
    <dgm:pt modelId="{1AD33666-EA88-E045-B682-733038F1FB64}" type="pres">
      <dgm:prSet presAssocID="{BB616EEF-6A18-1B4D-A276-A95CB8D51D71}" presName="rootConnector" presStyleLbl="node2" presStyleIdx="3" presStyleCnt="4"/>
      <dgm:spPr/>
      <dgm:t>
        <a:bodyPr/>
        <a:lstStyle/>
        <a:p>
          <a:endParaRPr lang="es-ES_tradnl"/>
        </a:p>
      </dgm:t>
    </dgm:pt>
    <dgm:pt modelId="{548AFF6C-851D-4248-9AC5-DAF1672F77C9}" type="pres">
      <dgm:prSet presAssocID="{BB616EEF-6A18-1B4D-A276-A95CB8D51D71}" presName="hierChild4" presStyleCnt="0"/>
      <dgm:spPr/>
    </dgm:pt>
    <dgm:pt modelId="{8293BE8C-B686-754D-AFC6-485FEC6C13C3}" type="pres">
      <dgm:prSet presAssocID="{BB616EEF-6A18-1B4D-A276-A95CB8D51D71}" presName="hierChild5" presStyleCnt="0"/>
      <dgm:spPr/>
    </dgm:pt>
    <dgm:pt modelId="{86D82236-6DBA-4A2B-9CCA-9CD93BEC42B5}" type="pres">
      <dgm:prSet presAssocID="{1CFEDA62-E621-45B6-81B7-7CA0DF19BE0B}" presName="hierChild3" presStyleCnt="0"/>
      <dgm:spPr/>
    </dgm:pt>
  </dgm:ptLst>
  <dgm:cxnLst>
    <dgm:cxn modelId="{E46B203E-7E7C-2442-83D2-2612DC26B09E}" type="presOf" srcId="{1CFEDA62-E621-45B6-81B7-7CA0DF19BE0B}" destId="{126F27EB-EF2C-423D-B7FD-5E0219D7D588}" srcOrd="0" destOrd="0" presId="urn:microsoft.com/office/officeart/2005/8/layout/orgChart1"/>
    <dgm:cxn modelId="{2698CE82-CE6F-8A49-A8E2-2E879143F625}" srcId="{1CFEDA62-E621-45B6-81B7-7CA0DF19BE0B}" destId="{A7530C7E-C9EC-5F43-91C2-E7779104F618}" srcOrd="2" destOrd="0" parTransId="{9144C057-08C1-FF46-9BA0-74C1343CFB68}" sibTransId="{F56C4943-3310-6A46-B3EF-1660E31B4E26}"/>
    <dgm:cxn modelId="{A902BFE7-AEEC-0740-BABF-373ECF63834C}" type="presOf" srcId="{B580A023-5473-4C09-9AD3-6CC4F2BD479E}" destId="{70708133-7F97-45BF-9C10-8090A18B77E8}" srcOrd="0" destOrd="0" presId="urn:microsoft.com/office/officeart/2005/8/layout/orgChart1"/>
    <dgm:cxn modelId="{B8CD583D-BF54-4440-8CF3-3B4C6C7B2E7C}" type="presOf" srcId="{5874FD79-EC3C-144C-9F29-86EF3A006847}" destId="{77E6C5F0-B4C5-C441-BC2D-A05254452116}" srcOrd="0" destOrd="0" presId="urn:microsoft.com/office/officeart/2005/8/layout/orgChart1"/>
    <dgm:cxn modelId="{84F7BA10-8029-0040-BD2B-DA3A64EF37C7}" type="presOf" srcId="{BB616EEF-6A18-1B4D-A276-A95CB8D51D71}" destId="{F12F5BAB-AE62-E64A-8630-6BEC41CFE368}" srcOrd="0" destOrd="0" presId="urn:microsoft.com/office/officeart/2005/8/layout/orgChart1"/>
    <dgm:cxn modelId="{7C2A311C-BD14-C84A-B1F2-CD2016C9BC7E}" type="presOf" srcId="{BB616EEF-6A18-1B4D-A276-A95CB8D51D71}" destId="{1AD33666-EA88-E045-B682-733038F1FB64}" srcOrd="1" destOrd="0" presId="urn:microsoft.com/office/officeart/2005/8/layout/orgChart1"/>
    <dgm:cxn modelId="{557D5898-F67E-4653-9DDF-2E1305C2481E}" srcId="{1CFEDA62-E621-45B6-81B7-7CA0DF19BE0B}" destId="{B7448275-937C-4470-B239-A762E1132317}" srcOrd="0" destOrd="0" parTransId="{10422A0E-8626-46F6-B887-21E25845322D}" sibTransId="{CA607E5C-476B-4007-B45D-E7B821BE4112}"/>
    <dgm:cxn modelId="{66B9587D-D32B-F343-AF46-49C667B826C6}" srcId="{1CFEDA62-E621-45B6-81B7-7CA0DF19BE0B}" destId="{BB616EEF-6A18-1B4D-A276-A95CB8D51D71}" srcOrd="3" destOrd="0" parTransId="{1ACE2319-F50D-454B-9164-1DB25374A753}" sibTransId="{153D52EF-FE86-424C-BFC9-863C29660E5F}"/>
    <dgm:cxn modelId="{6FA9FB1E-06BE-EC44-B215-9D691D593B55}" srcId="{1CFEDA62-E621-45B6-81B7-7CA0DF19BE0B}" destId="{5874FD79-EC3C-144C-9F29-86EF3A006847}" srcOrd="1" destOrd="0" parTransId="{EAAADF48-54E6-5E47-9E7D-C2A918253921}" sibTransId="{3B0E2071-7E89-9849-9476-362437E99F9A}"/>
    <dgm:cxn modelId="{962284F4-41E6-448E-B0EA-6DE27CB57514}" srcId="{B580A023-5473-4C09-9AD3-6CC4F2BD479E}" destId="{1CFEDA62-E621-45B6-81B7-7CA0DF19BE0B}" srcOrd="0" destOrd="0" parTransId="{0700C93D-A4CB-4B96-84CE-B49B558F2924}" sibTransId="{CC81F1C7-7291-4FD3-9E79-50C95E843145}"/>
    <dgm:cxn modelId="{9548B5D6-B94B-EB4D-8DCD-A1DD1C0E9670}" type="presOf" srcId="{10422A0E-8626-46F6-B887-21E25845322D}" destId="{C4281DFD-D887-41DA-B6F2-3FBADBA6C710}" srcOrd="0" destOrd="0" presId="urn:microsoft.com/office/officeart/2005/8/layout/orgChart1"/>
    <dgm:cxn modelId="{7A811CEC-805C-4646-A5C5-93F27F41CB56}" type="presOf" srcId="{9144C057-08C1-FF46-9BA0-74C1343CFB68}" destId="{1018D4B9-DC6F-F648-90DB-4C614C917104}" srcOrd="0" destOrd="0" presId="urn:microsoft.com/office/officeart/2005/8/layout/orgChart1"/>
    <dgm:cxn modelId="{73006FAC-F9C6-6A4A-92B7-5D48836A0681}" type="presOf" srcId="{B7448275-937C-4470-B239-A762E1132317}" destId="{7B388FE9-2F2F-47A2-8064-C147FCA9A3F0}" srcOrd="1" destOrd="0" presId="urn:microsoft.com/office/officeart/2005/8/layout/orgChart1"/>
    <dgm:cxn modelId="{922BB6E9-46C5-9840-940B-FABB1C3548C7}" type="presOf" srcId="{A7530C7E-C9EC-5F43-91C2-E7779104F618}" destId="{9238F8C7-9D03-9D45-A5B6-892317B4F4F2}" srcOrd="1" destOrd="0" presId="urn:microsoft.com/office/officeart/2005/8/layout/orgChart1"/>
    <dgm:cxn modelId="{761F3348-1BC8-E949-9209-334D84BE28F9}" type="presOf" srcId="{EAAADF48-54E6-5E47-9E7D-C2A918253921}" destId="{8BB1F249-C59C-BD4C-BD34-7A8663535155}" srcOrd="0" destOrd="0" presId="urn:microsoft.com/office/officeart/2005/8/layout/orgChart1"/>
    <dgm:cxn modelId="{64DEDFFC-3F1E-9249-BCAC-9361827A1784}" type="presOf" srcId="{B7448275-937C-4470-B239-A762E1132317}" destId="{FC92D772-C01B-4D45-837B-3353756937D4}" srcOrd="0" destOrd="0" presId="urn:microsoft.com/office/officeart/2005/8/layout/orgChart1"/>
    <dgm:cxn modelId="{71217A99-8D97-6C49-8DB2-FF83AB5BDF28}" type="presOf" srcId="{1ACE2319-F50D-454B-9164-1DB25374A753}" destId="{5A8E17B9-CE8A-ED4B-8F13-DD55D9A05CA4}" srcOrd="0" destOrd="0" presId="urn:microsoft.com/office/officeart/2005/8/layout/orgChart1"/>
    <dgm:cxn modelId="{975DDF1E-CCC3-F44B-965E-8FA0939D5B20}" type="presOf" srcId="{A7530C7E-C9EC-5F43-91C2-E7779104F618}" destId="{8D88B9E8-B178-E74F-82C1-199E6F3AD444}" srcOrd="0" destOrd="0" presId="urn:microsoft.com/office/officeart/2005/8/layout/orgChart1"/>
    <dgm:cxn modelId="{0329528D-32E2-F745-88CC-27266E8F4BA4}" type="presOf" srcId="{1CFEDA62-E621-45B6-81B7-7CA0DF19BE0B}" destId="{5703174A-DFEC-47A6-87E0-B1E4BB26E639}" srcOrd="1" destOrd="0" presId="urn:microsoft.com/office/officeart/2005/8/layout/orgChart1"/>
    <dgm:cxn modelId="{176D6C91-6940-1F4F-9474-6D3F43443945}" type="presOf" srcId="{5874FD79-EC3C-144C-9F29-86EF3A006847}" destId="{AFB81BFC-C025-9846-B6FE-F84FDBE2F004}" srcOrd="1" destOrd="0" presId="urn:microsoft.com/office/officeart/2005/8/layout/orgChart1"/>
    <dgm:cxn modelId="{EF5F4977-1E2B-E243-A180-0FB20BE7A1C6}" type="presParOf" srcId="{70708133-7F97-45BF-9C10-8090A18B77E8}" destId="{8174BBFF-F76D-423D-968C-BB20383ABF41}" srcOrd="0" destOrd="0" presId="urn:microsoft.com/office/officeart/2005/8/layout/orgChart1"/>
    <dgm:cxn modelId="{F164238C-2081-5245-8005-86B2DA5576E9}" type="presParOf" srcId="{8174BBFF-F76D-423D-968C-BB20383ABF41}" destId="{1B53207F-2457-4DE1-8E76-DD6FCF0A3A94}" srcOrd="0" destOrd="0" presId="urn:microsoft.com/office/officeart/2005/8/layout/orgChart1"/>
    <dgm:cxn modelId="{CE3AF3DB-6FC5-CC4D-B836-373A886E2265}" type="presParOf" srcId="{1B53207F-2457-4DE1-8E76-DD6FCF0A3A94}" destId="{126F27EB-EF2C-423D-B7FD-5E0219D7D588}" srcOrd="0" destOrd="0" presId="urn:microsoft.com/office/officeart/2005/8/layout/orgChart1"/>
    <dgm:cxn modelId="{059BD099-2E06-AE43-8FB1-4B55A8166A1A}" type="presParOf" srcId="{1B53207F-2457-4DE1-8E76-DD6FCF0A3A94}" destId="{5703174A-DFEC-47A6-87E0-B1E4BB26E639}" srcOrd="1" destOrd="0" presId="urn:microsoft.com/office/officeart/2005/8/layout/orgChart1"/>
    <dgm:cxn modelId="{78D0F731-48CA-514D-8770-FFE8E542BED7}" type="presParOf" srcId="{8174BBFF-F76D-423D-968C-BB20383ABF41}" destId="{4E570361-5DD1-40A2-823E-C23403C3FF2E}" srcOrd="1" destOrd="0" presId="urn:microsoft.com/office/officeart/2005/8/layout/orgChart1"/>
    <dgm:cxn modelId="{77377EFC-C115-D34B-899C-394762E20466}" type="presParOf" srcId="{4E570361-5DD1-40A2-823E-C23403C3FF2E}" destId="{C4281DFD-D887-41DA-B6F2-3FBADBA6C710}" srcOrd="0" destOrd="0" presId="urn:microsoft.com/office/officeart/2005/8/layout/orgChart1"/>
    <dgm:cxn modelId="{8FD59634-042E-6542-9F0E-EBDFB5BFEF85}" type="presParOf" srcId="{4E570361-5DD1-40A2-823E-C23403C3FF2E}" destId="{0023C08C-1429-4E5B-9FD2-CD840868C8AE}" srcOrd="1" destOrd="0" presId="urn:microsoft.com/office/officeart/2005/8/layout/orgChart1"/>
    <dgm:cxn modelId="{06DDC185-9479-1147-BB92-4466169AD589}" type="presParOf" srcId="{0023C08C-1429-4E5B-9FD2-CD840868C8AE}" destId="{134AD17D-44F4-4C93-B854-49FB59ADB2CB}" srcOrd="0" destOrd="0" presId="urn:microsoft.com/office/officeart/2005/8/layout/orgChart1"/>
    <dgm:cxn modelId="{3958A126-D1F8-344B-8B11-F25CEC3DBB77}" type="presParOf" srcId="{134AD17D-44F4-4C93-B854-49FB59ADB2CB}" destId="{FC92D772-C01B-4D45-837B-3353756937D4}" srcOrd="0" destOrd="0" presId="urn:microsoft.com/office/officeart/2005/8/layout/orgChart1"/>
    <dgm:cxn modelId="{40007C65-9680-5D45-A661-F3CE59A39501}" type="presParOf" srcId="{134AD17D-44F4-4C93-B854-49FB59ADB2CB}" destId="{7B388FE9-2F2F-47A2-8064-C147FCA9A3F0}" srcOrd="1" destOrd="0" presId="urn:microsoft.com/office/officeart/2005/8/layout/orgChart1"/>
    <dgm:cxn modelId="{BECB7E17-8136-674B-84EC-4DA3FE13B684}" type="presParOf" srcId="{0023C08C-1429-4E5B-9FD2-CD840868C8AE}" destId="{933D1101-4290-4C34-B9BE-5575210E76DA}" srcOrd="1" destOrd="0" presId="urn:microsoft.com/office/officeart/2005/8/layout/orgChart1"/>
    <dgm:cxn modelId="{411F9F38-D3F2-9F41-8125-95FB2E19C1CC}" type="presParOf" srcId="{0023C08C-1429-4E5B-9FD2-CD840868C8AE}" destId="{AF997B2D-8C71-4B27-92CE-72C259828446}" srcOrd="2" destOrd="0" presId="urn:microsoft.com/office/officeart/2005/8/layout/orgChart1"/>
    <dgm:cxn modelId="{E5A6FC4F-99D9-7547-BC6F-CC5D0AC3D00E}" type="presParOf" srcId="{4E570361-5DD1-40A2-823E-C23403C3FF2E}" destId="{8BB1F249-C59C-BD4C-BD34-7A8663535155}" srcOrd="2" destOrd="0" presId="urn:microsoft.com/office/officeart/2005/8/layout/orgChart1"/>
    <dgm:cxn modelId="{66C5AB12-E8D0-6D4A-AEFC-5DE53C945A60}" type="presParOf" srcId="{4E570361-5DD1-40A2-823E-C23403C3FF2E}" destId="{DD849E3E-429E-BE48-9504-295D896C2FFD}" srcOrd="3" destOrd="0" presId="urn:microsoft.com/office/officeart/2005/8/layout/orgChart1"/>
    <dgm:cxn modelId="{0D611503-FF67-6748-8818-16F95DFD5673}" type="presParOf" srcId="{DD849E3E-429E-BE48-9504-295D896C2FFD}" destId="{2682C10A-B717-8747-BE28-19264218D905}" srcOrd="0" destOrd="0" presId="urn:microsoft.com/office/officeart/2005/8/layout/orgChart1"/>
    <dgm:cxn modelId="{95AE32A4-7117-C74D-8959-9875C6F42B2B}" type="presParOf" srcId="{2682C10A-B717-8747-BE28-19264218D905}" destId="{77E6C5F0-B4C5-C441-BC2D-A05254452116}" srcOrd="0" destOrd="0" presId="urn:microsoft.com/office/officeart/2005/8/layout/orgChart1"/>
    <dgm:cxn modelId="{269C4846-0B76-F74A-8433-23E57323FCFC}" type="presParOf" srcId="{2682C10A-B717-8747-BE28-19264218D905}" destId="{AFB81BFC-C025-9846-B6FE-F84FDBE2F004}" srcOrd="1" destOrd="0" presId="urn:microsoft.com/office/officeart/2005/8/layout/orgChart1"/>
    <dgm:cxn modelId="{F143C4DE-4100-A84E-A1D9-FDDB362D533D}" type="presParOf" srcId="{DD849E3E-429E-BE48-9504-295D896C2FFD}" destId="{BA5189E3-6AC6-A446-AA8E-243CD2B87B64}" srcOrd="1" destOrd="0" presId="urn:microsoft.com/office/officeart/2005/8/layout/orgChart1"/>
    <dgm:cxn modelId="{710CE55C-AFFC-BA41-B7B6-54C291D893EC}" type="presParOf" srcId="{DD849E3E-429E-BE48-9504-295D896C2FFD}" destId="{29431873-8067-A043-B4D9-6A7EDA5A54E5}" srcOrd="2" destOrd="0" presId="urn:microsoft.com/office/officeart/2005/8/layout/orgChart1"/>
    <dgm:cxn modelId="{56EA2DA9-BA02-F246-B3CA-1B2017DCC02C}" type="presParOf" srcId="{4E570361-5DD1-40A2-823E-C23403C3FF2E}" destId="{1018D4B9-DC6F-F648-90DB-4C614C917104}" srcOrd="4" destOrd="0" presId="urn:microsoft.com/office/officeart/2005/8/layout/orgChart1"/>
    <dgm:cxn modelId="{C73B7094-3888-BF49-A535-F780FDD57B11}" type="presParOf" srcId="{4E570361-5DD1-40A2-823E-C23403C3FF2E}" destId="{69F2359E-D99A-ED4A-B2CC-D20292350487}" srcOrd="5" destOrd="0" presId="urn:microsoft.com/office/officeart/2005/8/layout/orgChart1"/>
    <dgm:cxn modelId="{C3C15A2B-F754-A44E-9E45-95832E070AF1}" type="presParOf" srcId="{69F2359E-D99A-ED4A-B2CC-D20292350487}" destId="{004153C8-1F26-6349-9BFC-03A246F8BAF8}" srcOrd="0" destOrd="0" presId="urn:microsoft.com/office/officeart/2005/8/layout/orgChart1"/>
    <dgm:cxn modelId="{BF055552-FF9D-114E-A8AC-D575838FC9B2}" type="presParOf" srcId="{004153C8-1F26-6349-9BFC-03A246F8BAF8}" destId="{8D88B9E8-B178-E74F-82C1-199E6F3AD444}" srcOrd="0" destOrd="0" presId="urn:microsoft.com/office/officeart/2005/8/layout/orgChart1"/>
    <dgm:cxn modelId="{70A92CCD-D81A-C541-8070-7773DB6FDF9E}" type="presParOf" srcId="{004153C8-1F26-6349-9BFC-03A246F8BAF8}" destId="{9238F8C7-9D03-9D45-A5B6-892317B4F4F2}" srcOrd="1" destOrd="0" presId="urn:microsoft.com/office/officeart/2005/8/layout/orgChart1"/>
    <dgm:cxn modelId="{C5A1F227-2D71-A04B-972C-3DE0451EBE32}" type="presParOf" srcId="{69F2359E-D99A-ED4A-B2CC-D20292350487}" destId="{E7D6522D-7A0D-9546-AF39-3548C3397F18}" srcOrd="1" destOrd="0" presId="urn:microsoft.com/office/officeart/2005/8/layout/orgChart1"/>
    <dgm:cxn modelId="{543BE053-5551-584D-9E33-5654F7AC06D5}" type="presParOf" srcId="{69F2359E-D99A-ED4A-B2CC-D20292350487}" destId="{EBEE8ED0-7E5D-E84C-AF93-D1FF7CA1D8FA}" srcOrd="2" destOrd="0" presId="urn:microsoft.com/office/officeart/2005/8/layout/orgChart1"/>
    <dgm:cxn modelId="{14E40729-4C2F-904C-A70C-B1FFE5137EA7}" type="presParOf" srcId="{4E570361-5DD1-40A2-823E-C23403C3FF2E}" destId="{5A8E17B9-CE8A-ED4B-8F13-DD55D9A05CA4}" srcOrd="6" destOrd="0" presId="urn:microsoft.com/office/officeart/2005/8/layout/orgChart1"/>
    <dgm:cxn modelId="{7E280E9D-DC33-C344-9FAE-C0EF9BF5ADB8}" type="presParOf" srcId="{4E570361-5DD1-40A2-823E-C23403C3FF2E}" destId="{FE7E48D6-AD7E-B949-AE05-2966BF0D7A9F}" srcOrd="7" destOrd="0" presId="urn:microsoft.com/office/officeart/2005/8/layout/orgChart1"/>
    <dgm:cxn modelId="{7CA8FFBF-F820-284E-B4A4-E17C2BECCFD0}" type="presParOf" srcId="{FE7E48D6-AD7E-B949-AE05-2966BF0D7A9F}" destId="{DE936860-AB28-DA42-85F4-8841D386B422}" srcOrd="0" destOrd="0" presId="urn:microsoft.com/office/officeart/2005/8/layout/orgChart1"/>
    <dgm:cxn modelId="{E1258CBA-D8B9-314B-84FF-32E9BBC01257}" type="presParOf" srcId="{DE936860-AB28-DA42-85F4-8841D386B422}" destId="{F12F5BAB-AE62-E64A-8630-6BEC41CFE368}" srcOrd="0" destOrd="0" presId="urn:microsoft.com/office/officeart/2005/8/layout/orgChart1"/>
    <dgm:cxn modelId="{A8713184-87EC-4C44-89BC-E47F6A7EA8A8}" type="presParOf" srcId="{DE936860-AB28-DA42-85F4-8841D386B422}" destId="{1AD33666-EA88-E045-B682-733038F1FB64}" srcOrd="1" destOrd="0" presId="urn:microsoft.com/office/officeart/2005/8/layout/orgChart1"/>
    <dgm:cxn modelId="{0114149E-684B-B049-8D00-D80C1812FC6D}" type="presParOf" srcId="{FE7E48D6-AD7E-B949-AE05-2966BF0D7A9F}" destId="{548AFF6C-851D-4248-9AC5-DAF1672F77C9}" srcOrd="1" destOrd="0" presId="urn:microsoft.com/office/officeart/2005/8/layout/orgChart1"/>
    <dgm:cxn modelId="{769912D9-3D62-1A44-A317-D07277158060}" type="presParOf" srcId="{FE7E48D6-AD7E-B949-AE05-2966BF0D7A9F}" destId="{8293BE8C-B686-754D-AFC6-485FEC6C13C3}" srcOrd="2" destOrd="0" presId="urn:microsoft.com/office/officeart/2005/8/layout/orgChart1"/>
    <dgm:cxn modelId="{CC210B21-C18A-224A-9450-8FA22DB855DF}" type="presParOf" srcId="{8174BBFF-F76D-423D-968C-BB20383ABF41}" destId="{86D82236-6DBA-4A2B-9CCA-9CD93BEC42B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80A023-5473-4C09-9AD3-6CC4F2BD479E}" type="doc">
      <dgm:prSet loTypeId="urn:microsoft.com/office/officeart/2005/8/layout/orgChart1" loCatId="hierarchy" qsTypeId="urn:microsoft.com/office/officeart/2005/8/quickstyle/simple1" qsCatId="simple" csTypeId="urn:microsoft.com/office/officeart/2005/8/colors/accent5_5" csCatId="accent5" phldr="1"/>
      <dgm:spPr/>
      <dgm:t>
        <a:bodyPr/>
        <a:lstStyle/>
        <a:p>
          <a:endParaRPr lang="es-PE"/>
        </a:p>
      </dgm:t>
    </dgm:pt>
    <dgm:pt modelId="{1CFEDA62-E621-45B6-81B7-7CA0DF19BE0B}">
      <dgm:prSet phldrT="[Texto]" custT="1"/>
      <dgm:spPr>
        <a:solidFill>
          <a:srgbClr val="68529F"/>
        </a:solidFill>
      </dgm:spPr>
      <dgm:t>
        <a:bodyPr/>
        <a:lstStyle/>
        <a:p>
          <a:r>
            <a:rPr lang="es-PE" sz="1600" dirty="0" smtClean="0"/>
            <a:t>A.12 Seguridad en la Operativa</a:t>
          </a:r>
          <a:endParaRPr lang="es-PE" sz="1600" dirty="0"/>
        </a:p>
      </dgm:t>
    </dgm:pt>
    <dgm:pt modelId="{0700C93D-A4CB-4B96-84CE-B49B558F2924}" type="parTrans" cxnId="{962284F4-41E6-448E-B0EA-6DE27CB57514}">
      <dgm:prSet/>
      <dgm:spPr/>
      <dgm:t>
        <a:bodyPr/>
        <a:lstStyle/>
        <a:p>
          <a:endParaRPr lang="es-PE" sz="1100"/>
        </a:p>
      </dgm:t>
    </dgm:pt>
    <dgm:pt modelId="{CC81F1C7-7291-4FD3-9E79-50C95E843145}" type="sibTrans" cxnId="{962284F4-41E6-448E-B0EA-6DE27CB57514}">
      <dgm:prSet/>
      <dgm:spPr/>
      <dgm:t>
        <a:bodyPr/>
        <a:lstStyle/>
        <a:p>
          <a:endParaRPr lang="es-PE" sz="1100"/>
        </a:p>
      </dgm:t>
    </dgm:pt>
    <dgm:pt modelId="{B7448275-937C-4470-B239-A762E1132317}">
      <dgm:prSet phldrT="[Texto]" custT="1"/>
      <dgm:spPr>
        <a:solidFill>
          <a:srgbClr val="2EB1B5"/>
        </a:solidFill>
        <a:ln>
          <a:noFill/>
        </a:ln>
      </dgm:spPr>
      <dgm:t>
        <a:bodyPr/>
        <a:lstStyle/>
        <a:p>
          <a:r>
            <a:rPr lang="es-PE" sz="1600" dirty="0" smtClean="0"/>
            <a:t>A.12.5 Control del software en explotación </a:t>
          </a:r>
          <a:endParaRPr lang="es-PE" sz="1600" dirty="0"/>
        </a:p>
      </dgm:t>
    </dgm:pt>
    <dgm:pt modelId="{10422A0E-8626-46F6-B887-21E25845322D}" type="parTrans" cxnId="{557D5898-F67E-4653-9DDF-2E1305C2481E}">
      <dgm:prSet/>
      <dgm:spPr>
        <a:ln w="28575">
          <a:solidFill>
            <a:schemeClr val="bg1">
              <a:lumMod val="75000"/>
            </a:schemeClr>
          </a:solidFill>
        </a:ln>
      </dgm:spPr>
      <dgm:t>
        <a:bodyPr/>
        <a:lstStyle/>
        <a:p>
          <a:endParaRPr lang="es-PE" sz="1100"/>
        </a:p>
      </dgm:t>
    </dgm:pt>
    <dgm:pt modelId="{CA607E5C-476B-4007-B45D-E7B821BE4112}" type="sibTrans" cxnId="{557D5898-F67E-4653-9DDF-2E1305C2481E}">
      <dgm:prSet/>
      <dgm:spPr/>
      <dgm:t>
        <a:bodyPr/>
        <a:lstStyle/>
        <a:p>
          <a:endParaRPr lang="es-PE" sz="1100"/>
        </a:p>
      </dgm:t>
    </dgm:pt>
    <dgm:pt modelId="{5874FD79-EC3C-144C-9F29-86EF3A006847}">
      <dgm:prSet phldrT="[Texto]" custT="1"/>
      <dgm:spPr>
        <a:solidFill>
          <a:srgbClr val="2EB1B5"/>
        </a:solidFill>
        <a:ln>
          <a:noFill/>
        </a:ln>
      </dgm:spPr>
      <dgm:t>
        <a:bodyPr/>
        <a:lstStyle/>
        <a:p>
          <a:r>
            <a:rPr lang="es-PE" sz="1600" dirty="0" smtClean="0"/>
            <a:t>A.12.6 Gestión de la vulnerabilidad técnica</a:t>
          </a:r>
          <a:endParaRPr lang="es-PE" sz="1600" dirty="0"/>
        </a:p>
      </dgm:t>
    </dgm:pt>
    <dgm:pt modelId="{EAAADF48-54E6-5E47-9E7D-C2A918253921}" type="parTrans" cxnId="{6FA9FB1E-06BE-EC44-B215-9D691D593B55}">
      <dgm:prSet/>
      <dgm:spPr>
        <a:ln w="28575">
          <a:solidFill>
            <a:schemeClr val="bg1">
              <a:lumMod val="75000"/>
            </a:schemeClr>
          </a:solidFill>
        </a:ln>
      </dgm:spPr>
      <dgm:t>
        <a:bodyPr/>
        <a:lstStyle/>
        <a:p>
          <a:endParaRPr lang="es-ES_tradnl"/>
        </a:p>
      </dgm:t>
    </dgm:pt>
    <dgm:pt modelId="{3B0E2071-7E89-9849-9476-362437E99F9A}" type="sibTrans" cxnId="{6FA9FB1E-06BE-EC44-B215-9D691D593B55}">
      <dgm:prSet/>
      <dgm:spPr/>
      <dgm:t>
        <a:bodyPr/>
        <a:lstStyle/>
        <a:p>
          <a:endParaRPr lang="es-ES_tradnl"/>
        </a:p>
      </dgm:t>
    </dgm:pt>
    <dgm:pt modelId="{A7530C7E-C9EC-5F43-91C2-E7779104F618}">
      <dgm:prSet custT="1"/>
      <dgm:spPr>
        <a:solidFill>
          <a:srgbClr val="2EB1B5"/>
        </a:solidFill>
        <a:ln>
          <a:noFill/>
        </a:ln>
      </dgm:spPr>
      <dgm:t>
        <a:bodyPr/>
        <a:lstStyle/>
        <a:p>
          <a:r>
            <a:rPr lang="es-PE" sz="1600" dirty="0" smtClean="0"/>
            <a:t>A.12.7 Consideraciones</a:t>
          </a:r>
          <a:br>
            <a:rPr lang="es-PE" sz="1600" dirty="0" smtClean="0"/>
          </a:br>
          <a:r>
            <a:rPr lang="es-PE" sz="1600" dirty="0" smtClean="0"/>
            <a:t>de las auditorías</a:t>
          </a:r>
          <a:br>
            <a:rPr lang="es-PE" sz="1600" dirty="0" smtClean="0"/>
          </a:br>
          <a:r>
            <a:rPr lang="es-PE" sz="1600" dirty="0" smtClean="0"/>
            <a:t>de los sistemas</a:t>
          </a:r>
          <a:br>
            <a:rPr lang="es-PE" sz="1600" dirty="0" smtClean="0"/>
          </a:br>
          <a:r>
            <a:rPr lang="es-PE" sz="1600" dirty="0" smtClean="0"/>
            <a:t>de información</a:t>
          </a:r>
          <a:endParaRPr lang="es-ES_tradnl" sz="1600" dirty="0"/>
        </a:p>
      </dgm:t>
    </dgm:pt>
    <dgm:pt modelId="{9144C057-08C1-FF46-9BA0-74C1343CFB68}" type="parTrans" cxnId="{2698CE82-CE6F-8A49-A8E2-2E879143F625}">
      <dgm:prSet/>
      <dgm:spPr>
        <a:ln w="28575">
          <a:solidFill>
            <a:schemeClr val="bg1">
              <a:lumMod val="75000"/>
            </a:schemeClr>
          </a:solidFill>
        </a:ln>
      </dgm:spPr>
      <dgm:t>
        <a:bodyPr/>
        <a:lstStyle/>
        <a:p>
          <a:endParaRPr lang="es-ES_tradnl"/>
        </a:p>
      </dgm:t>
    </dgm:pt>
    <dgm:pt modelId="{F56C4943-3310-6A46-B3EF-1660E31B4E26}" type="sibTrans" cxnId="{2698CE82-CE6F-8A49-A8E2-2E879143F625}">
      <dgm:prSet/>
      <dgm:spPr/>
      <dgm:t>
        <a:bodyPr/>
        <a:lstStyle/>
        <a:p>
          <a:endParaRPr lang="es-ES_tradnl"/>
        </a:p>
      </dgm:t>
    </dgm:pt>
    <dgm:pt modelId="{70708133-7F97-45BF-9C10-8090A18B77E8}" type="pres">
      <dgm:prSet presAssocID="{B580A023-5473-4C09-9AD3-6CC4F2BD479E}" presName="hierChild1" presStyleCnt="0">
        <dgm:presLayoutVars>
          <dgm:orgChart val="1"/>
          <dgm:chPref val="1"/>
          <dgm:dir/>
          <dgm:animOne val="branch"/>
          <dgm:animLvl val="lvl"/>
          <dgm:resizeHandles/>
        </dgm:presLayoutVars>
      </dgm:prSet>
      <dgm:spPr/>
      <dgm:t>
        <a:bodyPr/>
        <a:lstStyle/>
        <a:p>
          <a:endParaRPr lang="es-PE"/>
        </a:p>
      </dgm:t>
    </dgm:pt>
    <dgm:pt modelId="{8174BBFF-F76D-423D-968C-BB20383ABF41}" type="pres">
      <dgm:prSet presAssocID="{1CFEDA62-E621-45B6-81B7-7CA0DF19BE0B}" presName="hierRoot1" presStyleCnt="0">
        <dgm:presLayoutVars>
          <dgm:hierBranch val="init"/>
        </dgm:presLayoutVars>
      </dgm:prSet>
      <dgm:spPr/>
    </dgm:pt>
    <dgm:pt modelId="{1B53207F-2457-4DE1-8E76-DD6FCF0A3A94}" type="pres">
      <dgm:prSet presAssocID="{1CFEDA62-E621-45B6-81B7-7CA0DF19BE0B}" presName="rootComposite1" presStyleCnt="0"/>
      <dgm:spPr/>
    </dgm:pt>
    <dgm:pt modelId="{126F27EB-EF2C-423D-B7FD-5E0219D7D588}" type="pres">
      <dgm:prSet presAssocID="{1CFEDA62-E621-45B6-81B7-7CA0DF19BE0B}" presName="rootText1" presStyleLbl="node0" presStyleIdx="0" presStyleCnt="1" custScaleX="124235" custScaleY="134469">
        <dgm:presLayoutVars>
          <dgm:chPref val="3"/>
        </dgm:presLayoutVars>
      </dgm:prSet>
      <dgm:spPr/>
      <dgm:t>
        <a:bodyPr/>
        <a:lstStyle/>
        <a:p>
          <a:endParaRPr lang="es-PE"/>
        </a:p>
      </dgm:t>
    </dgm:pt>
    <dgm:pt modelId="{5703174A-DFEC-47A6-87E0-B1E4BB26E639}" type="pres">
      <dgm:prSet presAssocID="{1CFEDA62-E621-45B6-81B7-7CA0DF19BE0B}" presName="rootConnector1" presStyleLbl="node1" presStyleIdx="0" presStyleCnt="0"/>
      <dgm:spPr/>
      <dgm:t>
        <a:bodyPr/>
        <a:lstStyle/>
        <a:p>
          <a:endParaRPr lang="es-PE"/>
        </a:p>
      </dgm:t>
    </dgm:pt>
    <dgm:pt modelId="{4E570361-5DD1-40A2-823E-C23403C3FF2E}" type="pres">
      <dgm:prSet presAssocID="{1CFEDA62-E621-45B6-81B7-7CA0DF19BE0B}" presName="hierChild2" presStyleCnt="0"/>
      <dgm:spPr/>
    </dgm:pt>
    <dgm:pt modelId="{C4281DFD-D887-41DA-B6F2-3FBADBA6C710}" type="pres">
      <dgm:prSet presAssocID="{10422A0E-8626-46F6-B887-21E25845322D}" presName="Name37" presStyleLbl="parChTrans1D2" presStyleIdx="0" presStyleCnt="3"/>
      <dgm:spPr/>
      <dgm:t>
        <a:bodyPr/>
        <a:lstStyle/>
        <a:p>
          <a:endParaRPr lang="es-PE"/>
        </a:p>
      </dgm:t>
    </dgm:pt>
    <dgm:pt modelId="{0023C08C-1429-4E5B-9FD2-CD840868C8AE}" type="pres">
      <dgm:prSet presAssocID="{B7448275-937C-4470-B239-A762E1132317}" presName="hierRoot2" presStyleCnt="0">
        <dgm:presLayoutVars>
          <dgm:hierBranch val="init"/>
        </dgm:presLayoutVars>
      </dgm:prSet>
      <dgm:spPr/>
    </dgm:pt>
    <dgm:pt modelId="{134AD17D-44F4-4C93-B854-49FB59ADB2CB}" type="pres">
      <dgm:prSet presAssocID="{B7448275-937C-4470-B239-A762E1132317}" presName="rootComposite" presStyleCnt="0"/>
      <dgm:spPr/>
    </dgm:pt>
    <dgm:pt modelId="{FC92D772-C01B-4D45-837B-3353756937D4}" type="pres">
      <dgm:prSet presAssocID="{B7448275-937C-4470-B239-A762E1132317}" presName="rootText" presStyleLbl="node2" presStyleIdx="0" presStyleCnt="3" custScaleY="148396">
        <dgm:presLayoutVars>
          <dgm:chPref val="3"/>
        </dgm:presLayoutVars>
      </dgm:prSet>
      <dgm:spPr/>
      <dgm:t>
        <a:bodyPr/>
        <a:lstStyle/>
        <a:p>
          <a:endParaRPr lang="es-PE"/>
        </a:p>
      </dgm:t>
    </dgm:pt>
    <dgm:pt modelId="{7B388FE9-2F2F-47A2-8064-C147FCA9A3F0}" type="pres">
      <dgm:prSet presAssocID="{B7448275-937C-4470-B239-A762E1132317}" presName="rootConnector" presStyleLbl="node2" presStyleIdx="0" presStyleCnt="3"/>
      <dgm:spPr/>
      <dgm:t>
        <a:bodyPr/>
        <a:lstStyle/>
        <a:p>
          <a:endParaRPr lang="es-PE"/>
        </a:p>
      </dgm:t>
    </dgm:pt>
    <dgm:pt modelId="{933D1101-4290-4C34-B9BE-5575210E76DA}" type="pres">
      <dgm:prSet presAssocID="{B7448275-937C-4470-B239-A762E1132317}" presName="hierChild4" presStyleCnt="0"/>
      <dgm:spPr/>
    </dgm:pt>
    <dgm:pt modelId="{AF997B2D-8C71-4B27-92CE-72C259828446}" type="pres">
      <dgm:prSet presAssocID="{B7448275-937C-4470-B239-A762E1132317}" presName="hierChild5" presStyleCnt="0"/>
      <dgm:spPr/>
    </dgm:pt>
    <dgm:pt modelId="{8BB1F249-C59C-BD4C-BD34-7A8663535155}" type="pres">
      <dgm:prSet presAssocID="{EAAADF48-54E6-5E47-9E7D-C2A918253921}" presName="Name37" presStyleLbl="parChTrans1D2" presStyleIdx="1" presStyleCnt="3"/>
      <dgm:spPr/>
      <dgm:t>
        <a:bodyPr/>
        <a:lstStyle/>
        <a:p>
          <a:endParaRPr lang="es-ES_tradnl"/>
        </a:p>
      </dgm:t>
    </dgm:pt>
    <dgm:pt modelId="{DD849E3E-429E-BE48-9504-295D896C2FFD}" type="pres">
      <dgm:prSet presAssocID="{5874FD79-EC3C-144C-9F29-86EF3A006847}" presName="hierRoot2" presStyleCnt="0">
        <dgm:presLayoutVars>
          <dgm:hierBranch val="init"/>
        </dgm:presLayoutVars>
      </dgm:prSet>
      <dgm:spPr/>
    </dgm:pt>
    <dgm:pt modelId="{2682C10A-B717-8747-BE28-19264218D905}" type="pres">
      <dgm:prSet presAssocID="{5874FD79-EC3C-144C-9F29-86EF3A006847}" presName="rootComposite" presStyleCnt="0"/>
      <dgm:spPr/>
    </dgm:pt>
    <dgm:pt modelId="{77E6C5F0-B4C5-C441-BC2D-A05254452116}" type="pres">
      <dgm:prSet presAssocID="{5874FD79-EC3C-144C-9F29-86EF3A006847}" presName="rootText" presStyleLbl="node2" presStyleIdx="1" presStyleCnt="3" custScaleY="146737">
        <dgm:presLayoutVars>
          <dgm:chPref val="3"/>
        </dgm:presLayoutVars>
      </dgm:prSet>
      <dgm:spPr/>
      <dgm:t>
        <a:bodyPr/>
        <a:lstStyle/>
        <a:p>
          <a:endParaRPr lang="es-ES_tradnl"/>
        </a:p>
      </dgm:t>
    </dgm:pt>
    <dgm:pt modelId="{AFB81BFC-C025-9846-B6FE-F84FDBE2F004}" type="pres">
      <dgm:prSet presAssocID="{5874FD79-EC3C-144C-9F29-86EF3A006847}" presName="rootConnector" presStyleLbl="node2" presStyleIdx="1" presStyleCnt="3"/>
      <dgm:spPr/>
      <dgm:t>
        <a:bodyPr/>
        <a:lstStyle/>
        <a:p>
          <a:endParaRPr lang="es-ES_tradnl"/>
        </a:p>
      </dgm:t>
    </dgm:pt>
    <dgm:pt modelId="{BA5189E3-6AC6-A446-AA8E-243CD2B87B64}" type="pres">
      <dgm:prSet presAssocID="{5874FD79-EC3C-144C-9F29-86EF3A006847}" presName="hierChild4" presStyleCnt="0"/>
      <dgm:spPr/>
    </dgm:pt>
    <dgm:pt modelId="{29431873-8067-A043-B4D9-6A7EDA5A54E5}" type="pres">
      <dgm:prSet presAssocID="{5874FD79-EC3C-144C-9F29-86EF3A006847}" presName="hierChild5" presStyleCnt="0"/>
      <dgm:spPr/>
    </dgm:pt>
    <dgm:pt modelId="{1018D4B9-DC6F-F648-90DB-4C614C917104}" type="pres">
      <dgm:prSet presAssocID="{9144C057-08C1-FF46-9BA0-74C1343CFB68}" presName="Name37" presStyleLbl="parChTrans1D2" presStyleIdx="2" presStyleCnt="3"/>
      <dgm:spPr/>
      <dgm:t>
        <a:bodyPr/>
        <a:lstStyle/>
        <a:p>
          <a:endParaRPr lang="es-ES_tradnl"/>
        </a:p>
      </dgm:t>
    </dgm:pt>
    <dgm:pt modelId="{69F2359E-D99A-ED4A-B2CC-D20292350487}" type="pres">
      <dgm:prSet presAssocID="{A7530C7E-C9EC-5F43-91C2-E7779104F618}" presName="hierRoot2" presStyleCnt="0">
        <dgm:presLayoutVars>
          <dgm:hierBranch val="init"/>
        </dgm:presLayoutVars>
      </dgm:prSet>
      <dgm:spPr/>
    </dgm:pt>
    <dgm:pt modelId="{004153C8-1F26-6349-9BFC-03A246F8BAF8}" type="pres">
      <dgm:prSet presAssocID="{A7530C7E-C9EC-5F43-91C2-E7779104F618}" presName="rootComposite" presStyleCnt="0"/>
      <dgm:spPr/>
    </dgm:pt>
    <dgm:pt modelId="{8D88B9E8-B178-E74F-82C1-199E6F3AD444}" type="pres">
      <dgm:prSet presAssocID="{A7530C7E-C9EC-5F43-91C2-E7779104F618}" presName="rootText" presStyleLbl="node2" presStyleIdx="2" presStyleCnt="3" custScaleY="144076">
        <dgm:presLayoutVars>
          <dgm:chPref val="3"/>
        </dgm:presLayoutVars>
      </dgm:prSet>
      <dgm:spPr/>
      <dgm:t>
        <a:bodyPr/>
        <a:lstStyle/>
        <a:p>
          <a:endParaRPr lang="es-ES_tradnl"/>
        </a:p>
      </dgm:t>
    </dgm:pt>
    <dgm:pt modelId="{9238F8C7-9D03-9D45-A5B6-892317B4F4F2}" type="pres">
      <dgm:prSet presAssocID="{A7530C7E-C9EC-5F43-91C2-E7779104F618}" presName="rootConnector" presStyleLbl="node2" presStyleIdx="2" presStyleCnt="3"/>
      <dgm:spPr/>
      <dgm:t>
        <a:bodyPr/>
        <a:lstStyle/>
        <a:p>
          <a:endParaRPr lang="es-ES_tradnl"/>
        </a:p>
      </dgm:t>
    </dgm:pt>
    <dgm:pt modelId="{E7D6522D-7A0D-9546-AF39-3548C3397F18}" type="pres">
      <dgm:prSet presAssocID="{A7530C7E-C9EC-5F43-91C2-E7779104F618}" presName="hierChild4" presStyleCnt="0"/>
      <dgm:spPr/>
    </dgm:pt>
    <dgm:pt modelId="{EBEE8ED0-7E5D-E84C-AF93-D1FF7CA1D8FA}" type="pres">
      <dgm:prSet presAssocID="{A7530C7E-C9EC-5F43-91C2-E7779104F618}" presName="hierChild5" presStyleCnt="0"/>
      <dgm:spPr/>
    </dgm:pt>
    <dgm:pt modelId="{86D82236-6DBA-4A2B-9CCA-9CD93BEC42B5}" type="pres">
      <dgm:prSet presAssocID="{1CFEDA62-E621-45B6-81B7-7CA0DF19BE0B}" presName="hierChild3" presStyleCnt="0"/>
      <dgm:spPr/>
    </dgm:pt>
  </dgm:ptLst>
  <dgm:cxnLst>
    <dgm:cxn modelId="{2698CE82-CE6F-8A49-A8E2-2E879143F625}" srcId="{1CFEDA62-E621-45B6-81B7-7CA0DF19BE0B}" destId="{A7530C7E-C9EC-5F43-91C2-E7779104F618}" srcOrd="2" destOrd="0" parTransId="{9144C057-08C1-FF46-9BA0-74C1343CFB68}" sibTransId="{F56C4943-3310-6A46-B3EF-1660E31B4E26}"/>
    <dgm:cxn modelId="{32E26AB5-CA17-5649-90FE-976E64EF0A24}" type="presOf" srcId="{1CFEDA62-E621-45B6-81B7-7CA0DF19BE0B}" destId="{5703174A-DFEC-47A6-87E0-B1E4BB26E639}" srcOrd="1" destOrd="0" presId="urn:microsoft.com/office/officeart/2005/8/layout/orgChart1"/>
    <dgm:cxn modelId="{557D5898-F67E-4653-9DDF-2E1305C2481E}" srcId="{1CFEDA62-E621-45B6-81B7-7CA0DF19BE0B}" destId="{B7448275-937C-4470-B239-A762E1132317}" srcOrd="0" destOrd="0" parTransId="{10422A0E-8626-46F6-B887-21E25845322D}" sibTransId="{CA607E5C-476B-4007-B45D-E7B821BE4112}"/>
    <dgm:cxn modelId="{5C64496F-B79E-C04A-898B-0295CDBF67A5}" type="presOf" srcId="{A7530C7E-C9EC-5F43-91C2-E7779104F618}" destId="{9238F8C7-9D03-9D45-A5B6-892317B4F4F2}" srcOrd="1" destOrd="0" presId="urn:microsoft.com/office/officeart/2005/8/layout/orgChart1"/>
    <dgm:cxn modelId="{050565C0-5890-CC4E-81F0-D9A8C395D9F1}" type="presOf" srcId="{B7448275-937C-4470-B239-A762E1132317}" destId="{FC92D772-C01B-4D45-837B-3353756937D4}" srcOrd="0" destOrd="0" presId="urn:microsoft.com/office/officeart/2005/8/layout/orgChart1"/>
    <dgm:cxn modelId="{3508B045-4DA6-9D43-BF3D-CC78E0D620E9}" type="presOf" srcId="{9144C057-08C1-FF46-9BA0-74C1343CFB68}" destId="{1018D4B9-DC6F-F648-90DB-4C614C917104}" srcOrd="0" destOrd="0" presId="urn:microsoft.com/office/officeart/2005/8/layout/orgChart1"/>
    <dgm:cxn modelId="{6FA9FB1E-06BE-EC44-B215-9D691D593B55}" srcId="{1CFEDA62-E621-45B6-81B7-7CA0DF19BE0B}" destId="{5874FD79-EC3C-144C-9F29-86EF3A006847}" srcOrd="1" destOrd="0" parTransId="{EAAADF48-54E6-5E47-9E7D-C2A918253921}" sibTransId="{3B0E2071-7E89-9849-9476-362437E99F9A}"/>
    <dgm:cxn modelId="{BCFC0B1D-374E-FF49-B862-F0A0AF10946A}" type="presOf" srcId="{A7530C7E-C9EC-5F43-91C2-E7779104F618}" destId="{8D88B9E8-B178-E74F-82C1-199E6F3AD444}" srcOrd="0" destOrd="0" presId="urn:microsoft.com/office/officeart/2005/8/layout/orgChart1"/>
    <dgm:cxn modelId="{962284F4-41E6-448E-B0EA-6DE27CB57514}" srcId="{B580A023-5473-4C09-9AD3-6CC4F2BD479E}" destId="{1CFEDA62-E621-45B6-81B7-7CA0DF19BE0B}" srcOrd="0" destOrd="0" parTransId="{0700C93D-A4CB-4B96-84CE-B49B558F2924}" sibTransId="{CC81F1C7-7291-4FD3-9E79-50C95E843145}"/>
    <dgm:cxn modelId="{7A3689B4-583E-C846-A762-475ACE4D75EE}" type="presOf" srcId="{B7448275-937C-4470-B239-A762E1132317}" destId="{7B388FE9-2F2F-47A2-8064-C147FCA9A3F0}" srcOrd="1" destOrd="0" presId="urn:microsoft.com/office/officeart/2005/8/layout/orgChart1"/>
    <dgm:cxn modelId="{E91CD39A-BEFC-E544-B3D2-065D6DA5132F}" type="presOf" srcId="{B580A023-5473-4C09-9AD3-6CC4F2BD479E}" destId="{70708133-7F97-45BF-9C10-8090A18B77E8}" srcOrd="0" destOrd="0" presId="urn:microsoft.com/office/officeart/2005/8/layout/orgChart1"/>
    <dgm:cxn modelId="{B94E4A59-B536-7047-B458-EEE36B5EF8AE}" type="presOf" srcId="{1CFEDA62-E621-45B6-81B7-7CA0DF19BE0B}" destId="{126F27EB-EF2C-423D-B7FD-5E0219D7D588}" srcOrd="0" destOrd="0" presId="urn:microsoft.com/office/officeart/2005/8/layout/orgChart1"/>
    <dgm:cxn modelId="{3C9B6048-FAC4-5844-9039-1F274BA8CD2F}" type="presOf" srcId="{EAAADF48-54E6-5E47-9E7D-C2A918253921}" destId="{8BB1F249-C59C-BD4C-BD34-7A8663535155}" srcOrd="0" destOrd="0" presId="urn:microsoft.com/office/officeart/2005/8/layout/orgChart1"/>
    <dgm:cxn modelId="{EED783CE-F96D-A845-A9D8-3AF38515AE47}" type="presOf" srcId="{10422A0E-8626-46F6-B887-21E25845322D}" destId="{C4281DFD-D887-41DA-B6F2-3FBADBA6C710}" srcOrd="0" destOrd="0" presId="urn:microsoft.com/office/officeart/2005/8/layout/orgChart1"/>
    <dgm:cxn modelId="{5F6BB54F-3978-FA4F-A165-DDE9F169D18E}" type="presOf" srcId="{5874FD79-EC3C-144C-9F29-86EF3A006847}" destId="{AFB81BFC-C025-9846-B6FE-F84FDBE2F004}" srcOrd="1" destOrd="0" presId="urn:microsoft.com/office/officeart/2005/8/layout/orgChart1"/>
    <dgm:cxn modelId="{2E2DDAAC-A08D-2C49-BCE9-AE192C0F81CC}" type="presOf" srcId="{5874FD79-EC3C-144C-9F29-86EF3A006847}" destId="{77E6C5F0-B4C5-C441-BC2D-A05254452116}" srcOrd="0" destOrd="0" presId="urn:microsoft.com/office/officeart/2005/8/layout/orgChart1"/>
    <dgm:cxn modelId="{6E790890-6731-7442-8FD4-4DB2B155F915}" type="presParOf" srcId="{70708133-7F97-45BF-9C10-8090A18B77E8}" destId="{8174BBFF-F76D-423D-968C-BB20383ABF41}" srcOrd="0" destOrd="0" presId="urn:microsoft.com/office/officeart/2005/8/layout/orgChart1"/>
    <dgm:cxn modelId="{118866A3-D5E3-014F-924F-FA53D825F23E}" type="presParOf" srcId="{8174BBFF-F76D-423D-968C-BB20383ABF41}" destId="{1B53207F-2457-4DE1-8E76-DD6FCF0A3A94}" srcOrd="0" destOrd="0" presId="urn:microsoft.com/office/officeart/2005/8/layout/orgChart1"/>
    <dgm:cxn modelId="{E50C8685-240E-E540-A03F-9A9E2D7624BF}" type="presParOf" srcId="{1B53207F-2457-4DE1-8E76-DD6FCF0A3A94}" destId="{126F27EB-EF2C-423D-B7FD-5E0219D7D588}" srcOrd="0" destOrd="0" presId="urn:microsoft.com/office/officeart/2005/8/layout/orgChart1"/>
    <dgm:cxn modelId="{FD7E642A-88CE-7440-806D-47E5EC1AA326}" type="presParOf" srcId="{1B53207F-2457-4DE1-8E76-DD6FCF0A3A94}" destId="{5703174A-DFEC-47A6-87E0-B1E4BB26E639}" srcOrd="1" destOrd="0" presId="urn:microsoft.com/office/officeart/2005/8/layout/orgChart1"/>
    <dgm:cxn modelId="{23258FF2-0C73-1546-A562-E937C77D9498}" type="presParOf" srcId="{8174BBFF-F76D-423D-968C-BB20383ABF41}" destId="{4E570361-5DD1-40A2-823E-C23403C3FF2E}" srcOrd="1" destOrd="0" presId="urn:microsoft.com/office/officeart/2005/8/layout/orgChart1"/>
    <dgm:cxn modelId="{35170BA5-9957-664C-B83F-762918CE5CA9}" type="presParOf" srcId="{4E570361-5DD1-40A2-823E-C23403C3FF2E}" destId="{C4281DFD-D887-41DA-B6F2-3FBADBA6C710}" srcOrd="0" destOrd="0" presId="urn:microsoft.com/office/officeart/2005/8/layout/orgChart1"/>
    <dgm:cxn modelId="{45487582-EFFE-F74F-A9D3-D068116BDA7B}" type="presParOf" srcId="{4E570361-5DD1-40A2-823E-C23403C3FF2E}" destId="{0023C08C-1429-4E5B-9FD2-CD840868C8AE}" srcOrd="1" destOrd="0" presId="urn:microsoft.com/office/officeart/2005/8/layout/orgChart1"/>
    <dgm:cxn modelId="{47F10D09-664C-AD4E-849E-BAF4F310A42C}" type="presParOf" srcId="{0023C08C-1429-4E5B-9FD2-CD840868C8AE}" destId="{134AD17D-44F4-4C93-B854-49FB59ADB2CB}" srcOrd="0" destOrd="0" presId="urn:microsoft.com/office/officeart/2005/8/layout/orgChart1"/>
    <dgm:cxn modelId="{4D5D3E49-CB34-C847-9AE9-FD0173F14CAF}" type="presParOf" srcId="{134AD17D-44F4-4C93-B854-49FB59ADB2CB}" destId="{FC92D772-C01B-4D45-837B-3353756937D4}" srcOrd="0" destOrd="0" presId="urn:microsoft.com/office/officeart/2005/8/layout/orgChart1"/>
    <dgm:cxn modelId="{E2D0009D-07D1-F041-A5F6-CF0F6154AE24}" type="presParOf" srcId="{134AD17D-44F4-4C93-B854-49FB59ADB2CB}" destId="{7B388FE9-2F2F-47A2-8064-C147FCA9A3F0}" srcOrd="1" destOrd="0" presId="urn:microsoft.com/office/officeart/2005/8/layout/orgChart1"/>
    <dgm:cxn modelId="{1607FC66-50B3-3E4D-AAB1-4579D26A3D9A}" type="presParOf" srcId="{0023C08C-1429-4E5B-9FD2-CD840868C8AE}" destId="{933D1101-4290-4C34-B9BE-5575210E76DA}" srcOrd="1" destOrd="0" presId="urn:microsoft.com/office/officeart/2005/8/layout/orgChart1"/>
    <dgm:cxn modelId="{D5B4A5AE-3036-144E-9F99-EB598CE06646}" type="presParOf" srcId="{0023C08C-1429-4E5B-9FD2-CD840868C8AE}" destId="{AF997B2D-8C71-4B27-92CE-72C259828446}" srcOrd="2" destOrd="0" presId="urn:microsoft.com/office/officeart/2005/8/layout/orgChart1"/>
    <dgm:cxn modelId="{40E9EAA1-9E10-584B-A976-559BE279BF4D}" type="presParOf" srcId="{4E570361-5DD1-40A2-823E-C23403C3FF2E}" destId="{8BB1F249-C59C-BD4C-BD34-7A8663535155}" srcOrd="2" destOrd="0" presId="urn:microsoft.com/office/officeart/2005/8/layout/orgChart1"/>
    <dgm:cxn modelId="{44034019-7D45-9E41-9715-E4FBDF7D6AAE}" type="presParOf" srcId="{4E570361-5DD1-40A2-823E-C23403C3FF2E}" destId="{DD849E3E-429E-BE48-9504-295D896C2FFD}" srcOrd="3" destOrd="0" presId="urn:microsoft.com/office/officeart/2005/8/layout/orgChart1"/>
    <dgm:cxn modelId="{FBC1C547-1C1A-594E-B9A1-4AD9D67BDFD9}" type="presParOf" srcId="{DD849E3E-429E-BE48-9504-295D896C2FFD}" destId="{2682C10A-B717-8747-BE28-19264218D905}" srcOrd="0" destOrd="0" presId="urn:microsoft.com/office/officeart/2005/8/layout/orgChart1"/>
    <dgm:cxn modelId="{B2D6B3C7-355B-FD4A-BFA9-356410BBD0E0}" type="presParOf" srcId="{2682C10A-B717-8747-BE28-19264218D905}" destId="{77E6C5F0-B4C5-C441-BC2D-A05254452116}" srcOrd="0" destOrd="0" presId="urn:microsoft.com/office/officeart/2005/8/layout/orgChart1"/>
    <dgm:cxn modelId="{FFADA5A5-4A31-994F-B4E6-78F867F8F7F2}" type="presParOf" srcId="{2682C10A-B717-8747-BE28-19264218D905}" destId="{AFB81BFC-C025-9846-B6FE-F84FDBE2F004}" srcOrd="1" destOrd="0" presId="urn:microsoft.com/office/officeart/2005/8/layout/orgChart1"/>
    <dgm:cxn modelId="{55383C2F-887F-FE4C-A692-DA29AF833F20}" type="presParOf" srcId="{DD849E3E-429E-BE48-9504-295D896C2FFD}" destId="{BA5189E3-6AC6-A446-AA8E-243CD2B87B64}" srcOrd="1" destOrd="0" presId="urn:microsoft.com/office/officeart/2005/8/layout/orgChart1"/>
    <dgm:cxn modelId="{7BE1BE7A-90B3-C244-A5DF-341989ACF131}" type="presParOf" srcId="{DD849E3E-429E-BE48-9504-295D896C2FFD}" destId="{29431873-8067-A043-B4D9-6A7EDA5A54E5}" srcOrd="2" destOrd="0" presId="urn:microsoft.com/office/officeart/2005/8/layout/orgChart1"/>
    <dgm:cxn modelId="{ED913A84-F835-404D-928A-1E1D04B6A91B}" type="presParOf" srcId="{4E570361-5DD1-40A2-823E-C23403C3FF2E}" destId="{1018D4B9-DC6F-F648-90DB-4C614C917104}" srcOrd="4" destOrd="0" presId="urn:microsoft.com/office/officeart/2005/8/layout/orgChart1"/>
    <dgm:cxn modelId="{19D00196-65E3-B54D-B64B-CC8DAD6167BB}" type="presParOf" srcId="{4E570361-5DD1-40A2-823E-C23403C3FF2E}" destId="{69F2359E-D99A-ED4A-B2CC-D20292350487}" srcOrd="5" destOrd="0" presId="urn:microsoft.com/office/officeart/2005/8/layout/orgChart1"/>
    <dgm:cxn modelId="{78703732-FA50-2A44-A4D4-98FCC794C7CB}" type="presParOf" srcId="{69F2359E-D99A-ED4A-B2CC-D20292350487}" destId="{004153C8-1F26-6349-9BFC-03A246F8BAF8}" srcOrd="0" destOrd="0" presId="urn:microsoft.com/office/officeart/2005/8/layout/orgChart1"/>
    <dgm:cxn modelId="{61FA4AA1-D66F-554C-93F1-E1139FBBFE1C}" type="presParOf" srcId="{004153C8-1F26-6349-9BFC-03A246F8BAF8}" destId="{8D88B9E8-B178-E74F-82C1-199E6F3AD444}" srcOrd="0" destOrd="0" presId="urn:microsoft.com/office/officeart/2005/8/layout/orgChart1"/>
    <dgm:cxn modelId="{8B95AE6C-DE4D-3543-9EA0-75567A5EBB71}" type="presParOf" srcId="{004153C8-1F26-6349-9BFC-03A246F8BAF8}" destId="{9238F8C7-9D03-9D45-A5B6-892317B4F4F2}" srcOrd="1" destOrd="0" presId="urn:microsoft.com/office/officeart/2005/8/layout/orgChart1"/>
    <dgm:cxn modelId="{ACDFDA06-6EAE-0546-A682-2FB651F34FC1}" type="presParOf" srcId="{69F2359E-D99A-ED4A-B2CC-D20292350487}" destId="{E7D6522D-7A0D-9546-AF39-3548C3397F18}" srcOrd="1" destOrd="0" presId="urn:microsoft.com/office/officeart/2005/8/layout/orgChart1"/>
    <dgm:cxn modelId="{FB72292D-D519-C54F-826F-6C92937B87A4}" type="presParOf" srcId="{69F2359E-D99A-ED4A-B2CC-D20292350487}" destId="{EBEE8ED0-7E5D-E84C-AF93-D1FF7CA1D8FA}" srcOrd="2" destOrd="0" presId="urn:microsoft.com/office/officeart/2005/8/layout/orgChart1"/>
    <dgm:cxn modelId="{08A9B00A-36D5-6C4D-9A57-254973726300}" type="presParOf" srcId="{8174BBFF-F76D-423D-968C-BB20383ABF41}" destId="{86D82236-6DBA-4A2B-9CCA-9CD93BEC42B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7373B-7A8D-4433-8A8C-4992208C3102}">
      <dsp:nvSpPr>
        <dsp:cNvPr id="0" name=""/>
        <dsp:cNvSpPr/>
      </dsp:nvSpPr>
      <dsp:spPr>
        <a:xfrm>
          <a:off x="0" y="207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Objetivo</a:t>
          </a:r>
          <a:endParaRPr lang="es-PE" sz="1600" kern="1200" dirty="0"/>
        </a:p>
      </dsp:txBody>
      <dsp:txXfrm>
        <a:off x="24674" y="45416"/>
        <a:ext cx="5659880" cy="456092"/>
      </dsp:txXfrm>
    </dsp:sp>
    <dsp:sp modelId="{BD85A8F4-2AB0-754C-BC16-FA89B8C682BF}">
      <dsp:nvSpPr>
        <dsp:cNvPr id="0" name=""/>
        <dsp:cNvSpPr/>
      </dsp:nvSpPr>
      <dsp:spPr>
        <a:xfrm>
          <a:off x="0" y="6039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Procedimientos de Operación</a:t>
          </a:r>
          <a:endParaRPr lang="es-PE" sz="1600" kern="1200" dirty="0"/>
        </a:p>
      </dsp:txBody>
      <dsp:txXfrm>
        <a:off x="24674" y="628616"/>
        <a:ext cx="5659880" cy="456092"/>
      </dsp:txXfrm>
    </dsp:sp>
    <dsp:sp modelId="{33D4E9AE-4AA6-8D46-8BD6-798AB5DCC76A}">
      <dsp:nvSpPr>
        <dsp:cNvPr id="0" name=""/>
        <dsp:cNvSpPr/>
      </dsp:nvSpPr>
      <dsp:spPr>
        <a:xfrm>
          <a:off x="0" y="11871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Gestión de Cambios</a:t>
          </a:r>
          <a:endParaRPr lang="es-PE" sz="1600" kern="1200" dirty="0"/>
        </a:p>
      </dsp:txBody>
      <dsp:txXfrm>
        <a:off x="24674" y="1211816"/>
        <a:ext cx="5659880" cy="456092"/>
      </dsp:txXfrm>
    </dsp:sp>
    <dsp:sp modelId="{9F96EDB7-8490-7D47-B8B8-B05FC9F55CF6}">
      <dsp:nvSpPr>
        <dsp:cNvPr id="0" name=""/>
        <dsp:cNvSpPr/>
      </dsp:nvSpPr>
      <dsp:spPr>
        <a:xfrm>
          <a:off x="0" y="1742110"/>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Gestión de Capacidades</a:t>
          </a:r>
          <a:endParaRPr lang="es-PE" sz="1600" kern="1200" dirty="0"/>
        </a:p>
      </dsp:txBody>
      <dsp:txXfrm>
        <a:off x="24674" y="1766784"/>
        <a:ext cx="5659880" cy="456092"/>
      </dsp:txXfrm>
    </dsp:sp>
    <dsp:sp modelId="{0CF17EDC-59D2-0E40-8D25-B9B91F5C266B}">
      <dsp:nvSpPr>
        <dsp:cNvPr id="0" name=""/>
        <dsp:cNvSpPr/>
      </dsp:nvSpPr>
      <dsp:spPr>
        <a:xfrm>
          <a:off x="0" y="23535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Separación de los entornos de desarrollo, prueba y operativo.</a:t>
          </a:r>
          <a:endParaRPr lang="es-PE" sz="1600" kern="1200" dirty="0"/>
        </a:p>
      </dsp:txBody>
      <dsp:txXfrm>
        <a:off x="24674" y="2378216"/>
        <a:ext cx="5659880" cy="4560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8E17B9-CE8A-ED4B-8F13-DD55D9A05CA4}">
      <dsp:nvSpPr>
        <dsp:cNvPr id="0" name=""/>
        <dsp:cNvSpPr/>
      </dsp:nvSpPr>
      <dsp:spPr>
        <a:xfrm>
          <a:off x="4103687" y="1314146"/>
          <a:ext cx="3214033" cy="371871"/>
        </a:xfrm>
        <a:custGeom>
          <a:avLst/>
          <a:gdLst/>
          <a:ahLst/>
          <a:cxnLst/>
          <a:rect l="0" t="0" r="0" b="0"/>
          <a:pathLst>
            <a:path>
              <a:moveTo>
                <a:pt x="0" y="0"/>
              </a:moveTo>
              <a:lnTo>
                <a:pt x="0" y="185935"/>
              </a:lnTo>
              <a:lnTo>
                <a:pt x="3214033" y="185935"/>
              </a:lnTo>
              <a:lnTo>
                <a:pt x="3214033"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018D4B9-DC6F-F648-90DB-4C614C917104}">
      <dsp:nvSpPr>
        <dsp:cNvPr id="0" name=""/>
        <dsp:cNvSpPr/>
      </dsp:nvSpPr>
      <dsp:spPr>
        <a:xfrm>
          <a:off x="4103687" y="1314146"/>
          <a:ext cx="1071344" cy="371871"/>
        </a:xfrm>
        <a:custGeom>
          <a:avLst/>
          <a:gdLst/>
          <a:ahLst/>
          <a:cxnLst/>
          <a:rect l="0" t="0" r="0" b="0"/>
          <a:pathLst>
            <a:path>
              <a:moveTo>
                <a:pt x="0" y="0"/>
              </a:moveTo>
              <a:lnTo>
                <a:pt x="0" y="185935"/>
              </a:lnTo>
              <a:lnTo>
                <a:pt x="1071344" y="185935"/>
              </a:lnTo>
              <a:lnTo>
                <a:pt x="1071344"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8BB1F249-C59C-BD4C-BD34-7A8663535155}">
      <dsp:nvSpPr>
        <dsp:cNvPr id="0" name=""/>
        <dsp:cNvSpPr/>
      </dsp:nvSpPr>
      <dsp:spPr>
        <a:xfrm>
          <a:off x="3032343" y="1314146"/>
          <a:ext cx="1071344" cy="371871"/>
        </a:xfrm>
        <a:custGeom>
          <a:avLst/>
          <a:gdLst/>
          <a:ahLst/>
          <a:cxnLst/>
          <a:rect l="0" t="0" r="0" b="0"/>
          <a:pathLst>
            <a:path>
              <a:moveTo>
                <a:pt x="1071344" y="0"/>
              </a:moveTo>
              <a:lnTo>
                <a:pt x="1071344" y="185935"/>
              </a:lnTo>
              <a:lnTo>
                <a:pt x="0" y="185935"/>
              </a:lnTo>
              <a:lnTo>
                <a:pt x="0"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C4281DFD-D887-41DA-B6F2-3FBADBA6C710}">
      <dsp:nvSpPr>
        <dsp:cNvPr id="0" name=""/>
        <dsp:cNvSpPr/>
      </dsp:nvSpPr>
      <dsp:spPr>
        <a:xfrm>
          <a:off x="889654" y="1314146"/>
          <a:ext cx="3214033" cy="371871"/>
        </a:xfrm>
        <a:custGeom>
          <a:avLst/>
          <a:gdLst/>
          <a:ahLst/>
          <a:cxnLst/>
          <a:rect l="0" t="0" r="0" b="0"/>
          <a:pathLst>
            <a:path>
              <a:moveTo>
                <a:pt x="3214033" y="0"/>
              </a:moveTo>
              <a:lnTo>
                <a:pt x="3214033" y="185935"/>
              </a:lnTo>
              <a:lnTo>
                <a:pt x="0" y="185935"/>
              </a:lnTo>
              <a:lnTo>
                <a:pt x="0"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26F27EB-EF2C-423D-B7FD-5E0219D7D588}">
      <dsp:nvSpPr>
        <dsp:cNvPr id="0" name=""/>
        <dsp:cNvSpPr/>
      </dsp:nvSpPr>
      <dsp:spPr>
        <a:xfrm>
          <a:off x="3003700" y="123546"/>
          <a:ext cx="2199974" cy="1190600"/>
        </a:xfrm>
        <a:prstGeom prst="rect">
          <a:avLst/>
        </a:prstGeom>
        <a:solidFill>
          <a:srgbClr val="68529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 Seguridad en la Operativa</a:t>
          </a:r>
          <a:endParaRPr lang="es-PE" sz="1600" kern="1200" dirty="0"/>
        </a:p>
      </dsp:txBody>
      <dsp:txXfrm>
        <a:off x="3003700" y="123546"/>
        <a:ext cx="2199974" cy="1190600"/>
      </dsp:txXfrm>
    </dsp:sp>
    <dsp:sp modelId="{FC92D772-C01B-4D45-837B-3353756937D4}">
      <dsp:nvSpPr>
        <dsp:cNvPr id="0" name=""/>
        <dsp:cNvSpPr/>
      </dsp:nvSpPr>
      <dsp:spPr>
        <a:xfrm>
          <a:off x="4245" y="1686018"/>
          <a:ext cx="1770817" cy="131391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A.12.1 Responsabilidades y procedimientos de operación </a:t>
          </a:r>
          <a:endParaRPr lang="es-PE" sz="1600" kern="1200" dirty="0"/>
        </a:p>
      </dsp:txBody>
      <dsp:txXfrm>
        <a:off x="4245" y="1686018"/>
        <a:ext cx="1770817" cy="1313911"/>
      </dsp:txXfrm>
    </dsp:sp>
    <dsp:sp modelId="{77E6C5F0-B4C5-C441-BC2D-A05254452116}">
      <dsp:nvSpPr>
        <dsp:cNvPr id="0" name=""/>
        <dsp:cNvSpPr/>
      </dsp:nvSpPr>
      <dsp:spPr>
        <a:xfrm>
          <a:off x="2146934" y="1686018"/>
          <a:ext cx="1770817" cy="1299222"/>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A.12.2 Protección contra código malicioso</a:t>
          </a:r>
          <a:endParaRPr lang="es-PE" sz="1600" kern="1200" dirty="0"/>
        </a:p>
      </dsp:txBody>
      <dsp:txXfrm>
        <a:off x="2146934" y="1686018"/>
        <a:ext cx="1770817" cy="1299222"/>
      </dsp:txXfrm>
    </dsp:sp>
    <dsp:sp modelId="{8D88B9E8-B178-E74F-82C1-199E6F3AD444}">
      <dsp:nvSpPr>
        <dsp:cNvPr id="0" name=""/>
        <dsp:cNvSpPr/>
      </dsp:nvSpPr>
      <dsp:spPr>
        <a:xfrm>
          <a:off x="4289623" y="1686018"/>
          <a:ext cx="1770817" cy="127566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A.12.3 Copias de seguridad</a:t>
          </a:r>
          <a:endParaRPr lang="es-ES_tradnl" sz="1600" kern="1200" dirty="0"/>
        </a:p>
      </dsp:txBody>
      <dsp:txXfrm>
        <a:off x="4289623" y="1686018"/>
        <a:ext cx="1770817" cy="1275661"/>
      </dsp:txXfrm>
    </dsp:sp>
    <dsp:sp modelId="{F12F5BAB-AE62-E64A-8630-6BEC41CFE368}">
      <dsp:nvSpPr>
        <dsp:cNvPr id="0" name=""/>
        <dsp:cNvSpPr/>
      </dsp:nvSpPr>
      <dsp:spPr>
        <a:xfrm>
          <a:off x="6432312" y="1686018"/>
          <a:ext cx="1770817" cy="127566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A.12.4 Registro de actividad y supervisión</a:t>
          </a:r>
          <a:endParaRPr lang="es-ES_tradnl" sz="1600" kern="1200" dirty="0"/>
        </a:p>
      </dsp:txBody>
      <dsp:txXfrm>
        <a:off x="6432312" y="1686018"/>
        <a:ext cx="1770817" cy="12756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18D4B9-DC6F-F648-90DB-4C614C917104}">
      <dsp:nvSpPr>
        <dsp:cNvPr id="0" name=""/>
        <dsp:cNvSpPr/>
      </dsp:nvSpPr>
      <dsp:spPr>
        <a:xfrm>
          <a:off x="4103687" y="1293134"/>
          <a:ext cx="2324529" cy="403430"/>
        </a:xfrm>
        <a:custGeom>
          <a:avLst/>
          <a:gdLst/>
          <a:ahLst/>
          <a:cxnLst/>
          <a:rect l="0" t="0" r="0" b="0"/>
          <a:pathLst>
            <a:path>
              <a:moveTo>
                <a:pt x="0" y="0"/>
              </a:moveTo>
              <a:lnTo>
                <a:pt x="0" y="201715"/>
              </a:lnTo>
              <a:lnTo>
                <a:pt x="2324529" y="201715"/>
              </a:lnTo>
              <a:lnTo>
                <a:pt x="2324529" y="403430"/>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8BB1F249-C59C-BD4C-BD34-7A8663535155}">
      <dsp:nvSpPr>
        <dsp:cNvPr id="0" name=""/>
        <dsp:cNvSpPr/>
      </dsp:nvSpPr>
      <dsp:spPr>
        <a:xfrm>
          <a:off x="4057967" y="1293134"/>
          <a:ext cx="91440" cy="403430"/>
        </a:xfrm>
        <a:custGeom>
          <a:avLst/>
          <a:gdLst/>
          <a:ahLst/>
          <a:cxnLst/>
          <a:rect l="0" t="0" r="0" b="0"/>
          <a:pathLst>
            <a:path>
              <a:moveTo>
                <a:pt x="45720" y="0"/>
              </a:moveTo>
              <a:lnTo>
                <a:pt x="45720" y="403430"/>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C4281DFD-D887-41DA-B6F2-3FBADBA6C710}">
      <dsp:nvSpPr>
        <dsp:cNvPr id="0" name=""/>
        <dsp:cNvSpPr/>
      </dsp:nvSpPr>
      <dsp:spPr>
        <a:xfrm>
          <a:off x="1779157" y="1293134"/>
          <a:ext cx="2324529" cy="403430"/>
        </a:xfrm>
        <a:custGeom>
          <a:avLst/>
          <a:gdLst/>
          <a:ahLst/>
          <a:cxnLst/>
          <a:rect l="0" t="0" r="0" b="0"/>
          <a:pathLst>
            <a:path>
              <a:moveTo>
                <a:pt x="2324529" y="0"/>
              </a:moveTo>
              <a:lnTo>
                <a:pt x="2324529" y="201715"/>
              </a:lnTo>
              <a:lnTo>
                <a:pt x="0" y="201715"/>
              </a:lnTo>
              <a:lnTo>
                <a:pt x="0" y="403430"/>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26F27EB-EF2C-423D-B7FD-5E0219D7D588}">
      <dsp:nvSpPr>
        <dsp:cNvPr id="0" name=""/>
        <dsp:cNvSpPr/>
      </dsp:nvSpPr>
      <dsp:spPr>
        <a:xfrm>
          <a:off x="2910348" y="1493"/>
          <a:ext cx="2386677" cy="1291641"/>
        </a:xfrm>
        <a:prstGeom prst="rect">
          <a:avLst/>
        </a:prstGeom>
        <a:solidFill>
          <a:srgbClr val="68529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 Seguridad en la Operativa</a:t>
          </a:r>
          <a:endParaRPr lang="es-PE" sz="1600" kern="1200" dirty="0"/>
        </a:p>
      </dsp:txBody>
      <dsp:txXfrm>
        <a:off x="2910348" y="1493"/>
        <a:ext cx="2386677" cy="1291641"/>
      </dsp:txXfrm>
    </dsp:sp>
    <dsp:sp modelId="{FC92D772-C01B-4D45-837B-3353756937D4}">
      <dsp:nvSpPr>
        <dsp:cNvPr id="0" name=""/>
        <dsp:cNvSpPr/>
      </dsp:nvSpPr>
      <dsp:spPr>
        <a:xfrm>
          <a:off x="818608" y="1696565"/>
          <a:ext cx="1921098" cy="1425416"/>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A.12.5 Control del software en explotación </a:t>
          </a:r>
          <a:endParaRPr lang="es-PE" sz="1600" kern="1200" dirty="0"/>
        </a:p>
      </dsp:txBody>
      <dsp:txXfrm>
        <a:off x="818608" y="1696565"/>
        <a:ext cx="1921098" cy="1425416"/>
      </dsp:txXfrm>
    </dsp:sp>
    <dsp:sp modelId="{77E6C5F0-B4C5-C441-BC2D-A05254452116}">
      <dsp:nvSpPr>
        <dsp:cNvPr id="0" name=""/>
        <dsp:cNvSpPr/>
      </dsp:nvSpPr>
      <dsp:spPr>
        <a:xfrm>
          <a:off x="3143138" y="1696565"/>
          <a:ext cx="1921098" cy="140948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A.12.6 Gestión de la vulnerabilidad técnica</a:t>
          </a:r>
          <a:endParaRPr lang="es-PE" sz="1600" kern="1200" dirty="0"/>
        </a:p>
      </dsp:txBody>
      <dsp:txXfrm>
        <a:off x="3143138" y="1696565"/>
        <a:ext cx="1921098" cy="1409481"/>
      </dsp:txXfrm>
    </dsp:sp>
    <dsp:sp modelId="{8D88B9E8-B178-E74F-82C1-199E6F3AD444}">
      <dsp:nvSpPr>
        <dsp:cNvPr id="0" name=""/>
        <dsp:cNvSpPr/>
      </dsp:nvSpPr>
      <dsp:spPr>
        <a:xfrm>
          <a:off x="5467667" y="1696565"/>
          <a:ext cx="1921098" cy="138392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A.12.7 Consideraciones</a:t>
          </a:r>
          <a:br>
            <a:rPr lang="es-PE" sz="1600" kern="1200" dirty="0" smtClean="0"/>
          </a:br>
          <a:r>
            <a:rPr lang="es-PE" sz="1600" kern="1200" dirty="0" smtClean="0"/>
            <a:t>de las auditorías</a:t>
          </a:r>
          <a:br>
            <a:rPr lang="es-PE" sz="1600" kern="1200" dirty="0" smtClean="0"/>
          </a:br>
          <a:r>
            <a:rPr lang="es-PE" sz="1600" kern="1200" dirty="0" smtClean="0"/>
            <a:t>de los sistemas</a:t>
          </a:r>
          <a:br>
            <a:rPr lang="es-PE" sz="1600" kern="1200" dirty="0" smtClean="0"/>
          </a:br>
          <a:r>
            <a:rPr lang="es-PE" sz="1600" kern="1200" dirty="0" smtClean="0"/>
            <a:t>de información</a:t>
          </a:r>
          <a:endParaRPr lang="es-ES_tradnl" sz="1600" kern="1200" dirty="0"/>
        </a:p>
      </dsp:txBody>
      <dsp:txXfrm>
        <a:off x="5467667" y="1696565"/>
        <a:ext cx="1921098" cy="138392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21/10/2020</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21/10/2020</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7184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dirty="0" smtClean="0"/>
              <a:t>Compartimos la importancia de</a:t>
            </a:r>
            <a:r>
              <a:rPr lang="es-PE" sz="1200" baseline="0" dirty="0" smtClean="0"/>
              <a:t> aplicar la gestión de cambio en </a:t>
            </a:r>
            <a:r>
              <a:rPr lang="es-PE" sz="1200" dirty="0" smtClean="0"/>
              <a:t>las instalaciones y sistemas para el procedimiento de información</a:t>
            </a:r>
            <a:r>
              <a:rPr lang="es-PE" sz="1200" kern="1200" dirty="0" smtClean="0">
                <a:solidFill>
                  <a:schemeClr val="tx1"/>
                </a:solidFill>
                <a:effectLst/>
                <a:latin typeface="+mn-lt"/>
                <a:ea typeface="+mn-ea"/>
                <a:cs typeface="+mn-cs"/>
              </a:rPr>
              <a:t>.</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428373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dirty="0" smtClean="0"/>
              <a:t>Revisaremos la importancia de supervisar el uso de los recursos</a:t>
            </a:r>
            <a:r>
              <a:rPr lang="es-PE" sz="1200" baseline="0" dirty="0" smtClean="0"/>
              <a:t>.</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659405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562157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882391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519654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199162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dirty="0" smtClean="0"/>
              <a:t>Los procedimientos</a:t>
            </a:r>
            <a:r>
              <a:rPr lang="es-PE" baseline="0" dirty="0" smtClean="0"/>
              <a:t> de operación deben ser documentados para asegurar la continuidad operacional ante un evento crítico.</a:t>
            </a:r>
            <a:endParaRPr lang="es-PE" dirty="0" smtClean="0"/>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831829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Se debería evaluar el posible impacto operativo de los cambios previstos a sistemas y equipamiento y verificar su correcta implementación, asignando las responsabilidades correspondientes y administrando los medios técnicos necesarios para permitir la segregación de los ambientes y responsabilidades en el procesamiento.</a:t>
            </a:r>
            <a:endParaRPr lang="es-PE" dirty="0" smtClean="0"/>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20375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smtClean="0">
                <a:solidFill>
                  <a:schemeClr val="tx1"/>
                </a:solidFill>
                <a:effectLst/>
                <a:latin typeface="+mn-lt"/>
                <a:ea typeface="+mn-ea"/>
                <a:cs typeface="+mn-cs"/>
              </a:rPr>
              <a:t>Con el fin de evitar potenciales amenazas a la seguridad del sistema o a los servicios del usuario, sería necesario monitorear las necesidades de capacidad de los sistemas en operación y proyectar las futuras demandas de capacidad.</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2140067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394077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dirty="0" smtClean="0"/>
              <a:t>El ambiente de desarrollo puede residir</a:t>
            </a:r>
            <a:r>
              <a:rPr lang="es-PE" baseline="0" dirty="0" smtClean="0"/>
              <a:t> en el computador personal del desarrollador (cuando el proyecto cuente con solo un desarrollador). Cuando exista más de un desarrollador, debe ser un servidor compartido en el cual varios desarrolladores trabajen sobre el mismo proyecto. </a:t>
            </a:r>
            <a:endParaRPr lang="es-PE" dirty="0" smtClean="0"/>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996810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PE" dirty="0" smtClean="0"/>
              <a:t>Debe contener solo datos de prueba que n sean críticos para el negocio, por lo que deben disponerse de procedimientos para eliminar datos sensibles.</a:t>
            </a:r>
          </a:p>
          <a:p>
            <a:pPr marL="171450" indent="-171450">
              <a:buFont typeface="Arial" panose="020B0604020202020204" pitchFamily="34" charset="0"/>
              <a:buChar char="•"/>
            </a:pPr>
            <a:r>
              <a:rPr lang="es-PE" dirty="0" smtClean="0"/>
              <a:t>Pueden disponerse</a:t>
            </a:r>
            <a:r>
              <a:rPr lang="es-PE" baseline="0" dirty="0" smtClean="0"/>
              <a:t> de múltiples ambientes de desarrollo, pero es necesario asegurar que periódicamente sean homologados entre ellos y con los ambientes de prueba y producción.</a:t>
            </a:r>
            <a:endParaRPr lang="es-PE" dirty="0" smtClean="0"/>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947502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t>El ambiente de pruebas</a:t>
            </a:r>
            <a:r>
              <a:rPr lang="es-PE" baseline="0" dirty="0" smtClean="0"/>
              <a:t> no debe residir en el computador personal del Desarrollador, debe residir en un servidor compartido por los equipos de pruebas de software que corresponda.</a:t>
            </a:r>
          </a:p>
          <a:p>
            <a:r>
              <a:rPr lang="es-PE" baseline="0" dirty="0" smtClean="0"/>
              <a:t>Se deben utilizar nombres de dominio (no direcciones IP) distintos a los de producción y desarrollo para evitar confusión del personal de pruebas.</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057770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PE" dirty="0" smtClean="0"/>
              <a:t>Solo el administrador se encargará de instalar, actualizar o desplegar para el ambiente de pruebas,</a:t>
            </a:r>
            <a:r>
              <a:rPr lang="es-PE" baseline="0" dirty="0" smtClean="0"/>
              <a:t> nunca el desarrollador directamente.</a:t>
            </a:r>
          </a:p>
          <a:p>
            <a:pPr marL="171450" indent="-171450">
              <a:buFont typeface="Arial" panose="020B0604020202020204" pitchFamily="34" charset="0"/>
              <a:buChar char="•"/>
            </a:pPr>
            <a:r>
              <a:rPr lang="es-PE" baseline="0" dirty="0" smtClean="0"/>
              <a:t>Se deben implementar estrictos controles de cambio que mantengan rastro de las modificaciones en la configuración, para sí asegurar resultados controlados y también que el ambiente sea similar a producción.</a:t>
            </a:r>
          </a:p>
          <a:p>
            <a:pPr marL="171450" indent="-171450">
              <a:buFont typeface="Arial" panose="020B0604020202020204" pitchFamily="34" charset="0"/>
              <a:buChar char="•"/>
            </a:pPr>
            <a:r>
              <a:rPr lang="es-PE" baseline="0" dirty="0" smtClean="0"/>
              <a:t>Una versión se instala en producción solo después que ha sido instalada y probada en ambiente de pruebas.</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105249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877985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PE" dirty="0" smtClean="0"/>
              <a:t>Nunca</a:t>
            </a:r>
            <a:r>
              <a:rPr lang="es-PE" baseline="0" dirty="0" smtClean="0"/>
              <a:t> se debe pasar a un ambiente de producción sin haber pasado por la etapa de testing y pruebas de aceptación.</a:t>
            </a:r>
          </a:p>
          <a:p>
            <a:pPr marL="171450" indent="-171450">
              <a:buFont typeface="Arial" panose="020B0604020202020204" pitchFamily="34" charset="0"/>
              <a:buChar char="•"/>
            </a:pPr>
            <a:r>
              <a:rPr lang="es-PE" baseline="0" dirty="0" smtClean="0"/>
              <a:t>Siempre respetar los protocolos establecidos y los acuerdos tomados con los clientes finales, quienes definen el mejor calendario para realizar el pase a producción.</a:t>
            </a:r>
            <a:endParaRPr lang="es-PE" dirty="0" smtClean="0"/>
          </a:p>
          <a:p>
            <a:pPr marL="171450" indent="-171450">
              <a:buFont typeface="Arial" panose="020B0604020202020204" pitchFamily="34" charset="0"/>
              <a:buChar char="•"/>
            </a:pP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825307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4372019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801988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baseline="0" dirty="0" smtClean="0">
                <a:solidFill>
                  <a:schemeClr val="tx1"/>
                </a:solidFill>
                <a:effectLst/>
                <a:latin typeface="+mn-lt"/>
                <a:ea typeface="+mn-ea"/>
                <a:cs typeface="+mn-cs"/>
              </a:rPr>
              <a:t>Finalmente, definimos los ambientes mínimos que se requieren en un área de desarrollo (ambiente de desarrollo, ambiente de pruebas, ambiente de producción).</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5881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507418" cy="215444"/>
            </a:xfrm>
            <a:prstGeom prst="rect">
              <a:avLst/>
            </a:prstGeom>
            <a:noFill/>
          </p:spPr>
          <p:txBody>
            <a:bodyPr wrap="none" rtlCol="0">
              <a:spAutoFit/>
            </a:bodyPr>
            <a:lstStyle/>
            <a:p>
              <a:r>
                <a:rPr lang="en-US" sz="800" kern="1200" dirty="0" smtClean="0">
                  <a:solidFill>
                    <a:schemeClr val="bg1">
                      <a:lumMod val="50000"/>
                    </a:schemeClr>
                  </a:solidFill>
                  <a:latin typeface="+mn-lt"/>
                  <a:ea typeface="+mn-ea"/>
                  <a:cs typeface="Calibri"/>
                  <a:sym typeface="Wingdings"/>
                </a:rPr>
                <a:t>SEGURIDAD Y CONTINUIDAD DE SISTEMAS  </a:t>
              </a:r>
              <a:r>
                <a:rPr lang="en-US" sz="800" dirty="0" smtClean="0">
                  <a:solidFill>
                    <a:schemeClr val="bg1">
                      <a:lumMod val="50000"/>
                    </a:schemeClr>
                  </a:solidFill>
                  <a:latin typeface="+mn-lt"/>
                  <a:ea typeface="Wingdings"/>
                  <a:cs typeface="Calibri"/>
                  <a:sym typeface="Wingdings"/>
                </a:rPr>
                <a:t></a:t>
              </a:r>
              <a:r>
                <a:rPr lang="en-US" sz="800" kern="1200" dirty="0" smtClean="0">
                  <a:solidFill>
                    <a:schemeClr val="bg1">
                      <a:lumMod val="50000"/>
                    </a:schemeClr>
                  </a:solidFill>
                  <a:latin typeface="+mn-lt"/>
                  <a:ea typeface="+mn-ea"/>
                  <a:cs typeface="Calibri"/>
                  <a:sym typeface="Wingdings"/>
                </a:rPr>
                <a:t>  SESIÓN 06</a:t>
              </a:r>
              <a:endParaRPr lang="en-US" sz="800" dirty="0">
                <a:solidFill>
                  <a:schemeClr val="bg1">
                    <a:lumMod val="50000"/>
                  </a:schemeClr>
                </a:solidFill>
                <a:latin typeface="+mn-lt"/>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smtClean="0">
                  <a:solidFill>
                    <a:schemeClr val="bg1">
                      <a:lumMod val="50000"/>
                    </a:schemeClr>
                  </a:solidFill>
                </a:rPr>
                <a:t>© </a:t>
              </a:r>
              <a:r>
                <a:rPr lang="es-ES_tradnl" sz="600" dirty="0" smtClean="0">
                  <a:solidFill>
                    <a:schemeClr val="bg1">
                      <a:lumMod val="50000"/>
                    </a:schemeClr>
                  </a:solidFill>
                </a:rPr>
                <a:t>ISIL</a:t>
              </a:r>
              <a:r>
                <a:rPr lang="es-ES_tradnl" sz="600" dirty="0" smtClean="0">
                  <a:solidFill>
                    <a:schemeClr val="bg1">
                      <a:lumMod val="50000"/>
                    </a:schemeClr>
                  </a:solidFill>
                </a:rPr>
                <a:t>. Todos los derechos reservados</a:t>
              </a:r>
              <a:endParaRPr lang="es-ES_tradnl" sz="600" dirty="0">
                <a:solidFill>
                  <a:schemeClr val="bg1">
                    <a:lumMod val="50000"/>
                  </a:schemeClr>
                </a:solidFill>
              </a:endParaRPr>
            </a:p>
          </p:txBody>
        </p:sp>
      </p:grpSp>
      <p:pic>
        <p:nvPicPr>
          <p:cNvPr id="9" name="Imagen 8"/>
          <p:cNvPicPr>
            <a:picLocks noChangeAspect="1"/>
          </p:cNvPicPr>
          <p:nvPr userDrawn="1"/>
        </p:nvPicPr>
        <p:blipFill>
          <a:blip r:embed="rId8"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7" r:id="rId4"/>
    <p:sldLayoutId id="2147483659" r:id="rId5"/>
    <p:sldLayoutId id="2147483662"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5" name="CuadroTexto 14"/>
          <p:cNvSpPr txBox="1"/>
          <p:nvPr/>
        </p:nvSpPr>
        <p:spPr>
          <a:xfrm>
            <a:off x="3175138" y="3008050"/>
            <a:ext cx="5500550" cy="295466"/>
          </a:xfrm>
          <a:prstGeom prst="rect">
            <a:avLst/>
          </a:prstGeom>
          <a:noFill/>
        </p:spPr>
        <p:txBody>
          <a:bodyPr wrap="square" lIns="0" tIns="0" rIns="0" bIns="0" rtlCol="0">
            <a:spAutoFit/>
          </a:bodyPr>
          <a:lstStyle/>
          <a:p>
            <a:pPr marL="177800" indent="-177800">
              <a:lnSpc>
                <a:spcPct val="120000"/>
              </a:lnSpc>
              <a:buSzPct val="80000"/>
              <a:buFont typeface="Arial"/>
              <a:buChar char="•"/>
            </a:pPr>
            <a:r>
              <a:rPr lang="es-ES" sz="1600" dirty="0" smtClean="0">
                <a:solidFill>
                  <a:srgbClr val="FFFFFF"/>
                </a:solidFill>
              </a:rPr>
              <a:t>Procedimientos operacionales</a:t>
            </a:r>
            <a:r>
              <a:rPr lang="es-ES" sz="1600" dirty="0">
                <a:solidFill>
                  <a:srgbClr val="FFFFFF"/>
                </a:solidFill>
              </a:rPr>
              <a:t> </a:t>
            </a:r>
            <a:r>
              <a:rPr lang="es-ES" sz="1600" dirty="0" smtClean="0">
                <a:solidFill>
                  <a:srgbClr val="FFFFFF"/>
                </a:solidFill>
              </a:rPr>
              <a:t>y responsabilidades</a:t>
            </a:r>
            <a:endParaRPr lang="es-ES" sz="1600" dirty="0">
              <a:solidFill>
                <a:srgbClr val="FFFFFF"/>
              </a:solidFill>
            </a:endParaRPr>
          </a:p>
        </p:txBody>
      </p:sp>
      <p:cxnSp>
        <p:nvCxnSpPr>
          <p:cNvPr id="8" name="Conector recto 7"/>
          <p:cNvCxnSpPr/>
          <p:nvPr/>
        </p:nvCxnSpPr>
        <p:spPr>
          <a:xfrm>
            <a:off x="3044504" y="1710303"/>
            <a:ext cx="0" cy="774883"/>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CuadroTexto 9"/>
          <p:cNvSpPr txBox="1"/>
          <p:nvPr/>
        </p:nvSpPr>
        <p:spPr>
          <a:xfrm>
            <a:off x="2045305" y="1802569"/>
            <a:ext cx="964250" cy="892552"/>
          </a:xfrm>
          <a:prstGeom prst="rect">
            <a:avLst/>
          </a:prstGeom>
          <a:noFill/>
        </p:spPr>
        <p:txBody>
          <a:bodyPr wrap="square" lIns="0" tIns="0" rIns="0" bIns="0" rtlCol="0">
            <a:spAutoFit/>
          </a:bodyPr>
          <a:lstStyle/>
          <a:p>
            <a:pPr algn="ctr"/>
            <a:r>
              <a:rPr lang="es-ES" sz="5800" dirty="0" smtClean="0">
                <a:solidFill>
                  <a:srgbClr val="FFFFFF"/>
                </a:solidFill>
              </a:rPr>
              <a:t>06</a:t>
            </a:r>
            <a:endParaRPr lang="es-ES" sz="5800" dirty="0">
              <a:solidFill>
                <a:srgbClr val="FFFFFF"/>
              </a:solidFill>
            </a:endParaRPr>
          </a:p>
        </p:txBody>
      </p:sp>
      <p:sp>
        <p:nvSpPr>
          <p:cNvPr id="11" name="CuadroTexto 10"/>
          <p:cNvSpPr txBox="1"/>
          <p:nvPr/>
        </p:nvSpPr>
        <p:spPr>
          <a:xfrm>
            <a:off x="2096830" y="1674447"/>
            <a:ext cx="873152" cy="276999"/>
          </a:xfrm>
          <a:prstGeom prst="rect">
            <a:avLst/>
          </a:prstGeom>
          <a:noFill/>
        </p:spPr>
        <p:txBody>
          <a:bodyPr wrap="square" lIns="0" tIns="0" rIns="0" bIns="0" rtlCol="0">
            <a:spAutoFit/>
          </a:bodyPr>
          <a:lstStyle/>
          <a:p>
            <a:pPr algn="ctr"/>
            <a:r>
              <a:rPr lang="es-ES" dirty="0" smtClean="0">
                <a:solidFill>
                  <a:schemeClr val="bg1"/>
                </a:solidFill>
              </a:rPr>
              <a:t>SESIÓN</a:t>
            </a:r>
            <a:endParaRPr lang="es-ES" dirty="0">
              <a:solidFill>
                <a:schemeClr val="bg1"/>
              </a:solidFill>
            </a:endParaRPr>
          </a:p>
        </p:txBody>
      </p:sp>
      <p:sp>
        <p:nvSpPr>
          <p:cNvPr id="14" name="CuadroTexto 13"/>
          <p:cNvSpPr txBox="1"/>
          <p:nvPr/>
        </p:nvSpPr>
        <p:spPr>
          <a:xfrm>
            <a:off x="3175729" y="1710303"/>
            <a:ext cx="4596087" cy="865878"/>
          </a:xfrm>
          <a:prstGeom prst="rect">
            <a:avLst/>
          </a:prstGeom>
          <a:noFill/>
        </p:spPr>
        <p:txBody>
          <a:bodyPr wrap="square" lIns="0" tIns="0" rIns="0" bIns="0" rtlCol="0">
            <a:spAutoFit/>
          </a:bodyPr>
          <a:lstStyle/>
          <a:p>
            <a:pPr>
              <a:lnSpc>
                <a:spcPct val="85000"/>
              </a:lnSpc>
            </a:pPr>
            <a:r>
              <a:rPr lang="es-ES" sz="2200" b="1" dirty="0" smtClean="0">
                <a:solidFill>
                  <a:srgbClr val="FFFFFF"/>
                </a:solidFill>
              </a:rPr>
              <a:t>PROCEDIMIENTOS</a:t>
            </a:r>
            <a:br>
              <a:rPr lang="es-ES" sz="2200" b="1" dirty="0" smtClean="0">
                <a:solidFill>
                  <a:srgbClr val="FFFFFF"/>
                </a:solidFill>
              </a:rPr>
            </a:br>
            <a:r>
              <a:rPr lang="es-ES" sz="2200" b="1" dirty="0" smtClean="0">
                <a:solidFill>
                  <a:srgbClr val="FFFFFF"/>
                </a:solidFill>
              </a:rPr>
              <a:t>OPERACIONALES Y RESPONSABILIDADES</a:t>
            </a:r>
            <a:endParaRPr lang="es-ES" sz="2200" b="1" dirty="0">
              <a:solidFill>
                <a:srgbClr val="FFFFFF"/>
              </a:solidFill>
            </a:endParaRPr>
          </a:p>
        </p:txBody>
      </p:sp>
    </p:spTree>
    <p:extLst>
      <p:ext uri="{BB962C8B-B14F-4D97-AF65-F5344CB8AC3E}">
        <p14:creationId xmlns:p14="http://schemas.microsoft.com/office/powerpoint/2010/main" val="3427175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045721" y="2611279"/>
            <a:ext cx="7052558" cy="615553"/>
          </a:xfrm>
          <a:prstGeom prst="rect">
            <a:avLst/>
          </a:prstGeom>
        </p:spPr>
        <p:txBody>
          <a:bodyPr vert="horz" wrap="square" lIns="0" tIns="0" rIns="0" bIns="0" rtlCol="0">
            <a:spAutoFit/>
          </a:bodyPr>
          <a:lstStyle/>
          <a:p>
            <a:pPr marL="11725" algn="ctr">
              <a:buSzPct val="100000"/>
              <a:tabLst>
                <a:tab pos="121285" algn="l"/>
              </a:tabLst>
            </a:pPr>
            <a:r>
              <a:rPr lang="en-US" sz="2000" spc="-10" dirty="0" err="1">
                <a:cs typeface="Source Sans Pro"/>
              </a:rPr>
              <a:t>Establece</a:t>
            </a:r>
            <a:r>
              <a:rPr lang="en-US" sz="2000" spc="-10" dirty="0">
                <a:cs typeface="Source Sans Pro"/>
              </a:rPr>
              <a:t> la </a:t>
            </a:r>
            <a:r>
              <a:rPr lang="en-US" sz="2000" spc="-10" dirty="0" err="1">
                <a:cs typeface="Source Sans Pro"/>
              </a:rPr>
              <a:t>operación</a:t>
            </a:r>
            <a:r>
              <a:rPr lang="en-US" sz="2000" spc="-10" dirty="0">
                <a:cs typeface="Source Sans Pro"/>
              </a:rPr>
              <a:t> </a:t>
            </a:r>
            <a:r>
              <a:rPr lang="en-US" sz="2000" spc="-10" dirty="0" err="1">
                <a:cs typeface="Source Sans Pro"/>
              </a:rPr>
              <a:t>correcta</a:t>
            </a:r>
            <a:r>
              <a:rPr lang="en-US" sz="2000" spc="-10" dirty="0">
                <a:cs typeface="Source Sans Pro"/>
              </a:rPr>
              <a:t> y </a:t>
            </a:r>
            <a:r>
              <a:rPr lang="en-US" sz="2000" spc="-10" dirty="0" err="1">
                <a:cs typeface="Source Sans Pro"/>
              </a:rPr>
              <a:t>segura</a:t>
            </a:r>
            <a:r>
              <a:rPr lang="en-US" sz="2000" spc="-10" dirty="0">
                <a:cs typeface="Source Sans Pro"/>
              </a:rPr>
              <a:t> de las </a:t>
            </a:r>
            <a:r>
              <a:rPr lang="en-US" sz="2000" spc="-10" dirty="0" err="1">
                <a:cs typeface="Source Sans Pro"/>
              </a:rPr>
              <a:t>instalaciones</a:t>
            </a:r>
            <a:r>
              <a:rPr lang="en-US" sz="2000" spc="-10" dirty="0">
                <a:cs typeface="Source Sans Pro"/>
              </a:rPr>
              <a:t> de </a:t>
            </a:r>
            <a:r>
              <a:rPr lang="en-US" sz="2000" spc="-10" dirty="0" err="1">
                <a:cs typeface="Source Sans Pro"/>
              </a:rPr>
              <a:t>procesamiento</a:t>
            </a:r>
            <a:r>
              <a:rPr lang="en-US" sz="2000" spc="-10" dirty="0">
                <a:cs typeface="Source Sans Pro"/>
              </a:rPr>
              <a:t> de </a:t>
            </a:r>
            <a:r>
              <a:rPr lang="en-US" sz="2000" spc="-10" dirty="0" err="1">
                <a:cs typeface="Source Sans Pro"/>
              </a:rPr>
              <a:t>información</a:t>
            </a:r>
            <a:endParaRPr lang="en-US" sz="2000" spc="-10" dirty="0">
              <a:cs typeface="Source Sans Pro"/>
            </a:endParaRPr>
          </a:p>
        </p:txBody>
      </p:sp>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pic>
        <p:nvPicPr>
          <p:cNvPr id="3" name="Imagen 2"/>
          <p:cNvPicPr>
            <a:picLocks noChangeAspect="1"/>
          </p:cNvPicPr>
          <p:nvPr/>
        </p:nvPicPr>
        <p:blipFill rotWithShape="1">
          <a:blip r:embed="rId4">
            <a:extLst>
              <a:ext uri="{28A0092B-C50C-407E-A947-70E740481C1C}">
                <a14:useLocalDpi xmlns:a14="http://schemas.microsoft.com/office/drawing/2010/main" val="0"/>
              </a:ext>
            </a:extLst>
          </a:blip>
          <a:srcRect t="8425" b="7008"/>
          <a:stretch/>
        </p:blipFill>
        <p:spPr>
          <a:xfrm>
            <a:off x="1117603" y="1727012"/>
            <a:ext cx="6908794" cy="3470463"/>
          </a:xfrm>
          <a:prstGeom prst="rect">
            <a:avLst/>
          </a:prstGeom>
        </p:spPr>
      </p:pic>
      <p:sp>
        <p:nvSpPr>
          <p:cNvPr id="10" name="CuadroTexto 9"/>
          <p:cNvSpPr txBox="1"/>
          <p:nvPr/>
        </p:nvSpPr>
        <p:spPr>
          <a:xfrm>
            <a:off x="3480357" y="959599"/>
            <a:ext cx="2183287" cy="338554"/>
          </a:xfrm>
          <a:prstGeom prst="rect">
            <a:avLst/>
          </a:prstGeom>
          <a:solidFill>
            <a:schemeClr val="bg1">
              <a:lumMod val="85000"/>
            </a:schemeClr>
          </a:solidFill>
        </p:spPr>
        <p:txBody>
          <a:bodyPr wrap="square" rtlCol="0">
            <a:spAutoFit/>
          </a:bodyPr>
          <a:lstStyle/>
          <a:p>
            <a:pPr algn="ctr"/>
            <a:r>
              <a:rPr lang="es-PE" sz="1600" dirty="0"/>
              <a:t>Gestión de Cambios</a:t>
            </a:r>
          </a:p>
        </p:txBody>
      </p:sp>
    </p:spTree>
    <p:custDataLst>
      <p:tags r:id="rId1"/>
    </p:custDataLst>
    <p:extLst>
      <p:ext uri="{BB962C8B-B14F-4D97-AF65-F5344CB8AC3E}">
        <p14:creationId xmlns:p14="http://schemas.microsoft.com/office/powerpoint/2010/main" val="92778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3480357" y="959599"/>
            <a:ext cx="2183287" cy="338554"/>
          </a:xfrm>
          <a:prstGeom prst="rect">
            <a:avLst/>
          </a:prstGeom>
          <a:solidFill>
            <a:schemeClr val="bg1">
              <a:lumMod val="85000"/>
            </a:schemeClr>
          </a:solidFill>
        </p:spPr>
        <p:txBody>
          <a:bodyPr wrap="square" rtlCol="0">
            <a:spAutoFit/>
          </a:bodyPr>
          <a:lstStyle/>
          <a:p>
            <a:pPr algn="ctr"/>
            <a:r>
              <a:rPr lang="es-PE" sz="1600" dirty="0"/>
              <a:t>Gestión de Capacidades</a:t>
            </a:r>
          </a:p>
        </p:txBody>
      </p:sp>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0419" y="1535415"/>
            <a:ext cx="3903162" cy="3661166"/>
          </a:xfrm>
          <a:prstGeom prst="rect">
            <a:avLst/>
          </a:prstGeom>
        </p:spPr>
      </p:pic>
    </p:spTree>
    <p:custDataLst>
      <p:tags r:id="rId1"/>
    </p:custDataLst>
    <p:extLst>
      <p:ext uri="{BB962C8B-B14F-4D97-AF65-F5344CB8AC3E}">
        <p14:creationId xmlns:p14="http://schemas.microsoft.com/office/powerpoint/2010/main" val="202262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867930"/>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a:solidFill>
                  <a:schemeClr val="bg1"/>
                </a:solidFill>
                <a:cs typeface="Calibri"/>
              </a:rPr>
              <a:t>PROCEDIMIENTOS </a:t>
            </a:r>
            <a:r>
              <a:rPr lang="es-PE" sz="2800" b="1" dirty="0" smtClean="0">
                <a:solidFill>
                  <a:schemeClr val="bg1"/>
                </a:solidFill>
                <a:cs typeface="Calibri"/>
              </a:rPr>
              <a:t>OPERACIONALES</a:t>
            </a:r>
            <a:br>
              <a:rPr lang="es-PE" sz="2800" b="1" dirty="0" smtClean="0">
                <a:solidFill>
                  <a:schemeClr val="bg1"/>
                </a:solidFill>
                <a:cs typeface="Calibri"/>
              </a:rPr>
            </a:br>
            <a:r>
              <a:rPr lang="es-PE" sz="2800" b="1" dirty="0" smtClean="0">
                <a:solidFill>
                  <a:schemeClr val="bg1"/>
                </a:solidFill>
                <a:cs typeface="Calibri"/>
              </a:rPr>
              <a:t>   Y </a:t>
            </a:r>
            <a:r>
              <a:rPr lang="es-PE" sz="2800" b="1" dirty="0">
                <a:solidFill>
                  <a:schemeClr val="bg1"/>
                </a:solidFill>
                <a:cs typeface="Calibri"/>
              </a:rPr>
              <a:t>RESPONSABILIDADES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AGENDA</a:t>
            </a:r>
            <a:endParaRPr lang="en-US" sz="1600" b="1" spc="-10" dirty="0">
              <a:cs typeface="Source Sans Pro"/>
            </a:endParaRPr>
          </a:p>
        </p:txBody>
      </p:sp>
      <p:graphicFrame>
        <p:nvGraphicFramePr>
          <p:cNvPr id="7" name="Diagrama 6"/>
          <p:cNvGraphicFramePr/>
          <p:nvPr>
            <p:extLst>
              <p:ext uri="{D42A27DB-BD31-4B8C-83A1-F6EECF244321}">
                <p14:modId xmlns:p14="http://schemas.microsoft.com/office/powerpoint/2010/main" val="1545542463"/>
              </p:ext>
            </p:extLst>
          </p:nvPr>
        </p:nvGraphicFramePr>
        <p:xfrm>
          <a:off x="1717386" y="1273175"/>
          <a:ext cx="5709228" cy="2879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702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graphicFrame>
        <p:nvGraphicFramePr>
          <p:cNvPr id="9" name="Diagrama 8"/>
          <p:cNvGraphicFramePr/>
          <p:nvPr>
            <p:extLst>
              <p:ext uri="{D42A27DB-BD31-4B8C-83A1-F6EECF244321}">
                <p14:modId xmlns:p14="http://schemas.microsoft.com/office/powerpoint/2010/main" val="862660087"/>
              </p:ext>
            </p:extLst>
          </p:nvPr>
        </p:nvGraphicFramePr>
        <p:xfrm>
          <a:off x="468313" y="1260917"/>
          <a:ext cx="8207375" cy="3123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
        <p:nvSpPr>
          <p:cNvPr id="13"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endParaRPr lang="en-US" sz="1600" b="1" spc="-10" dirty="0">
              <a:cs typeface="Source Sans Pro"/>
            </a:endParaRPr>
          </a:p>
        </p:txBody>
      </p:sp>
    </p:spTree>
    <p:extLst>
      <p:ext uri="{BB962C8B-B14F-4D97-AF65-F5344CB8AC3E}">
        <p14:creationId xmlns:p14="http://schemas.microsoft.com/office/powerpoint/2010/main" val="103941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graphicFrame>
        <p:nvGraphicFramePr>
          <p:cNvPr id="9" name="Diagrama 8"/>
          <p:cNvGraphicFramePr/>
          <p:nvPr>
            <p:extLst>
              <p:ext uri="{D42A27DB-BD31-4B8C-83A1-F6EECF244321}">
                <p14:modId xmlns:p14="http://schemas.microsoft.com/office/powerpoint/2010/main" val="247581196"/>
              </p:ext>
            </p:extLst>
          </p:nvPr>
        </p:nvGraphicFramePr>
        <p:xfrm>
          <a:off x="468313" y="1260917"/>
          <a:ext cx="8207375" cy="3123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
        <p:nvSpPr>
          <p:cNvPr id="13"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endParaRPr lang="en-US" sz="1600" b="1" spc="-10" dirty="0">
              <a:cs typeface="Source Sans Pro"/>
            </a:endParaRPr>
          </a:p>
        </p:txBody>
      </p:sp>
    </p:spTree>
    <p:extLst>
      <p:ext uri="{BB962C8B-B14F-4D97-AF65-F5344CB8AC3E}">
        <p14:creationId xmlns:p14="http://schemas.microsoft.com/office/powerpoint/2010/main" val="210975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OBJETIVO</a:t>
            </a:r>
          </a:p>
          <a:p>
            <a:pPr>
              <a:buSzPct val="100000"/>
              <a:tabLst>
                <a:tab pos="85725" algn="l"/>
              </a:tabLst>
            </a:pPr>
            <a:r>
              <a:rPr lang="en-US" sz="1600" b="1" spc="-10" dirty="0" smtClean="0">
                <a:cs typeface="Source Sans Pro"/>
              </a:rPr>
              <a:t>A.12.1 </a:t>
            </a:r>
            <a:r>
              <a:rPr lang="en-US" sz="1600" b="1" spc="-10" dirty="0" err="1">
                <a:cs typeface="Source Sans Pro"/>
              </a:rPr>
              <a:t>Responsabilidades</a:t>
            </a:r>
            <a:r>
              <a:rPr lang="en-US" sz="1600" b="1" spc="-10" dirty="0">
                <a:cs typeface="Source Sans Pro"/>
              </a:rPr>
              <a:t> y </a:t>
            </a:r>
            <a:r>
              <a:rPr lang="en-US" sz="1600" b="1" spc="-10" dirty="0" err="1">
                <a:cs typeface="Source Sans Pro"/>
              </a:rPr>
              <a:t>procedimientos</a:t>
            </a:r>
            <a:r>
              <a:rPr lang="en-US" sz="1600" b="1" spc="-10" dirty="0">
                <a:cs typeface="Source Sans Pro"/>
              </a:rPr>
              <a:t> de </a:t>
            </a:r>
            <a:r>
              <a:rPr lang="en-US" sz="1600" b="1" spc="-10" dirty="0" err="1">
                <a:cs typeface="Source Sans Pro"/>
              </a:rPr>
              <a:t>operación</a:t>
            </a:r>
            <a:endParaRPr lang="en-US" sz="1600" b="1" spc="-10" dirty="0">
              <a:cs typeface="Source Sans Pro"/>
            </a:endParaRPr>
          </a:p>
          <a:p>
            <a:pPr>
              <a:buSzPct val="100000"/>
              <a:tabLst>
                <a:tab pos="85725" algn="l"/>
              </a:tabLst>
            </a:pPr>
            <a:r>
              <a:rPr lang="en-US" sz="1600" b="1" spc="-10" dirty="0" err="1">
                <a:cs typeface="Source Sans Pro"/>
              </a:rPr>
              <a:t>Objetivo</a:t>
            </a:r>
            <a:r>
              <a:rPr lang="en-US" sz="1600" b="1" spc="-10" dirty="0">
                <a:cs typeface="Source Sans Pro"/>
              </a:rPr>
              <a:t>: </a:t>
            </a:r>
            <a:r>
              <a:rPr lang="en-US" sz="1600" spc="-10" dirty="0" err="1">
                <a:cs typeface="Source Sans Pro"/>
              </a:rPr>
              <a:t>Asegurar</a:t>
            </a:r>
            <a:r>
              <a:rPr lang="en-US" sz="1600" spc="-10" dirty="0">
                <a:cs typeface="Source Sans Pro"/>
              </a:rPr>
              <a:t> el </a:t>
            </a:r>
            <a:r>
              <a:rPr lang="en-US" sz="1600" spc="-10" dirty="0" err="1">
                <a:cs typeface="Source Sans Pro"/>
              </a:rPr>
              <a:t>funcionamiento</a:t>
            </a:r>
            <a:r>
              <a:rPr lang="en-US" sz="1600" spc="-10" dirty="0">
                <a:cs typeface="Source Sans Pro"/>
              </a:rPr>
              <a:t> </a:t>
            </a:r>
            <a:r>
              <a:rPr lang="en-US" sz="1600" spc="-10" dirty="0" err="1">
                <a:cs typeface="Source Sans Pro"/>
              </a:rPr>
              <a:t>correcto</a:t>
            </a:r>
            <a:r>
              <a:rPr lang="en-US" sz="1600" spc="-10" dirty="0">
                <a:cs typeface="Source Sans Pro"/>
              </a:rPr>
              <a:t> y </a:t>
            </a:r>
            <a:r>
              <a:rPr lang="en-US" sz="1600" spc="-10" dirty="0" err="1">
                <a:cs typeface="Source Sans Pro"/>
              </a:rPr>
              <a:t>seguro</a:t>
            </a:r>
            <a:r>
              <a:rPr lang="en-US" sz="1600" spc="-10" dirty="0">
                <a:cs typeface="Source Sans Pro"/>
              </a:rPr>
              <a:t> de las </a:t>
            </a:r>
            <a:r>
              <a:rPr lang="en-US" sz="1600" spc="-10" dirty="0" err="1">
                <a:cs typeface="Source Sans Pro"/>
              </a:rPr>
              <a:t>instalaciones</a:t>
            </a:r>
            <a:r>
              <a:rPr lang="en-US" sz="1600" spc="-10" dirty="0">
                <a:cs typeface="Source Sans Pro"/>
              </a:rPr>
              <a:t> de </a:t>
            </a:r>
            <a:r>
              <a:rPr lang="en-US" sz="1600" spc="-10" dirty="0" err="1">
                <a:cs typeface="Source Sans Pro"/>
              </a:rPr>
              <a:t>tratamiento</a:t>
            </a:r>
            <a:r>
              <a:rPr lang="en-US" sz="1600" spc="-10" dirty="0">
                <a:cs typeface="Source Sans Pro"/>
              </a:rPr>
              <a:t> de la </a:t>
            </a:r>
            <a:r>
              <a:rPr lang="en-US" sz="1600" spc="-10" dirty="0" err="1">
                <a:cs typeface="Source Sans Pro"/>
              </a:rPr>
              <a:t>información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40630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a:cs typeface="Source Sans Pro"/>
              </a:rPr>
              <a:t>A.12.1.1 </a:t>
            </a:r>
            <a:r>
              <a:rPr lang="en-US" sz="1600" b="1" spc="-10" dirty="0" err="1">
                <a:cs typeface="Source Sans Pro"/>
              </a:rPr>
              <a:t>Documentación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procedimientos</a:t>
            </a:r>
            <a:r>
              <a:rPr lang="en-US" sz="1600" b="1" spc="-10" dirty="0">
                <a:cs typeface="Source Sans Pro"/>
              </a:rPr>
              <a:t> de </a:t>
            </a:r>
            <a:r>
              <a:rPr lang="en-US" sz="1600" b="1" spc="-10" dirty="0" err="1">
                <a:cs typeface="Source Sans Pro"/>
              </a:rPr>
              <a:t>operación</a:t>
            </a:r>
            <a:endParaRPr lang="en-US" sz="1600" b="1" spc="-10" dirty="0">
              <a:cs typeface="Source Sans Pro"/>
            </a:endParaRPr>
          </a:p>
          <a:p>
            <a:pPr>
              <a:buSzPct val="100000"/>
              <a:tabLst>
                <a:tab pos="85725" algn="l"/>
              </a:tabLst>
            </a:pPr>
            <a:r>
              <a:rPr lang="en-US" sz="1600" spc="-10" dirty="0" smtClean="0">
                <a:cs typeface="Source Sans Pro"/>
              </a:rPr>
              <a:t>Deben </a:t>
            </a:r>
            <a:r>
              <a:rPr lang="en-US" sz="1600" spc="-10" dirty="0" err="1" smtClean="0">
                <a:cs typeface="Source Sans Pro"/>
              </a:rPr>
              <a:t>documentarse</a:t>
            </a:r>
            <a:r>
              <a:rPr lang="en-US" sz="1600" spc="-10" dirty="0" smtClean="0">
                <a:cs typeface="Source Sans Pro"/>
              </a:rPr>
              <a:t> </a:t>
            </a:r>
            <a:r>
              <a:rPr lang="en-US" sz="1600" spc="-10" dirty="0" err="1" smtClean="0">
                <a:cs typeface="Source Sans Pro"/>
              </a:rPr>
              <a:t>los</a:t>
            </a:r>
            <a:r>
              <a:rPr lang="en-US" sz="1600" spc="-10" dirty="0" smtClean="0">
                <a:cs typeface="Source Sans Pro"/>
              </a:rPr>
              <a:t> </a:t>
            </a:r>
            <a:r>
              <a:rPr lang="en-US" sz="1600" spc="-10" dirty="0" err="1" smtClean="0">
                <a:cs typeface="Source Sans Pro"/>
              </a:rPr>
              <a:t>procedimientos</a:t>
            </a:r>
            <a:r>
              <a:rPr lang="en-US" sz="1600" spc="-10" dirty="0" smtClean="0">
                <a:cs typeface="Source Sans Pro"/>
              </a:rPr>
              <a:t> de </a:t>
            </a:r>
            <a:r>
              <a:rPr lang="en-US" sz="1600" spc="-10" dirty="0" err="1" smtClean="0">
                <a:cs typeface="Source Sans Pro"/>
              </a:rPr>
              <a:t>operación</a:t>
            </a:r>
            <a:r>
              <a:rPr lang="en-US" sz="1600" spc="-10" dirty="0" smtClean="0">
                <a:cs typeface="Source Sans Pro"/>
              </a:rPr>
              <a:t> y </a:t>
            </a:r>
            <a:r>
              <a:rPr lang="en-US" sz="1600" spc="-10" dirty="0" err="1" smtClean="0">
                <a:cs typeface="Source Sans Pro"/>
              </a:rPr>
              <a:t>ponerse</a:t>
            </a:r>
            <a:r>
              <a:rPr lang="en-US" sz="1600" spc="-10" dirty="0" smtClean="0">
                <a:cs typeface="Source Sans Pro"/>
              </a:rPr>
              <a:t> a </a:t>
            </a:r>
            <a:r>
              <a:rPr lang="en-US" sz="1600" spc="-10" dirty="0" err="1" smtClean="0">
                <a:cs typeface="Source Sans Pro"/>
              </a:rPr>
              <a:t>disposición</a:t>
            </a:r>
            <a:r>
              <a:rPr lang="en-US" sz="1600" spc="-10" dirty="0" smtClean="0">
                <a:cs typeface="Source Sans Pro"/>
              </a:rPr>
              <a:t> de </a:t>
            </a:r>
            <a:r>
              <a:rPr lang="en-US" sz="1600" spc="-10" dirty="0" err="1" smtClean="0">
                <a:cs typeface="Source Sans Pro"/>
              </a:rPr>
              <a:t>todos</a:t>
            </a:r>
            <a:r>
              <a:rPr lang="en-US" sz="1600" spc="-10" dirty="0" smtClean="0">
                <a:cs typeface="Source Sans Pro"/>
              </a:rPr>
              <a:t> </a:t>
            </a:r>
            <a:r>
              <a:rPr lang="en-US" sz="1600" spc="-10" dirty="0" err="1" smtClean="0">
                <a:cs typeface="Source Sans Pro"/>
              </a:rPr>
              <a:t>los</a:t>
            </a:r>
            <a:r>
              <a:rPr lang="en-US" sz="1600" spc="-10" dirty="0" smtClean="0">
                <a:cs typeface="Source Sans Pro"/>
              </a:rPr>
              <a:t> </a:t>
            </a:r>
            <a:r>
              <a:rPr lang="en-US" sz="1600" spc="-10" dirty="0" err="1" smtClean="0">
                <a:cs typeface="Source Sans Pro"/>
              </a:rPr>
              <a:t>usuarios</a:t>
            </a:r>
            <a:r>
              <a:rPr lang="en-US" sz="1600" spc="-10" dirty="0" smtClean="0">
                <a:cs typeface="Source Sans Pro"/>
              </a:rPr>
              <a:t> que lo </a:t>
            </a:r>
            <a:r>
              <a:rPr lang="en-US" sz="1600" spc="-10" dirty="0" err="1" smtClean="0">
                <a:cs typeface="Source Sans Pro"/>
              </a:rPr>
              <a:t>necesiten</a:t>
            </a:r>
            <a:r>
              <a:rPr lang="en-US" sz="1600" spc="-10" dirty="0" smtClean="0">
                <a:cs typeface="Source Sans Pro"/>
              </a:rPr>
              <a:t>.</a:t>
            </a:r>
            <a:endParaRPr lang="en-US" sz="1600" spc="-10" dirty="0">
              <a:cs typeface="Source Sans Pro"/>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116917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a:cs typeface="Source Sans Pro"/>
              </a:rPr>
              <a:t>A.12.1.2 </a:t>
            </a:r>
            <a:r>
              <a:rPr lang="en-US" sz="1600" b="1" spc="-10" dirty="0" err="1">
                <a:cs typeface="Source Sans Pro"/>
              </a:rPr>
              <a:t>Gestión</a:t>
            </a:r>
            <a:r>
              <a:rPr lang="en-US" sz="1600" b="1" spc="-10" dirty="0">
                <a:cs typeface="Source Sans Pro"/>
              </a:rPr>
              <a:t> de </a:t>
            </a:r>
            <a:r>
              <a:rPr lang="en-US" sz="1600" b="1" spc="-10" dirty="0" err="1">
                <a:cs typeface="Source Sans Pro"/>
              </a:rPr>
              <a:t>cambios</a:t>
            </a:r>
            <a:endParaRPr lang="en-US" sz="1600" b="1" spc="-10" dirty="0">
              <a:cs typeface="Source Sans Pro"/>
            </a:endParaRPr>
          </a:p>
          <a:p>
            <a:pPr>
              <a:buSzPct val="100000"/>
              <a:tabLst>
                <a:tab pos="85725" algn="l"/>
              </a:tabLst>
            </a:pPr>
            <a:r>
              <a:rPr lang="en-US" sz="1600" spc="-10" dirty="0" err="1">
                <a:cs typeface="Source Sans Pro"/>
              </a:rPr>
              <a:t>Deberán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controlados</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cambios</a:t>
            </a:r>
            <a:r>
              <a:rPr lang="en-US" sz="1600" spc="-10" dirty="0">
                <a:cs typeface="Source Sans Pro"/>
              </a:rPr>
              <a:t> </a:t>
            </a:r>
            <a:r>
              <a:rPr lang="en-US" sz="1600" spc="-10" dirty="0" err="1">
                <a:cs typeface="Source Sans Pro"/>
              </a:rPr>
              <a:t>en</a:t>
            </a:r>
            <a:r>
              <a:rPr lang="en-US" sz="1600" spc="-10" dirty="0">
                <a:cs typeface="Source Sans Pro"/>
              </a:rPr>
              <a:t> la </a:t>
            </a:r>
            <a:r>
              <a:rPr lang="en-US" sz="1600" spc="-10" dirty="0" err="1">
                <a:cs typeface="Source Sans Pro"/>
              </a:rPr>
              <a:t>organización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procesos</a:t>
            </a:r>
            <a:r>
              <a:rPr lang="en-US" sz="1600" spc="-10" dirty="0">
                <a:cs typeface="Source Sans Pro"/>
              </a:rPr>
              <a:t> de </a:t>
            </a:r>
            <a:r>
              <a:rPr lang="en-US" sz="1600" spc="-10" dirty="0" err="1">
                <a:cs typeface="Source Sans Pro"/>
              </a:rPr>
              <a:t>negocio</a:t>
            </a:r>
            <a:r>
              <a:rPr lang="en-US" sz="1600" spc="-10" dirty="0">
                <a:cs typeface="Source Sans Pro"/>
              </a:rPr>
              <a:t>, las </a:t>
            </a:r>
            <a:r>
              <a:rPr lang="en-US" sz="1600" spc="-10" dirty="0" err="1">
                <a:cs typeface="Source Sans Pro"/>
              </a:rPr>
              <a:t>instalaciones</a:t>
            </a:r>
            <a:r>
              <a:rPr lang="en-US" sz="1600" spc="-10" dirty="0">
                <a:cs typeface="Source Sans Pro"/>
              </a:rPr>
              <a:t> y </a:t>
            </a:r>
            <a:r>
              <a:rPr lang="en-US" sz="1600" spc="-10" dirty="0" err="1">
                <a:cs typeface="Source Sans Pro"/>
              </a:rPr>
              <a:t>sistemas</a:t>
            </a:r>
            <a:r>
              <a:rPr lang="en-US" sz="1600" spc="-10" dirty="0">
                <a:cs typeface="Source Sans Pro"/>
              </a:rPr>
              <a:t> para el </a:t>
            </a:r>
            <a:r>
              <a:rPr lang="en-US" sz="1600" spc="-10" dirty="0" err="1">
                <a:cs typeface="Source Sans Pro"/>
              </a:rPr>
              <a:t>procedimiento</a:t>
            </a:r>
            <a:r>
              <a:rPr lang="en-US" sz="1600" spc="-10" dirty="0">
                <a:cs typeface="Source Sans Pro"/>
              </a:rPr>
              <a:t> de </a:t>
            </a:r>
            <a:r>
              <a:rPr lang="en-US" sz="1600" spc="-10" dirty="0" err="1">
                <a:cs typeface="Source Sans Pro"/>
              </a:rPr>
              <a:t>información</a:t>
            </a:r>
            <a:r>
              <a:rPr lang="en-US" sz="1600" spc="-10" dirty="0">
                <a:cs typeface="Source Sans Pro"/>
              </a:rPr>
              <a:t> que </a:t>
            </a:r>
            <a:r>
              <a:rPr lang="en-US" sz="1600" spc="-10" dirty="0" err="1">
                <a:cs typeface="Source Sans Pro"/>
              </a:rPr>
              <a:t>afecta</a:t>
            </a:r>
            <a:r>
              <a:rPr lang="en-US" sz="1600" spc="-10" dirty="0">
                <a:cs typeface="Source Sans Pro"/>
              </a:rPr>
              <a:t> a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pic>
        <p:nvPicPr>
          <p:cNvPr id="5" name="Imagen 4"/>
          <p:cNvPicPr>
            <a:picLocks noChangeAspect="1"/>
          </p:cNvPicPr>
          <p:nvPr/>
        </p:nvPicPr>
        <p:blipFill rotWithShape="1">
          <a:blip r:embed="rId3">
            <a:extLst>
              <a:ext uri="{28A0092B-C50C-407E-A947-70E740481C1C}">
                <a14:useLocalDpi xmlns:a14="http://schemas.microsoft.com/office/drawing/2010/main" val="0"/>
              </a:ext>
            </a:extLst>
          </a:blip>
          <a:srcRect t="8425" b="7008"/>
          <a:stretch/>
        </p:blipFill>
        <p:spPr>
          <a:xfrm>
            <a:off x="1575943" y="2146388"/>
            <a:ext cx="5992114" cy="3009991"/>
          </a:xfrm>
          <a:prstGeom prst="rect">
            <a:avLst/>
          </a:prstGeom>
        </p:spPr>
      </p:pic>
    </p:spTree>
    <p:extLst>
      <p:ext uri="{BB962C8B-B14F-4D97-AF65-F5344CB8AC3E}">
        <p14:creationId xmlns:p14="http://schemas.microsoft.com/office/powerpoint/2010/main" val="43917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a:cs typeface="Source Sans Pro"/>
              </a:rPr>
              <a:t>A.12.1.3 </a:t>
            </a:r>
            <a:r>
              <a:rPr lang="en-US" sz="1600" b="1" spc="-10" dirty="0" err="1">
                <a:cs typeface="Source Sans Pro"/>
              </a:rPr>
              <a:t>Gestión</a:t>
            </a:r>
            <a:r>
              <a:rPr lang="en-US" sz="1600" b="1" spc="-10" dirty="0">
                <a:cs typeface="Source Sans Pro"/>
              </a:rPr>
              <a:t> de </a:t>
            </a:r>
            <a:r>
              <a:rPr lang="en-US" sz="1600" b="1" spc="-10" dirty="0" err="1">
                <a:cs typeface="Source Sans Pro"/>
              </a:rPr>
              <a:t>capacidades</a:t>
            </a:r>
            <a:endParaRPr lang="en-US" sz="1600" b="1" spc="-10" dirty="0">
              <a:cs typeface="Source Sans Pro"/>
            </a:endParaRPr>
          </a:p>
          <a:p>
            <a:pPr>
              <a:buSzPct val="100000"/>
              <a:tabLst>
                <a:tab pos="85725" algn="l"/>
              </a:tabLst>
            </a:pPr>
            <a:r>
              <a:rPr lang="en-US" sz="1600" spc="-10" dirty="0">
                <a:cs typeface="Source Sans Pro"/>
              </a:rPr>
              <a:t>El</a:t>
            </a:r>
            <a:r>
              <a:rPr lang="en-US" sz="1600" b="1" spc="-10" dirty="0">
                <a:cs typeface="Source Sans Pro"/>
              </a:rPr>
              <a:t> </a:t>
            </a:r>
            <a:r>
              <a:rPr lang="en-US" sz="1600" spc="-10" dirty="0" err="1">
                <a:cs typeface="Source Sans Pro"/>
              </a:rPr>
              <a:t>uso</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recursos</a:t>
            </a:r>
            <a:r>
              <a:rPr lang="en-US" sz="1600" spc="-10" dirty="0">
                <a:cs typeface="Source Sans Pro"/>
              </a:rPr>
              <a:t> se </a:t>
            </a:r>
            <a:r>
              <a:rPr lang="en-US" sz="1600" spc="-10" dirty="0" err="1">
                <a:cs typeface="Source Sans Pro"/>
              </a:rPr>
              <a:t>debe</a:t>
            </a:r>
            <a:r>
              <a:rPr lang="en-US" sz="1600" spc="-10" dirty="0">
                <a:cs typeface="Source Sans Pro"/>
              </a:rPr>
              <a:t> </a:t>
            </a:r>
            <a:r>
              <a:rPr lang="en-US" sz="1600" spc="-10" dirty="0" err="1">
                <a:cs typeface="Source Sans Pro"/>
              </a:rPr>
              <a:t>supervisar</a:t>
            </a:r>
            <a:r>
              <a:rPr lang="en-US" sz="1600" spc="-10" dirty="0">
                <a:cs typeface="Source Sans Pro"/>
              </a:rPr>
              <a:t> y </a:t>
            </a:r>
            <a:r>
              <a:rPr lang="en-US" sz="1600" spc="-10" dirty="0" err="1">
                <a:cs typeface="Source Sans Pro"/>
              </a:rPr>
              <a:t>ajustar</a:t>
            </a:r>
            <a:r>
              <a:rPr lang="en-US" sz="1600" spc="-10" dirty="0">
                <a:cs typeface="Source Sans Pro"/>
              </a:rPr>
              <a:t> </a:t>
            </a:r>
            <a:r>
              <a:rPr lang="en-US" sz="1600" spc="-10" dirty="0" err="1">
                <a:cs typeface="Source Sans Pro"/>
              </a:rPr>
              <a:t>así</a:t>
            </a:r>
            <a:r>
              <a:rPr lang="en-US" sz="1600" spc="-10" dirty="0">
                <a:cs typeface="Source Sans Pro"/>
              </a:rPr>
              <a:t> </a:t>
            </a:r>
            <a:r>
              <a:rPr lang="en-US" sz="1600" spc="-10" dirty="0" err="1">
                <a:cs typeface="Source Sans Pro"/>
              </a:rPr>
              <a:t>como</a:t>
            </a:r>
            <a:r>
              <a:rPr lang="en-US" sz="1600" spc="-10" dirty="0">
                <a:cs typeface="Source Sans Pro"/>
              </a:rPr>
              <a:t> </a:t>
            </a:r>
            <a:r>
              <a:rPr lang="en-US" sz="1600" spc="-10" dirty="0" err="1">
                <a:cs typeface="Source Sans Pro"/>
              </a:rPr>
              <a:t>realizar</a:t>
            </a:r>
            <a:r>
              <a:rPr lang="en-US" sz="1600" spc="-10" dirty="0">
                <a:cs typeface="Source Sans Pro"/>
              </a:rPr>
              <a:t> </a:t>
            </a:r>
            <a:r>
              <a:rPr lang="en-US" sz="1600" spc="-10" dirty="0" err="1">
                <a:cs typeface="Source Sans Pro"/>
              </a:rPr>
              <a:t>proyecciones</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requisitos</a:t>
            </a:r>
            <a:r>
              <a:rPr lang="en-US" sz="1600" spc="-10" dirty="0">
                <a:cs typeface="Source Sans Pro"/>
              </a:rPr>
              <a:t> </a:t>
            </a:r>
            <a:r>
              <a:rPr lang="en-US" sz="1600" spc="-10" dirty="0" err="1">
                <a:cs typeface="Source Sans Pro"/>
              </a:rPr>
              <a:t>futuros</a:t>
            </a:r>
            <a:r>
              <a:rPr lang="en-US" sz="1600" spc="-10" dirty="0">
                <a:cs typeface="Source Sans Pro"/>
              </a:rPr>
              <a:t> de </a:t>
            </a:r>
            <a:r>
              <a:rPr lang="en-US" sz="1600" spc="-10" dirty="0" err="1">
                <a:cs typeface="Source Sans Pro"/>
              </a:rPr>
              <a:t>capacidad</a:t>
            </a:r>
            <a:r>
              <a:rPr lang="en-US" sz="1600" spc="-10" dirty="0">
                <a:cs typeface="Source Sans Pro"/>
              </a:rPr>
              <a:t>, para </a:t>
            </a:r>
            <a:r>
              <a:rPr lang="en-US" sz="1600" spc="-10" dirty="0" err="1">
                <a:cs typeface="Source Sans Pro"/>
              </a:rPr>
              <a:t>garantizar</a:t>
            </a:r>
            <a:r>
              <a:rPr lang="en-US" sz="1600" spc="-10" dirty="0">
                <a:cs typeface="Source Sans Pro"/>
              </a:rPr>
              <a:t> el </a:t>
            </a:r>
            <a:r>
              <a:rPr lang="en-US" sz="1600" spc="-10" dirty="0" err="1">
                <a:cs typeface="Source Sans Pro"/>
              </a:rPr>
              <a:t>comportamiento</a:t>
            </a:r>
            <a:r>
              <a:rPr lang="en-US" sz="1600" spc="-10" dirty="0">
                <a:cs typeface="Source Sans Pro"/>
              </a:rPr>
              <a:t> </a:t>
            </a:r>
            <a:r>
              <a:rPr lang="en-US" sz="1600" spc="-10" dirty="0" err="1">
                <a:cs typeface="Source Sans Pro"/>
              </a:rPr>
              <a:t>requerido</a:t>
            </a:r>
            <a:r>
              <a:rPr lang="en-US" sz="1600" spc="-10" dirty="0">
                <a:cs typeface="Source Sans Pro"/>
              </a:rPr>
              <a:t> del </a:t>
            </a:r>
            <a:r>
              <a:rPr lang="en-US" sz="1600" spc="-10" dirty="0" err="1">
                <a:cs typeface="Source Sans Pro"/>
              </a:rPr>
              <a:t>sistema</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pic>
        <p:nvPicPr>
          <p:cNvPr id="10" name="Picture 2" descr="Resultado de imagen para improving softw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334" y="2373330"/>
            <a:ext cx="4608389" cy="21509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Resultado de imagen para improving softwa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6576" y="2524836"/>
            <a:ext cx="3028508" cy="2016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68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a:cs typeface="Source Sans Pro"/>
              </a:rPr>
              <a:t>A.12.1.4 </a:t>
            </a:r>
            <a:r>
              <a:rPr lang="en-US" sz="1600" b="1" spc="-10" dirty="0" err="1">
                <a:cs typeface="Source Sans Pro"/>
              </a:rPr>
              <a:t>Separación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entornos</a:t>
            </a:r>
            <a:r>
              <a:rPr lang="en-US" sz="1600" b="1" spc="-10" dirty="0">
                <a:cs typeface="Source Sans Pro"/>
              </a:rPr>
              <a:t> de </a:t>
            </a:r>
            <a:r>
              <a:rPr lang="en-US" sz="1600" b="1" spc="-10" dirty="0" err="1">
                <a:cs typeface="Source Sans Pro"/>
              </a:rPr>
              <a:t>desarrollo</a:t>
            </a:r>
            <a:r>
              <a:rPr lang="en-US" sz="1600" b="1" spc="-10" dirty="0">
                <a:cs typeface="Source Sans Pro"/>
              </a:rPr>
              <a:t>, de </a:t>
            </a:r>
            <a:r>
              <a:rPr lang="en-US" sz="1600" b="1" spc="-10" dirty="0" err="1">
                <a:cs typeface="Source Sans Pro"/>
              </a:rPr>
              <a:t>prueba</a:t>
            </a:r>
            <a:r>
              <a:rPr lang="en-US" sz="1600" b="1" spc="-10" dirty="0">
                <a:cs typeface="Source Sans Pro"/>
              </a:rPr>
              <a:t> y </a:t>
            </a:r>
            <a:r>
              <a:rPr lang="en-US" sz="1600" b="1" spc="-10" dirty="0" err="1">
                <a:cs typeface="Source Sans Pro"/>
              </a:rPr>
              <a:t>operativos</a:t>
            </a:r>
            <a:endParaRPr lang="en-US" sz="1600" b="1" spc="-10" dirty="0">
              <a:cs typeface="Source Sans Pro"/>
            </a:endParaRPr>
          </a:p>
          <a:p>
            <a:pPr>
              <a:buSzPct val="100000"/>
              <a:tabLst>
                <a:tab pos="85725" algn="l"/>
              </a:tabLst>
            </a:pPr>
            <a:r>
              <a:rPr lang="en-US" sz="1600" spc="-10" dirty="0">
                <a:cs typeface="Source Sans Pro"/>
              </a:rPr>
              <a:t>Las </a:t>
            </a:r>
            <a:r>
              <a:rPr lang="en-US" sz="1600" spc="-10" dirty="0" err="1">
                <a:cs typeface="Source Sans Pro"/>
              </a:rPr>
              <a:t>instalaciones</a:t>
            </a:r>
            <a:r>
              <a:rPr lang="en-US" sz="1600" spc="-10" dirty="0">
                <a:cs typeface="Source Sans Pro"/>
              </a:rPr>
              <a:t> de </a:t>
            </a:r>
            <a:r>
              <a:rPr lang="en-US" sz="1600" spc="-10" dirty="0" err="1">
                <a:cs typeface="Source Sans Pro"/>
              </a:rPr>
              <a:t>desarrollo</a:t>
            </a:r>
            <a:r>
              <a:rPr lang="en-US" sz="1600" spc="-10" dirty="0">
                <a:cs typeface="Source Sans Pro"/>
              </a:rPr>
              <a:t>, </a:t>
            </a:r>
            <a:r>
              <a:rPr lang="en-US" sz="1600" spc="-10" dirty="0" err="1">
                <a:cs typeface="Source Sans Pro"/>
              </a:rPr>
              <a:t>pruebas</a:t>
            </a:r>
            <a:r>
              <a:rPr lang="en-US" sz="1600" spc="-10" dirty="0">
                <a:cs typeface="Source Sans Pro"/>
              </a:rPr>
              <a:t> y </a:t>
            </a:r>
            <a:r>
              <a:rPr lang="en-US" sz="1600" spc="-10" dirty="0" err="1">
                <a:cs typeface="Source Sans Pro"/>
              </a:rPr>
              <a:t>operativas</a:t>
            </a:r>
            <a:r>
              <a:rPr lang="en-US" sz="1600" spc="-10" dirty="0">
                <a:cs typeface="Source Sans Pro"/>
              </a:rPr>
              <a:t>, </a:t>
            </a:r>
            <a:r>
              <a:rPr lang="en-US" sz="1600" spc="-10" dirty="0" err="1">
                <a:cs typeface="Source Sans Pro"/>
              </a:rPr>
              <a:t>deberán</a:t>
            </a:r>
            <a:r>
              <a:rPr lang="en-US" sz="1600" spc="-10" dirty="0">
                <a:cs typeface="Source Sans Pro"/>
              </a:rPr>
              <a:t> </a:t>
            </a:r>
            <a:r>
              <a:rPr lang="en-US" sz="1600" spc="-10" dirty="0" err="1">
                <a:cs typeface="Source Sans Pro"/>
              </a:rPr>
              <a:t>estar</a:t>
            </a:r>
            <a:r>
              <a:rPr lang="en-US" sz="1600" spc="-10" dirty="0">
                <a:cs typeface="Source Sans Pro"/>
              </a:rPr>
              <a:t> </a:t>
            </a:r>
            <a:r>
              <a:rPr lang="en-US" sz="1600" spc="-10" dirty="0" err="1">
                <a:cs typeface="Source Sans Pro"/>
              </a:rPr>
              <a:t>separados</a:t>
            </a:r>
            <a:r>
              <a:rPr lang="en-US" sz="1600" spc="-10" dirty="0">
                <a:cs typeface="Source Sans Pro"/>
              </a:rPr>
              <a:t> para </a:t>
            </a:r>
            <a:r>
              <a:rPr lang="en-US" sz="1600" spc="-10" dirty="0" err="1">
                <a:cs typeface="Source Sans Pro"/>
              </a:rPr>
              <a:t>reducir</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riesgos</a:t>
            </a:r>
            <a:r>
              <a:rPr lang="en-US" sz="1600" spc="-10" dirty="0">
                <a:cs typeface="Source Sans Pro"/>
              </a:rPr>
              <a:t> de </a:t>
            </a:r>
            <a:r>
              <a:rPr lang="en-US" sz="1600" spc="-10" dirty="0" err="1">
                <a:cs typeface="Source Sans Pro"/>
              </a:rPr>
              <a:t>acceso</a:t>
            </a:r>
            <a:r>
              <a:rPr lang="en-US" sz="1600" spc="-10" dirty="0">
                <a:cs typeface="Source Sans Pro"/>
              </a:rPr>
              <a:t> no </a:t>
            </a:r>
            <a:r>
              <a:rPr lang="en-US" sz="1600" spc="-10" dirty="0" err="1">
                <a:cs typeface="Source Sans Pro"/>
              </a:rPr>
              <a:t>autorizado</a:t>
            </a:r>
            <a:r>
              <a:rPr lang="en-US" sz="1600" spc="-10" dirty="0">
                <a:cs typeface="Source Sans Pro"/>
              </a:rPr>
              <a:t> o </a:t>
            </a:r>
            <a:r>
              <a:rPr lang="en-US" sz="1600" spc="-10" dirty="0" err="1">
                <a:cs typeface="Source Sans Pro"/>
              </a:rPr>
              <a:t>cambios</a:t>
            </a:r>
            <a:r>
              <a:rPr lang="en-US" sz="1600" spc="-10" dirty="0">
                <a:cs typeface="Source Sans Pro"/>
              </a:rPr>
              <a:t> al </a:t>
            </a:r>
            <a:r>
              <a:rPr lang="en-US" sz="1600" spc="-10" dirty="0" err="1">
                <a:cs typeface="Source Sans Pro"/>
              </a:rPr>
              <a:t>sistema</a:t>
            </a:r>
            <a:r>
              <a:rPr lang="en-US" sz="1600" spc="-10" dirty="0">
                <a:cs typeface="Source Sans Pro"/>
              </a:rPr>
              <a:t> </a:t>
            </a:r>
            <a:r>
              <a:rPr lang="en-US" sz="1600" spc="-10" dirty="0" err="1">
                <a:cs typeface="Source Sans Pro"/>
              </a:rPr>
              <a:t>operativo</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467860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95465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err="1">
                <a:cs typeface="Source Sans Pro"/>
              </a:rPr>
              <a:t>Ambiente</a:t>
            </a:r>
            <a:r>
              <a:rPr lang="en-US" sz="1600" b="1" spc="-10" dirty="0">
                <a:cs typeface="Source Sans Pro"/>
              </a:rPr>
              <a:t> de </a:t>
            </a:r>
            <a:r>
              <a:rPr lang="en-US" sz="1600" b="1" spc="-10" dirty="0" err="1">
                <a:cs typeface="Source Sans Pro"/>
              </a:rPr>
              <a:t>Desarrollo</a:t>
            </a:r>
            <a:endParaRPr lang="en-US" sz="1600" b="1" spc="-10" dirty="0">
              <a:cs typeface="Source Sans Pro"/>
            </a:endParaRPr>
          </a:p>
          <a:p>
            <a:pPr>
              <a:buSzPct val="100000"/>
              <a:tabLst>
                <a:tab pos="85725" algn="l"/>
              </a:tabLst>
            </a:pPr>
            <a:r>
              <a:rPr lang="en-US" sz="1600" spc="-10" dirty="0" err="1">
                <a:cs typeface="Source Sans Pro"/>
              </a:rPr>
              <a:t>Debe</a:t>
            </a:r>
            <a:r>
              <a:rPr lang="en-US" sz="1600" spc="-10" dirty="0">
                <a:cs typeface="Source Sans Pro"/>
              </a:rPr>
              <a:t> </a:t>
            </a:r>
            <a:r>
              <a:rPr lang="en-US" sz="1600" spc="-10" dirty="0" err="1">
                <a:cs typeface="Source Sans Pro"/>
              </a:rPr>
              <a:t>disponer</a:t>
            </a:r>
            <a:r>
              <a:rPr lang="en-US" sz="1600" spc="-10" dirty="0">
                <a:cs typeface="Source Sans Pro"/>
              </a:rPr>
              <a:t> de </a:t>
            </a:r>
            <a:r>
              <a:rPr lang="en-US" sz="1600" spc="-10" dirty="0" err="1">
                <a:cs typeface="Source Sans Pro"/>
              </a:rPr>
              <a:t>herramientas</a:t>
            </a:r>
            <a:r>
              <a:rPr lang="en-US" sz="1600" spc="-10" dirty="0">
                <a:cs typeface="Source Sans Pro"/>
              </a:rPr>
              <a:t> de:</a:t>
            </a:r>
          </a:p>
          <a:p>
            <a:pPr marL="184150" indent="-184150">
              <a:buSzPct val="100000"/>
              <a:buFont typeface="Arial" charset="0"/>
              <a:buChar char="•"/>
              <a:tabLst>
                <a:tab pos="85725" algn="l"/>
              </a:tabLst>
            </a:pPr>
            <a:r>
              <a:rPr lang="en-US" sz="1600" spc="-10" dirty="0" err="1">
                <a:cs typeface="Source Sans Pro"/>
              </a:rPr>
              <a:t>Desarrollo</a:t>
            </a:r>
            <a:r>
              <a:rPr lang="en-US" sz="1600" spc="-10" dirty="0">
                <a:cs typeface="Source Sans Pro"/>
              </a:rPr>
              <a:t>, </a:t>
            </a:r>
            <a:r>
              <a:rPr lang="en-US" sz="1600" spc="-10" dirty="0" err="1">
                <a:cs typeface="Source Sans Pro"/>
              </a:rPr>
              <a:t>instalado</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Logging </a:t>
            </a:r>
            <a:r>
              <a:rPr lang="en-US" sz="1600" spc="-10" dirty="0">
                <a:cs typeface="Source Sans Pro"/>
              </a:rPr>
              <a:t>(</a:t>
            </a:r>
            <a:r>
              <a:rPr lang="en-US" sz="1600" spc="-10" dirty="0" err="1">
                <a:cs typeface="Source Sans Pro"/>
              </a:rPr>
              <a:t>bitácoras</a:t>
            </a:r>
            <a:r>
              <a:rPr lang="en-US" sz="1600" spc="-10" dirty="0">
                <a:cs typeface="Source Sans Pro"/>
              </a:rPr>
              <a:t>), </a:t>
            </a:r>
            <a:r>
              <a:rPr lang="en-US" sz="1600" spc="-10" dirty="0" err="1">
                <a:cs typeface="Source Sans Pro"/>
              </a:rPr>
              <a:t>monitoreo</a:t>
            </a:r>
            <a:r>
              <a:rPr lang="en-US" sz="1600" spc="-10" dirty="0">
                <a:cs typeface="Source Sans Pro"/>
              </a:rPr>
              <a:t> de </a:t>
            </a:r>
            <a:r>
              <a:rPr lang="en-US" sz="1600" spc="-10" dirty="0" err="1">
                <a:cs typeface="Source Sans Pro"/>
              </a:rPr>
              <a:t>desempeño</a:t>
            </a:r>
            <a:r>
              <a:rPr lang="en-US" sz="1600" spc="-10" dirty="0">
                <a:cs typeface="Source Sans Pro"/>
              </a:rPr>
              <a:t> y debugging.</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Control </a:t>
            </a:r>
            <a:r>
              <a:rPr lang="en-US" sz="1600" spc="-10" dirty="0">
                <a:cs typeface="Source Sans Pro"/>
              </a:rPr>
              <a:t>de </a:t>
            </a:r>
            <a:r>
              <a:rPr lang="en-US" sz="1600" spc="-10" dirty="0" err="1">
                <a:cs typeface="Source Sans Pro"/>
              </a:rPr>
              <a:t>versiones</a:t>
            </a:r>
            <a:r>
              <a:rPr lang="en-US" sz="1600" spc="-10" dirty="0">
                <a:cs typeface="Source Sans Pro"/>
              </a:rPr>
              <a:t> </a:t>
            </a:r>
            <a:r>
              <a:rPr lang="en-US" sz="1600" spc="-10" dirty="0" err="1">
                <a:cs typeface="Source Sans Pro"/>
              </a:rPr>
              <a:t>automatizado</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Herramientas</a:t>
            </a:r>
            <a:r>
              <a:rPr lang="en-US" sz="1600" spc="-10" dirty="0" smtClean="0">
                <a:cs typeface="Source Sans Pro"/>
              </a:rPr>
              <a:t> </a:t>
            </a:r>
            <a:r>
              <a:rPr lang="en-US" sz="1600" spc="-10" dirty="0">
                <a:cs typeface="Source Sans Pro"/>
              </a:rPr>
              <a:t>de </a:t>
            </a:r>
            <a:r>
              <a:rPr lang="en-US" sz="1600" spc="-10" dirty="0" err="1">
                <a:cs typeface="Source Sans Pro"/>
              </a:rPr>
              <a:t>gestión</a:t>
            </a:r>
            <a:r>
              <a:rPr lang="en-US" sz="1600" spc="-10" dirty="0">
                <a:cs typeface="Source Sans Pro"/>
              </a:rPr>
              <a:t> de </a:t>
            </a:r>
            <a:r>
              <a:rPr lang="en-US" sz="1600" spc="-10" dirty="0" err="1">
                <a:cs typeface="Source Sans Pro"/>
              </a:rPr>
              <a:t>compilaciones</a:t>
            </a:r>
            <a:r>
              <a:rPr lang="en-US" sz="1600" spc="-10" dirty="0">
                <a:cs typeface="Source Sans Pro"/>
              </a:rPr>
              <a:t> (</a:t>
            </a:r>
            <a:r>
              <a:rPr lang="en-US" sz="1600" spc="-10" dirty="0" err="1">
                <a:cs typeface="Source Sans Pro"/>
              </a:rPr>
              <a:t>Buil</a:t>
            </a:r>
            <a:r>
              <a:rPr lang="en-US" sz="1600" spc="-10" dirty="0">
                <a:cs typeface="Source Sans Pro"/>
              </a:rPr>
              <a:t> Management)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Administrador</a:t>
            </a:r>
            <a:r>
              <a:rPr lang="en-US" sz="1600" spc="-10" dirty="0" smtClean="0">
                <a:cs typeface="Source Sans Pro"/>
              </a:rPr>
              <a:t> </a:t>
            </a:r>
            <a:r>
              <a:rPr lang="en-US" sz="1600" spc="-10" dirty="0">
                <a:cs typeface="Source Sans Pro"/>
              </a:rPr>
              <a:t>de </a:t>
            </a:r>
            <a:r>
              <a:rPr lang="en-US" sz="1600" spc="-10" dirty="0" err="1">
                <a:cs typeface="Source Sans Pro"/>
              </a:rPr>
              <a:t>código</a:t>
            </a:r>
            <a:r>
              <a:rPr lang="en-US" sz="1600" spc="-10" dirty="0">
                <a:cs typeface="Source Sans Pro"/>
              </a:rPr>
              <a:t> </a:t>
            </a:r>
            <a:r>
              <a:rPr lang="en-US" sz="1600" spc="-10" dirty="0" err="1">
                <a:cs typeface="Source Sans Pro"/>
              </a:rPr>
              <a:t>fuente</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252027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3200876"/>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err="1">
                <a:cs typeface="Source Sans Pro"/>
              </a:rPr>
              <a:t>Ambiente</a:t>
            </a:r>
            <a:r>
              <a:rPr lang="en-US" sz="1600" b="1" spc="-10" dirty="0">
                <a:cs typeface="Source Sans Pro"/>
              </a:rPr>
              <a:t> de </a:t>
            </a:r>
            <a:r>
              <a:rPr lang="en-US" sz="1600" b="1" spc="-10" dirty="0" err="1">
                <a:cs typeface="Source Sans Pro"/>
              </a:rPr>
              <a:t>Desarrollo</a:t>
            </a:r>
            <a:r>
              <a:rPr lang="en-US" sz="1600" b="1" spc="-10" dirty="0">
                <a:cs typeface="Source Sans Pro"/>
              </a:rPr>
              <a:t> – </a:t>
            </a:r>
            <a:r>
              <a:rPr lang="en-US" sz="1600" b="1" spc="-10" dirty="0" err="1">
                <a:cs typeface="Source Sans Pro"/>
              </a:rPr>
              <a:t>Requisitos</a:t>
            </a:r>
            <a:r>
              <a:rPr lang="en-US" sz="1600" b="1" spc="-10" dirty="0">
                <a:cs typeface="Source Sans Pro"/>
              </a:rPr>
              <a:t> de </a:t>
            </a:r>
            <a:r>
              <a:rPr lang="en-US" sz="1600" b="1" spc="-10" dirty="0" err="1">
                <a:cs typeface="Source Sans Pro"/>
              </a:rPr>
              <a:t>operación</a:t>
            </a:r>
            <a:r>
              <a:rPr lang="en-US" sz="1600" b="1" spc="-10" dirty="0">
                <a:cs typeface="Source Sans Pro"/>
              </a:rPr>
              <a:t> </a:t>
            </a:r>
            <a:endParaRPr lang="en-US" sz="1600" b="1" spc="-10" dirty="0" smtClean="0">
              <a:cs typeface="Source Sans Pro"/>
            </a:endParaRPr>
          </a:p>
          <a:p>
            <a:pPr marL="184150" indent="-184150">
              <a:buSzPct val="100000"/>
              <a:buFont typeface="Arial" charset="0"/>
              <a:buChar char="•"/>
              <a:tabLst>
                <a:tab pos="85725" algn="l"/>
              </a:tabLst>
            </a:pPr>
            <a:r>
              <a:rPr lang="en-US" sz="1600" spc="-10" dirty="0">
                <a:cs typeface="Source Sans Pro"/>
              </a:rPr>
              <a:t>Se </a:t>
            </a:r>
            <a:r>
              <a:rPr lang="en-US" sz="1600" spc="-10" dirty="0" err="1">
                <a:cs typeface="Source Sans Pro"/>
              </a:rPr>
              <a:t>debe</a:t>
            </a:r>
            <a:r>
              <a:rPr lang="en-US" sz="1600" spc="-10" dirty="0">
                <a:cs typeface="Source Sans Pro"/>
              </a:rPr>
              <a:t> </a:t>
            </a:r>
            <a:r>
              <a:rPr lang="en-US" sz="1600" spc="-10" dirty="0" err="1">
                <a:cs typeface="Source Sans Pro"/>
              </a:rPr>
              <a:t>solicitar</a:t>
            </a:r>
            <a:r>
              <a:rPr lang="en-US" sz="1600" spc="-10" dirty="0">
                <a:cs typeface="Source Sans Pro"/>
              </a:rPr>
              <a:t> con </a:t>
            </a:r>
            <a:r>
              <a:rPr lang="en-US" sz="1600" spc="-10" dirty="0" err="1">
                <a:cs typeface="Source Sans Pro"/>
              </a:rPr>
              <a:t>antelación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requerimientos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requerimientos</a:t>
            </a:r>
            <a:r>
              <a:rPr lang="en-US" sz="1600" spc="-10" dirty="0">
                <a:cs typeface="Source Sans Pro"/>
              </a:rPr>
              <a:t> </a:t>
            </a:r>
            <a:r>
              <a:rPr lang="en-US" sz="1600" spc="-10" dirty="0" err="1">
                <a:cs typeface="Source Sans Pro"/>
              </a:rPr>
              <a:t>deben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documentados</a:t>
            </a:r>
            <a:r>
              <a:rPr lang="en-US" sz="1600" spc="-10" dirty="0">
                <a:cs typeface="Source Sans Pro"/>
              </a:rPr>
              <a:t> </a:t>
            </a:r>
            <a:r>
              <a:rPr lang="en-US" sz="1600" spc="-10" dirty="0" err="1">
                <a:cs typeface="Source Sans Pro"/>
              </a:rPr>
              <a:t>por</a:t>
            </a:r>
            <a:r>
              <a:rPr lang="en-US" sz="1600" spc="-10" dirty="0">
                <a:cs typeface="Source Sans Pro"/>
              </a:rPr>
              <a:t> </a:t>
            </a:r>
            <a:r>
              <a:rPr lang="en-US" sz="1600" spc="-10" dirty="0" err="1">
                <a:cs typeface="Source Sans Pro"/>
              </a:rPr>
              <a:t>cada</a:t>
            </a:r>
            <a:r>
              <a:rPr lang="en-US" sz="1600" spc="-10" dirty="0">
                <a:cs typeface="Source Sans Pro"/>
              </a:rPr>
              <a:t> </a:t>
            </a:r>
            <a:r>
              <a:rPr lang="en-US" sz="1600" spc="-10" dirty="0" err="1">
                <a:cs typeface="Source Sans Pro"/>
              </a:rPr>
              <a:t>proyecto</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ambientes</a:t>
            </a:r>
            <a:r>
              <a:rPr lang="en-US" sz="1600" spc="-10" dirty="0">
                <a:cs typeface="Source Sans Pro"/>
              </a:rPr>
              <a:t> de </a:t>
            </a:r>
            <a:r>
              <a:rPr lang="en-US" sz="1600" spc="-10" dirty="0" err="1">
                <a:cs typeface="Source Sans Pro"/>
              </a:rPr>
              <a:t>desarrollado</a:t>
            </a:r>
            <a:r>
              <a:rPr lang="en-US" sz="1600" spc="-10" dirty="0">
                <a:cs typeface="Source Sans Pro"/>
              </a:rPr>
              <a:t> </a:t>
            </a:r>
            <a:r>
              <a:rPr lang="en-US" sz="1600" spc="-10" dirty="0" err="1">
                <a:cs typeface="Source Sans Pro"/>
              </a:rPr>
              <a:t>deben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usados</a:t>
            </a:r>
            <a:r>
              <a:rPr lang="en-US" sz="1600" spc="-10" dirty="0">
                <a:cs typeface="Source Sans Pro"/>
              </a:rPr>
              <a:t> </a:t>
            </a:r>
            <a:r>
              <a:rPr lang="en-US" sz="1600" spc="-10" dirty="0" err="1">
                <a:cs typeface="Source Sans Pro"/>
              </a:rPr>
              <a:t>estrictamente</a:t>
            </a:r>
            <a:r>
              <a:rPr lang="en-US" sz="1600" spc="-10" dirty="0">
                <a:cs typeface="Source Sans Pro"/>
              </a:rPr>
              <a:t> </a:t>
            </a:r>
            <a:r>
              <a:rPr lang="en-US" sz="1600" spc="-10" dirty="0" err="1">
                <a:cs typeface="Source Sans Pro"/>
              </a:rPr>
              <a:t>sólo</a:t>
            </a:r>
            <a:r>
              <a:rPr lang="en-US" sz="1600" spc="-10" dirty="0">
                <a:cs typeface="Source Sans Pro"/>
              </a:rPr>
              <a:t> para </a:t>
            </a:r>
            <a:r>
              <a:rPr lang="en-US" sz="1600" spc="-10" dirty="0" err="1">
                <a:cs typeface="Source Sans Pro"/>
              </a:rPr>
              <a:t>desarrollo</a:t>
            </a:r>
            <a:r>
              <a:rPr lang="en-US" sz="1600" spc="-10" dirty="0">
                <a:cs typeface="Source Sans Pro"/>
              </a:rPr>
              <a:t> y </a:t>
            </a:r>
            <a:r>
              <a:rPr lang="en-US" sz="1600" spc="-10" dirty="0" err="1">
                <a:cs typeface="Source Sans Pro"/>
              </a:rPr>
              <a:t>pruebas</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desarrolladores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desarrolladores</a:t>
            </a:r>
            <a:r>
              <a:rPr lang="en-US" sz="1600" spc="-10" dirty="0">
                <a:cs typeface="Source Sans Pro"/>
              </a:rPr>
              <a:t> </a:t>
            </a:r>
            <a:r>
              <a:rPr lang="en-US" sz="1600" spc="-10" dirty="0" err="1">
                <a:cs typeface="Source Sans Pro"/>
              </a:rPr>
              <a:t>deben</a:t>
            </a:r>
            <a:r>
              <a:rPr lang="en-US" sz="1600" spc="-10" dirty="0">
                <a:cs typeface="Source Sans Pro"/>
              </a:rPr>
              <a:t> </a:t>
            </a:r>
            <a:r>
              <a:rPr lang="en-US" sz="1600" spc="-10" dirty="0" err="1">
                <a:cs typeface="Source Sans Pro"/>
              </a:rPr>
              <a:t>realizar</a:t>
            </a:r>
            <a:r>
              <a:rPr lang="en-US" sz="1600" spc="-10" dirty="0">
                <a:cs typeface="Source Sans Pro"/>
              </a:rPr>
              <a:t> </a:t>
            </a:r>
            <a:r>
              <a:rPr lang="en-US" sz="1600" spc="-10" dirty="0" err="1">
                <a:cs typeface="Source Sans Pro"/>
              </a:rPr>
              <a:t>su</a:t>
            </a:r>
            <a:r>
              <a:rPr lang="en-US" sz="1600" spc="-10" dirty="0">
                <a:cs typeface="Source Sans Pro"/>
              </a:rPr>
              <a:t> </a:t>
            </a:r>
            <a:r>
              <a:rPr lang="en-US" sz="1600" spc="-10" dirty="0" err="1">
                <a:cs typeface="Source Sans Pro"/>
              </a:rPr>
              <a:t>trabajo</a:t>
            </a:r>
            <a:r>
              <a:rPr lang="en-US" sz="1600" spc="-10" dirty="0">
                <a:cs typeface="Source Sans Pro"/>
              </a:rPr>
              <a:t> </a:t>
            </a:r>
            <a:r>
              <a:rPr lang="en-US" sz="1600" spc="-10" dirty="0" err="1">
                <a:cs typeface="Source Sans Pro"/>
              </a:rPr>
              <a:t>exclusivamente</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ambiente</a:t>
            </a:r>
            <a:r>
              <a:rPr lang="en-US" sz="1600" spc="-10" dirty="0">
                <a:cs typeface="Source Sans Pro"/>
              </a:rPr>
              <a:t> de </a:t>
            </a:r>
            <a:r>
              <a:rPr lang="en-US" sz="1600" spc="-10" dirty="0" err="1">
                <a:cs typeface="Source Sans Pro"/>
              </a:rPr>
              <a:t>desarrollo</a:t>
            </a:r>
            <a:r>
              <a:rPr lang="en-US" sz="1600" spc="-10" dirty="0">
                <a:cs typeface="Source Sans Pro"/>
              </a:rPr>
              <a:t>, </a:t>
            </a:r>
            <a:r>
              <a:rPr lang="en-US" sz="1600" spc="-10" dirty="0" err="1">
                <a:cs typeface="Source Sans Pro"/>
              </a:rPr>
              <a:t>nunca</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otros</a:t>
            </a:r>
            <a:r>
              <a:rPr lang="en-US" sz="1600" spc="-10" dirty="0">
                <a:cs typeface="Source Sans Pro"/>
              </a:rPr>
              <a:t> </a:t>
            </a:r>
            <a:r>
              <a:rPr lang="en-US" sz="1600" spc="-10" dirty="0" err="1">
                <a:cs typeface="Source Sans Pro"/>
              </a:rPr>
              <a:t>ambientes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Debe</a:t>
            </a:r>
            <a:r>
              <a:rPr lang="en-US" sz="1600" spc="-10" dirty="0" smtClean="0">
                <a:cs typeface="Source Sans Pro"/>
              </a:rPr>
              <a:t> </a:t>
            </a:r>
            <a:r>
              <a:rPr lang="en-US" sz="1600" spc="-10" dirty="0" err="1">
                <a:cs typeface="Source Sans Pro"/>
              </a:rPr>
              <a:t>ser</a:t>
            </a:r>
            <a:r>
              <a:rPr lang="en-US" sz="1600" spc="-10" dirty="0">
                <a:cs typeface="Source Sans Pro"/>
              </a:rPr>
              <a:t> un </a:t>
            </a:r>
            <a:r>
              <a:rPr lang="en-US" sz="1600" spc="-10" dirty="0" err="1">
                <a:cs typeface="Source Sans Pro"/>
              </a:rPr>
              <a:t>ambiente</a:t>
            </a:r>
            <a:r>
              <a:rPr lang="en-US" sz="1600" spc="-10" dirty="0">
                <a:cs typeface="Source Sans Pro"/>
              </a:rPr>
              <a:t> </a:t>
            </a:r>
            <a:r>
              <a:rPr lang="en-US" sz="1600" spc="-10" dirty="0" err="1">
                <a:cs typeface="Source Sans Pro"/>
              </a:rPr>
              <a:t>distinto</a:t>
            </a:r>
            <a:r>
              <a:rPr lang="en-US" sz="1600" spc="-10" dirty="0">
                <a:cs typeface="Source Sans Pro"/>
              </a:rPr>
              <a:t> a </a:t>
            </a:r>
            <a:r>
              <a:rPr lang="en-US" sz="1600" spc="-10" dirty="0" err="1">
                <a:cs typeface="Source Sans Pro"/>
              </a:rPr>
              <a:t>los</a:t>
            </a:r>
            <a:r>
              <a:rPr lang="en-US" sz="1600" spc="-10" dirty="0">
                <a:cs typeface="Source Sans Pro"/>
              </a:rPr>
              <a:t> de </a:t>
            </a:r>
            <a:r>
              <a:rPr lang="en-US" sz="1600" spc="-10" dirty="0" err="1">
                <a:cs typeface="Source Sans Pro"/>
              </a:rPr>
              <a:t>prueba</a:t>
            </a:r>
            <a:r>
              <a:rPr lang="en-US" sz="1600" spc="-10" dirty="0">
                <a:cs typeface="Source Sans Pro"/>
              </a:rPr>
              <a:t> y </a:t>
            </a:r>
            <a:r>
              <a:rPr lang="en-US" sz="1600" spc="-10" dirty="0" err="1">
                <a:cs typeface="Source Sans Pro"/>
              </a:rPr>
              <a:t>producción</a:t>
            </a:r>
            <a:endParaRPr lang="en-US" sz="1600" spc="-10" dirty="0">
              <a:cs typeface="Source Sans Pro"/>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803110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3200876"/>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err="1">
                <a:cs typeface="Source Sans Pro"/>
              </a:rPr>
              <a:t>Ambiente</a:t>
            </a:r>
            <a:r>
              <a:rPr lang="en-US" sz="1600" b="1" spc="-10" dirty="0">
                <a:cs typeface="Source Sans Pro"/>
              </a:rPr>
              <a:t> de </a:t>
            </a:r>
            <a:r>
              <a:rPr lang="en-US" sz="1600" b="1" spc="-10" dirty="0" err="1">
                <a:cs typeface="Source Sans Pro"/>
              </a:rPr>
              <a:t>Pruebas</a:t>
            </a:r>
            <a:endParaRPr lang="en-US" sz="1600" b="1" spc="-10" dirty="0">
              <a:cs typeface="Source Sans Pro"/>
            </a:endParaRPr>
          </a:p>
          <a:p>
            <a:pPr>
              <a:buSzPct val="100000"/>
              <a:tabLst>
                <a:tab pos="85725" algn="l"/>
              </a:tabLst>
            </a:pPr>
            <a:r>
              <a:rPr lang="en-US" sz="1600" spc="-10" dirty="0" err="1">
                <a:cs typeface="Source Sans Pro"/>
              </a:rPr>
              <a:t>Debe</a:t>
            </a:r>
            <a:r>
              <a:rPr lang="en-US" sz="1600" spc="-10" dirty="0">
                <a:cs typeface="Source Sans Pro"/>
              </a:rPr>
              <a:t> </a:t>
            </a:r>
            <a:r>
              <a:rPr lang="en-US" sz="1600" spc="-10" dirty="0" err="1">
                <a:cs typeface="Source Sans Pro"/>
              </a:rPr>
              <a:t>ser</a:t>
            </a:r>
            <a:r>
              <a:rPr lang="en-US" sz="1600" spc="-10" dirty="0">
                <a:cs typeface="Source Sans Pro"/>
              </a:rPr>
              <a:t> lo </a:t>
            </a:r>
            <a:r>
              <a:rPr lang="en-US" sz="1600" spc="-10" dirty="0" err="1">
                <a:cs typeface="Source Sans Pro"/>
              </a:rPr>
              <a:t>más</a:t>
            </a:r>
            <a:r>
              <a:rPr lang="en-US" sz="1600" spc="-10" dirty="0">
                <a:cs typeface="Source Sans Pro"/>
              </a:rPr>
              <a:t> similar al </a:t>
            </a:r>
            <a:r>
              <a:rPr lang="en-US" sz="1600" spc="-10" dirty="0" err="1">
                <a:cs typeface="Source Sans Pro"/>
              </a:rPr>
              <a:t>ambiente</a:t>
            </a:r>
            <a:r>
              <a:rPr lang="en-US" sz="1600" spc="-10" dirty="0">
                <a:cs typeface="Source Sans Pro"/>
              </a:rPr>
              <a:t> de </a:t>
            </a:r>
            <a:r>
              <a:rPr lang="en-US" sz="1600" spc="-10" dirty="0" err="1">
                <a:cs typeface="Source Sans Pro"/>
              </a:rPr>
              <a:t>producción</a:t>
            </a:r>
            <a:r>
              <a:rPr lang="en-US" sz="1600" spc="-10" dirty="0">
                <a:cs typeface="Source Sans Pro"/>
              </a:rPr>
              <a:t>, </a:t>
            </a:r>
            <a:r>
              <a:rPr lang="en-US" sz="1600" spc="-10" dirty="0" err="1">
                <a:cs typeface="Source Sans Pro"/>
              </a:rPr>
              <a:t>incluyendo</a:t>
            </a:r>
            <a:r>
              <a:rPr lang="en-US" sz="1600" spc="-10" dirty="0" smtClean="0">
                <a:cs typeface="Source Sans Pro"/>
              </a:rPr>
              <a:t>:</a:t>
            </a:r>
            <a:endParaRPr lang="en-US" sz="1600" b="1" spc="-10" dirty="0" smtClean="0">
              <a:cs typeface="Source Sans Pro"/>
            </a:endParaRPr>
          </a:p>
          <a:p>
            <a:pPr marL="184150" indent="-184150">
              <a:buSzPct val="100000"/>
              <a:buFont typeface="Arial" charset="0"/>
              <a:buChar char="•"/>
              <a:tabLst>
                <a:tab pos="85725" algn="l"/>
              </a:tabLst>
            </a:pPr>
            <a:r>
              <a:rPr lang="en-US" sz="1600" spc="-10" dirty="0" err="1">
                <a:cs typeface="Source Sans Pro"/>
              </a:rPr>
              <a:t>Aplicaciones</a:t>
            </a:r>
            <a:r>
              <a:rPr lang="en-US" sz="1600" spc="-10" dirty="0">
                <a:cs typeface="Source Sans Pro"/>
              </a:rPr>
              <a:t> locales, </a:t>
            </a:r>
            <a:r>
              <a:rPr lang="en-US" sz="1600" spc="-10" dirty="0" err="1">
                <a:cs typeface="Source Sans Pro"/>
              </a:rPr>
              <a:t>cliente</a:t>
            </a:r>
            <a:r>
              <a:rPr lang="en-US" sz="1600" spc="-10" dirty="0">
                <a:cs typeface="Source Sans Pro"/>
              </a:rPr>
              <a:t> </a:t>
            </a:r>
            <a:r>
              <a:rPr lang="en-US" sz="1600" spc="-10" dirty="0" err="1">
                <a:cs typeface="Source Sans Pro"/>
              </a:rPr>
              <a:t>servidor</a:t>
            </a:r>
            <a:r>
              <a:rPr lang="en-US" sz="1600" spc="-10" dirty="0">
                <a:cs typeface="Source Sans Pro"/>
              </a:rPr>
              <a:t>, web, etc.</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Configuración</a:t>
            </a:r>
            <a:r>
              <a:rPr lang="en-US" sz="1600" spc="-10" dirty="0" smtClean="0">
                <a:cs typeface="Source Sans Pro"/>
              </a:rPr>
              <a:t> </a:t>
            </a:r>
            <a:r>
              <a:rPr lang="en-US" sz="1600" spc="-10" dirty="0">
                <a:cs typeface="Source Sans Pro"/>
              </a:rPr>
              <a:t>de </a:t>
            </a:r>
            <a:r>
              <a:rPr lang="en-US" sz="1600" spc="-10" dirty="0" err="1">
                <a:cs typeface="Source Sans Pro"/>
              </a:rPr>
              <a:t>servidores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Administradores</a:t>
            </a:r>
            <a:r>
              <a:rPr lang="en-US" sz="1600" spc="-10" dirty="0" smtClean="0">
                <a:cs typeface="Source Sans Pro"/>
              </a:rPr>
              <a:t> </a:t>
            </a:r>
            <a:r>
              <a:rPr lang="en-US" sz="1600" spc="-10" dirty="0">
                <a:cs typeface="Source Sans Pro"/>
              </a:rPr>
              <a:t>y </a:t>
            </a:r>
            <a:r>
              <a:rPr lang="en-US" sz="1600" spc="-10" dirty="0" err="1">
                <a:cs typeface="Source Sans Pro"/>
              </a:rPr>
              <a:t>configuración</a:t>
            </a:r>
            <a:r>
              <a:rPr lang="en-US" sz="1600" spc="-10" dirty="0">
                <a:cs typeface="Source Sans Pro"/>
              </a:rPr>
              <a:t> de bases de </a:t>
            </a:r>
            <a:r>
              <a:rPr lang="en-US" sz="1600" spc="-10" dirty="0" err="1">
                <a:cs typeface="Source Sans Pro"/>
              </a:rPr>
              <a:t>datos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Cuenta</a:t>
            </a:r>
            <a:r>
              <a:rPr lang="en-US" sz="1600" spc="-10" dirty="0" smtClean="0">
                <a:cs typeface="Source Sans Pro"/>
              </a:rPr>
              <a:t> </a:t>
            </a:r>
            <a:r>
              <a:rPr lang="en-US" sz="1600" spc="-10" dirty="0">
                <a:cs typeface="Source Sans Pro"/>
              </a:rPr>
              <a:t>de </a:t>
            </a:r>
            <a:r>
              <a:rPr lang="en-US" sz="1600" spc="-10" dirty="0" err="1">
                <a:cs typeface="Source Sans Pro"/>
              </a:rPr>
              <a:t>usuario</a:t>
            </a:r>
            <a:r>
              <a:rPr lang="en-US" sz="1600" spc="-10" dirty="0">
                <a:cs typeface="Source Sans Pro"/>
              </a:rPr>
              <a:t> del </a:t>
            </a:r>
            <a:r>
              <a:rPr lang="en-US" sz="1600" spc="-10" dirty="0" err="1">
                <a:cs typeface="Source Sans Pro"/>
              </a:rPr>
              <a:t>sistema</a:t>
            </a:r>
            <a:r>
              <a:rPr lang="en-US" sz="1600" spc="-10" dirty="0">
                <a:cs typeface="Source Sans Pro"/>
              </a:rPr>
              <a:t> </a:t>
            </a:r>
            <a:r>
              <a:rPr lang="en-US" sz="1600" spc="-10" dirty="0" err="1">
                <a:cs typeface="Source Sans Pro"/>
              </a:rPr>
              <a:t>operativo</a:t>
            </a:r>
            <a:r>
              <a:rPr lang="en-US" sz="1600" spc="-10" dirty="0">
                <a:cs typeface="Source Sans Pro"/>
              </a:rPr>
              <a:t>, bases de </a:t>
            </a:r>
            <a:r>
              <a:rPr lang="en-US" sz="1600" spc="-10" dirty="0" err="1">
                <a:cs typeface="Source Sans Pro"/>
              </a:rPr>
              <a:t>datos</a:t>
            </a:r>
            <a:r>
              <a:rPr lang="en-US" sz="1600" spc="-10" dirty="0">
                <a:cs typeface="Source Sans Pro"/>
              </a:rPr>
              <a:t> y </a:t>
            </a:r>
            <a:r>
              <a:rPr lang="en-US" sz="1600" spc="-10" dirty="0" err="1">
                <a:cs typeface="Source Sans Pro"/>
              </a:rPr>
              <a:t>aplicaciones</a:t>
            </a:r>
            <a:r>
              <a:rPr lang="en-US" sz="1600" spc="-10" dirty="0">
                <a:cs typeface="Source Sans Pro"/>
              </a:rPr>
              <a:t> con la </a:t>
            </a:r>
            <a:r>
              <a:rPr lang="en-US" sz="1600" spc="-10" dirty="0" err="1">
                <a:cs typeface="Source Sans Pro"/>
              </a:rPr>
              <a:t>misma</a:t>
            </a:r>
            <a:r>
              <a:rPr lang="en-US" sz="1600" spc="-10" dirty="0">
                <a:cs typeface="Source Sans Pro"/>
              </a:rPr>
              <a:t> </a:t>
            </a:r>
            <a:r>
              <a:rPr lang="en-US" sz="1600" spc="-10" dirty="0" err="1">
                <a:cs typeface="Source Sans Pro"/>
              </a:rPr>
              <a:t>configuración</a:t>
            </a:r>
            <a:r>
              <a:rPr lang="en-US" sz="1600" spc="-10" dirty="0">
                <a:cs typeface="Source Sans Pro"/>
              </a:rPr>
              <a:t> y </a:t>
            </a:r>
            <a:r>
              <a:rPr lang="en-US" sz="1600" spc="-10" dirty="0" err="1">
                <a:cs typeface="Source Sans Pro"/>
              </a:rPr>
              <a:t>privilegios</a:t>
            </a:r>
            <a:r>
              <a:rPr lang="en-US" sz="1600" spc="-10" dirty="0">
                <a:cs typeface="Source Sans Pro"/>
              </a:rPr>
              <a:t> de </a:t>
            </a:r>
            <a:r>
              <a:rPr lang="en-US" sz="1600" spc="-10" dirty="0" err="1">
                <a:cs typeface="Source Sans Pro"/>
              </a:rPr>
              <a:t>acceso</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Componentes</a:t>
            </a:r>
            <a:r>
              <a:rPr lang="en-US" sz="1600" spc="-10" dirty="0" smtClean="0">
                <a:cs typeface="Source Sans Pro"/>
              </a:rPr>
              <a:t> </a:t>
            </a:r>
            <a:r>
              <a:rPr lang="en-US" sz="1600" spc="-10" dirty="0">
                <a:cs typeface="Source Sans Pro"/>
              </a:rPr>
              <a:t>de </a:t>
            </a:r>
            <a:r>
              <a:rPr lang="en-US" sz="1600" spc="-10" dirty="0" err="1">
                <a:cs typeface="Source Sans Pro"/>
              </a:rPr>
              <a:t>infraestructura</a:t>
            </a:r>
            <a:r>
              <a:rPr lang="en-US" sz="1600" spc="-10" dirty="0">
                <a:cs typeface="Source Sans Pro"/>
              </a:rPr>
              <a:t> </a:t>
            </a:r>
            <a:r>
              <a:rPr lang="en-US" sz="1600" spc="-10" dirty="0" err="1">
                <a:cs typeface="Source Sans Pro"/>
              </a:rPr>
              <a:t>similares</a:t>
            </a:r>
            <a:r>
              <a:rPr lang="en-US" sz="1600" spc="-10" dirty="0">
                <a:cs typeface="Source Sans Pro"/>
              </a:rPr>
              <a:t>, entre </a:t>
            </a:r>
            <a:r>
              <a:rPr lang="en-US" sz="1600" spc="-10" dirty="0" err="1">
                <a:cs typeface="Source Sans Pro"/>
              </a:rPr>
              <a:t>otros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925966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3"/>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err="1">
                <a:cs typeface="Source Sans Pro"/>
              </a:rPr>
              <a:t>Ambiente</a:t>
            </a:r>
            <a:r>
              <a:rPr lang="en-US" sz="1600" b="1" spc="-10" dirty="0">
                <a:cs typeface="Source Sans Pro"/>
              </a:rPr>
              <a:t> de </a:t>
            </a:r>
            <a:r>
              <a:rPr lang="en-US" sz="1600" b="1" spc="-10" dirty="0" err="1">
                <a:cs typeface="Source Sans Pro"/>
              </a:rPr>
              <a:t>Pruebas</a:t>
            </a:r>
            <a:r>
              <a:rPr lang="en-US" sz="1600" b="1" spc="-10" dirty="0">
                <a:cs typeface="Source Sans Pro"/>
              </a:rPr>
              <a:t> – </a:t>
            </a:r>
            <a:r>
              <a:rPr lang="en-US" sz="1600" b="1" spc="-10" dirty="0" err="1">
                <a:cs typeface="Source Sans Pro"/>
              </a:rPr>
              <a:t>Requisitos</a:t>
            </a:r>
            <a:r>
              <a:rPr lang="en-US" sz="1600" b="1" spc="-10" dirty="0">
                <a:cs typeface="Source Sans Pro"/>
              </a:rPr>
              <a:t> de </a:t>
            </a:r>
            <a:r>
              <a:rPr lang="en-US" sz="1600" b="1" spc="-10" dirty="0" err="1">
                <a:cs typeface="Source Sans Pro"/>
              </a:rPr>
              <a:t>operación</a:t>
            </a:r>
            <a:endParaRPr lang="en-US" sz="1600" b="1" spc="-10" dirty="0">
              <a:cs typeface="Source Sans Pro"/>
            </a:endParaRPr>
          </a:p>
          <a:p>
            <a:pPr marL="184150" indent="-184150">
              <a:buSzPct val="100000"/>
              <a:buFont typeface="Arial" charset="0"/>
              <a:buChar char="•"/>
              <a:tabLst>
                <a:tab pos="85725" algn="l"/>
              </a:tabLst>
            </a:pPr>
            <a:r>
              <a:rPr lang="en-US" sz="1600" spc="-10" dirty="0">
                <a:cs typeface="Source Sans Pro"/>
              </a:rPr>
              <a:t>No </a:t>
            </a:r>
            <a:r>
              <a:rPr lang="en-US" sz="1600" spc="-10" dirty="0" err="1">
                <a:cs typeface="Source Sans Pro"/>
              </a:rPr>
              <a:t>deben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utilizados</a:t>
            </a:r>
            <a:r>
              <a:rPr lang="en-US" sz="1600" spc="-10" dirty="0">
                <a:cs typeface="Source Sans Pro"/>
              </a:rPr>
              <a:t> para </a:t>
            </a:r>
            <a:r>
              <a:rPr lang="en-US" sz="1600" spc="-10" dirty="0" err="1">
                <a:cs typeface="Source Sans Pro"/>
              </a:rPr>
              <a:t>actividades</a:t>
            </a:r>
            <a:r>
              <a:rPr lang="en-US" sz="1600" spc="-10" dirty="0">
                <a:cs typeface="Source Sans Pro"/>
              </a:rPr>
              <a:t> de </a:t>
            </a:r>
            <a:r>
              <a:rPr lang="en-US" sz="1600" spc="-10" dirty="0" err="1">
                <a:cs typeface="Source Sans Pro"/>
              </a:rPr>
              <a:t>desarrollo</a:t>
            </a:r>
            <a:r>
              <a:rPr lang="en-US" sz="1600" spc="-10" dirty="0">
                <a:cs typeface="Source Sans Pro"/>
              </a:rPr>
              <a:t> o </a:t>
            </a:r>
            <a:r>
              <a:rPr lang="en-US" sz="1600" spc="-10" dirty="0" err="1">
                <a:cs typeface="Source Sans Pro"/>
              </a:rPr>
              <a:t>producción</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desarrolladores</a:t>
            </a:r>
            <a:r>
              <a:rPr lang="en-US" sz="1600" spc="-10" dirty="0">
                <a:cs typeface="Source Sans Pro"/>
              </a:rPr>
              <a:t> no </a:t>
            </a:r>
            <a:r>
              <a:rPr lang="en-US" sz="1600" spc="-10" dirty="0" err="1">
                <a:cs typeface="Source Sans Pro"/>
              </a:rPr>
              <a:t>deben</a:t>
            </a:r>
            <a:r>
              <a:rPr lang="en-US" sz="1600" spc="-10" dirty="0">
                <a:cs typeface="Source Sans Pro"/>
              </a:rPr>
              <a:t> </a:t>
            </a:r>
            <a:r>
              <a:rPr lang="en-US" sz="1600" spc="-10" dirty="0" err="1">
                <a:cs typeface="Source Sans Pro"/>
              </a:rPr>
              <a:t>poseer</a:t>
            </a:r>
            <a:r>
              <a:rPr lang="en-US" sz="1600" spc="-10" dirty="0">
                <a:cs typeface="Source Sans Pro"/>
              </a:rPr>
              <a:t> </a:t>
            </a:r>
            <a:r>
              <a:rPr lang="en-US" sz="1600" spc="-10" dirty="0" err="1">
                <a:cs typeface="Source Sans Pro"/>
              </a:rPr>
              <a:t>privilegios</a:t>
            </a:r>
            <a:r>
              <a:rPr lang="en-US" sz="1600" spc="-10" dirty="0">
                <a:cs typeface="Source Sans Pro"/>
              </a:rPr>
              <a:t> de </a:t>
            </a:r>
            <a:r>
              <a:rPr lang="en-US" sz="1600" spc="-10" dirty="0" err="1">
                <a:cs typeface="Source Sans Pro"/>
              </a:rPr>
              <a:t>acceso</a:t>
            </a:r>
            <a:r>
              <a:rPr lang="en-US" sz="1600" spc="-10" dirty="0">
                <a:cs typeface="Source Sans Pro"/>
              </a:rPr>
              <a:t> de </a:t>
            </a:r>
            <a:r>
              <a:rPr lang="en-US" sz="1600" spc="-10" dirty="0" err="1">
                <a:cs typeface="Source Sans Pro"/>
              </a:rPr>
              <a:t>modificación</a:t>
            </a:r>
            <a:r>
              <a:rPr lang="en-US" sz="1600" spc="-10" dirty="0">
                <a:cs typeface="Source Sans Pro"/>
              </a:rPr>
              <a:t> de </a:t>
            </a:r>
            <a:r>
              <a:rPr lang="en-US" sz="1600" spc="-10" dirty="0" err="1">
                <a:cs typeface="Source Sans Pro"/>
              </a:rPr>
              <a:t>ningún</a:t>
            </a:r>
            <a:r>
              <a:rPr lang="en-US" sz="1600" spc="-10" dirty="0">
                <a:cs typeface="Source Sans Pro"/>
              </a:rPr>
              <a:t> </a:t>
            </a:r>
            <a:r>
              <a:rPr lang="en-US" sz="1600" spc="-10" dirty="0" err="1">
                <a:cs typeface="Source Sans Pro"/>
              </a:rPr>
              <a:t>tipo</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ambiente</a:t>
            </a:r>
            <a:r>
              <a:rPr lang="en-US" sz="1600" spc="-10" dirty="0">
                <a:cs typeface="Source Sans Pro"/>
              </a:rPr>
              <a:t> de </a:t>
            </a:r>
            <a:r>
              <a:rPr lang="en-US" sz="1600" spc="-10" dirty="0" err="1">
                <a:cs typeface="Source Sans Pro"/>
              </a:rPr>
              <a:t>pruebas</a:t>
            </a:r>
            <a:r>
              <a:rPr lang="en-US" sz="1600" spc="-10" dirty="0">
                <a:cs typeface="Source Sans Pro"/>
              </a:rPr>
              <a:t>, a fin de </a:t>
            </a:r>
            <a:r>
              <a:rPr lang="en-US" sz="1600" spc="-10" dirty="0" err="1">
                <a:cs typeface="Source Sans Pro"/>
              </a:rPr>
              <a:t>evitar</a:t>
            </a:r>
            <a:r>
              <a:rPr lang="en-US" sz="1600" spc="-10" dirty="0">
                <a:cs typeface="Source Sans Pro"/>
              </a:rPr>
              <a:t> </a:t>
            </a:r>
            <a:r>
              <a:rPr lang="en-US" sz="1600" spc="-10" dirty="0" err="1">
                <a:cs typeface="Source Sans Pro"/>
              </a:rPr>
              <a:t>cambios</a:t>
            </a:r>
            <a:r>
              <a:rPr lang="en-US" sz="1600" spc="-10" dirty="0">
                <a:cs typeface="Source Sans Pro"/>
              </a:rPr>
              <a:t> de </a:t>
            </a:r>
            <a:r>
              <a:rPr lang="en-US" sz="1600" spc="-10" dirty="0" err="1">
                <a:cs typeface="Source Sans Pro"/>
              </a:rPr>
              <a:t>configuración</a:t>
            </a:r>
            <a:r>
              <a:rPr lang="en-US" sz="1600" spc="-10" dirty="0">
                <a:cs typeface="Source Sans Pro"/>
              </a:rPr>
              <a:t> no </a:t>
            </a:r>
            <a:r>
              <a:rPr lang="en-US" sz="1600" spc="-10" dirty="0" err="1">
                <a:cs typeface="Source Sans Pro"/>
              </a:rPr>
              <a:t>informados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No </a:t>
            </a:r>
            <a:r>
              <a:rPr lang="en-US" sz="1600" spc="-10" dirty="0" err="1">
                <a:cs typeface="Source Sans Pro"/>
              </a:rPr>
              <a:t>debe</a:t>
            </a:r>
            <a:r>
              <a:rPr lang="en-US" sz="1600" spc="-10" dirty="0">
                <a:cs typeface="Source Sans Pro"/>
              </a:rPr>
              <a:t> </a:t>
            </a:r>
            <a:r>
              <a:rPr lang="en-US" sz="1600" spc="-10" dirty="0" err="1">
                <a:cs typeface="Source Sans Pro"/>
              </a:rPr>
              <a:t>poseer</a:t>
            </a:r>
            <a:r>
              <a:rPr lang="en-US" sz="1600" spc="-10" dirty="0">
                <a:cs typeface="Source Sans Pro"/>
              </a:rPr>
              <a:t> </a:t>
            </a:r>
            <a:r>
              <a:rPr lang="en-US" sz="1600" spc="-10" dirty="0" err="1">
                <a:cs typeface="Source Sans Pro"/>
              </a:rPr>
              <a:t>herramientas</a:t>
            </a:r>
            <a:r>
              <a:rPr lang="en-US" sz="1600" spc="-10" dirty="0">
                <a:cs typeface="Source Sans Pro"/>
              </a:rPr>
              <a:t> de software o </a:t>
            </a:r>
            <a:r>
              <a:rPr lang="en-US" sz="1600" spc="-10" dirty="0" err="1">
                <a:cs typeface="Source Sans Pro"/>
              </a:rPr>
              <a:t>permisos</a:t>
            </a:r>
            <a:r>
              <a:rPr lang="en-US" sz="1600" spc="-10" dirty="0">
                <a:cs typeface="Source Sans Pro"/>
              </a:rPr>
              <a:t> de </a:t>
            </a:r>
            <a:r>
              <a:rPr lang="en-US" sz="1600" spc="-10" dirty="0" err="1">
                <a:cs typeface="Source Sans Pro"/>
              </a:rPr>
              <a:t>acceso</a:t>
            </a:r>
            <a:r>
              <a:rPr lang="en-US" sz="1600" spc="-10" dirty="0">
                <a:cs typeface="Source Sans Pro"/>
              </a:rPr>
              <a:t> </a:t>
            </a:r>
            <a:r>
              <a:rPr lang="en-US" sz="1600" spc="-10" dirty="0" err="1">
                <a:cs typeface="Source Sans Pro"/>
              </a:rPr>
              <a:t>especiales</a:t>
            </a:r>
            <a:r>
              <a:rPr lang="en-US" sz="1600" spc="-10" dirty="0">
                <a:cs typeface="Source Sans Pro"/>
              </a:rPr>
              <a:t> para </a:t>
            </a:r>
            <a:r>
              <a:rPr lang="en-US" sz="1600" spc="-10" dirty="0" err="1">
                <a:cs typeface="Source Sans Pro"/>
              </a:rPr>
              <a:t>ejecutar</a:t>
            </a:r>
            <a:r>
              <a:rPr lang="en-US" sz="1600" spc="-10" dirty="0">
                <a:cs typeface="Source Sans Pro"/>
              </a:rPr>
              <a:t> </a:t>
            </a:r>
            <a:r>
              <a:rPr lang="en-US" sz="1600" spc="-10" dirty="0" err="1">
                <a:cs typeface="Source Sans Pro"/>
              </a:rPr>
              <a:t>desarrollos</a:t>
            </a:r>
            <a:r>
              <a:rPr lang="en-US" sz="1600" spc="-10" dirty="0">
                <a:cs typeface="Source Sans Pro"/>
              </a:rPr>
              <a:t> de software, </a:t>
            </a:r>
            <a:r>
              <a:rPr lang="en-US" sz="1600" spc="-10" dirty="0" err="1">
                <a:cs typeface="Source Sans Pro"/>
              </a:rPr>
              <a:t>en</a:t>
            </a:r>
            <a:r>
              <a:rPr lang="en-US" sz="1600" spc="-10" dirty="0">
                <a:cs typeface="Source Sans Pro"/>
              </a:rPr>
              <a:t> </a:t>
            </a:r>
            <a:r>
              <a:rPr lang="en-US" sz="1600" spc="-10" dirty="0" err="1">
                <a:cs typeface="Source Sans Pro"/>
              </a:rPr>
              <a:t>su</a:t>
            </a:r>
            <a:r>
              <a:rPr lang="en-US" sz="1600" spc="-10" dirty="0">
                <a:cs typeface="Source Sans Pro"/>
              </a:rPr>
              <a:t> </a:t>
            </a:r>
            <a:r>
              <a:rPr lang="en-US" sz="1600" spc="-10" dirty="0" err="1">
                <a:cs typeface="Source Sans Pro"/>
              </a:rPr>
              <a:t>lugar</a:t>
            </a:r>
            <a:r>
              <a:rPr lang="en-US" sz="1600" spc="-10" dirty="0">
                <a:cs typeface="Source Sans Pro"/>
              </a:rPr>
              <a:t>, </a:t>
            </a:r>
            <a:r>
              <a:rPr lang="en-US" sz="1600" spc="-10" dirty="0" err="1">
                <a:cs typeface="Source Sans Pro"/>
              </a:rPr>
              <a:t>debe</a:t>
            </a:r>
            <a:r>
              <a:rPr lang="en-US" sz="1600" spc="-10" dirty="0">
                <a:cs typeface="Source Sans Pro"/>
              </a:rPr>
              <a:t> </a:t>
            </a:r>
            <a:r>
              <a:rPr lang="en-US" sz="1600" spc="-10" dirty="0" err="1">
                <a:cs typeface="Source Sans Pro"/>
              </a:rPr>
              <a:t>tener</a:t>
            </a:r>
            <a:r>
              <a:rPr lang="en-US" sz="1600" spc="-10" dirty="0">
                <a:cs typeface="Source Sans Pro"/>
              </a:rPr>
              <a:t> </a:t>
            </a:r>
            <a:r>
              <a:rPr lang="en-US" sz="1600" spc="-10" dirty="0" err="1">
                <a:cs typeface="Source Sans Pro"/>
              </a:rPr>
              <a:t>una</a:t>
            </a:r>
            <a:r>
              <a:rPr lang="en-US" sz="1600" spc="-10" dirty="0">
                <a:cs typeface="Source Sans Pro"/>
              </a:rPr>
              <a:t> </a:t>
            </a:r>
            <a:r>
              <a:rPr lang="en-US" sz="1600" spc="-10" dirty="0" err="1">
                <a:cs typeface="Source Sans Pro"/>
              </a:rPr>
              <a:t>configuración</a:t>
            </a:r>
            <a:r>
              <a:rPr lang="en-US" sz="1600" spc="-10" dirty="0">
                <a:cs typeface="Source Sans Pro"/>
              </a:rPr>
              <a:t> similar o </a:t>
            </a:r>
            <a:r>
              <a:rPr lang="en-US" sz="1600" spc="-10" dirty="0" err="1">
                <a:cs typeface="Source Sans Pro"/>
              </a:rPr>
              <a:t>igual</a:t>
            </a:r>
            <a:r>
              <a:rPr lang="en-US" sz="1600" spc="-10" dirty="0">
                <a:cs typeface="Source Sans Pro"/>
              </a:rPr>
              <a:t> a la de </a:t>
            </a:r>
            <a:r>
              <a:rPr lang="en-US" sz="1600" spc="-10" dirty="0" err="1">
                <a:cs typeface="Source Sans Pro"/>
              </a:rPr>
              <a:t>producción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23088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1969770"/>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err="1">
                <a:cs typeface="Source Sans Pro"/>
              </a:rPr>
              <a:t>Ambiente</a:t>
            </a:r>
            <a:r>
              <a:rPr lang="en-US" sz="1600" b="1" spc="-10" dirty="0">
                <a:cs typeface="Source Sans Pro"/>
              </a:rPr>
              <a:t> de </a:t>
            </a:r>
            <a:r>
              <a:rPr lang="en-US" sz="1600" b="1" spc="-10" dirty="0" err="1">
                <a:cs typeface="Source Sans Pro"/>
              </a:rPr>
              <a:t>Producción</a:t>
            </a:r>
            <a:endParaRPr lang="en-US" sz="1600" b="1" spc="-10" dirty="0">
              <a:cs typeface="Source Sans Pro"/>
            </a:endParaRPr>
          </a:p>
          <a:p>
            <a:pPr marL="184150" indent="-184150">
              <a:buSzPct val="100000"/>
              <a:buFont typeface="Arial" charset="0"/>
              <a:buChar char="•"/>
              <a:tabLst>
                <a:tab pos="85725" algn="l"/>
              </a:tabLst>
            </a:pPr>
            <a:r>
              <a:rPr lang="en-US" sz="1600" spc="-10" dirty="0" err="1">
                <a:cs typeface="Source Sans Pro"/>
              </a:rPr>
              <a:t>Corresponde</a:t>
            </a:r>
            <a:r>
              <a:rPr lang="en-US" sz="1600" spc="-10" dirty="0">
                <a:cs typeface="Source Sans Pro"/>
              </a:rPr>
              <a:t> al </a:t>
            </a:r>
            <a:r>
              <a:rPr lang="en-US" sz="1600" spc="-10" dirty="0" err="1">
                <a:cs typeface="Source Sans Pro"/>
              </a:rPr>
              <a:t>ambiente</a:t>
            </a:r>
            <a:r>
              <a:rPr lang="en-US" sz="1600" spc="-10" dirty="0">
                <a:cs typeface="Source Sans Pro"/>
              </a:rPr>
              <a:t> </a:t>
            </a:r>
            <a:r>
              <a:rPr lang="en-US" sz="1600" spc="-10" dirty="0" err="1">
                <a:cs typeface="Source Sans Pro"/>
              </a:rPr>
              <a:t>donde</a:t>
            </a:r>
            <a:r>
              <a:rPr lang="en-US" sz="1600" spc="-10" dirty="0">
                <a:cs typeface="Source Sans Pro"/>
              </a:rPr>
              <a:t> </a:t>
            </a:r>
            <a:r>
              <a:rPr lang="en-US" sz="1600" spc="-10" dirty="0" err="1">
                <a:cs typeface="Source Sans Pro"/>
              </a:rPr>
              <a:t>finalmente</a:t>
            </a:r>
            <a:r>
              <a:rPr lang="en-US" sz="1600" spc="-10" dirty="0">
                <a:cs typeface="Source Sans Pro"/>
              </a:rPr>
              <a:t> </a:t>
            </a:r>
            <a:r>
              <a:rPr lang="en-US" sz="1600" spc="-10" dirty="0" err="1">
                <a:cs typeface="Source Sans Pro"/>
              </a:rPr>
              <a:t>radicará</a:t>
            </a:r>
            <a:r>
              <a:rPr lang="en-US" sz="1600" spc="-10" dirty="0">
                <a:cs typeface="Source Sans Pro"/>
              </a:rPr>
              <a:t> la </a:t>
            </a:r>
            <a:r>
              <a:rPr lang="en-US" sz="1600" spc="-10" dirty="0" err="1">
                <a:cs typeface="Source Sans Pro"/>
              </a:rPr>
              <a:t>aplicación</a:t>
            </a:r>
            <a:r>
              <a:rPr lang="en-US" sz="1600" spc="-10" dirty="0">
                <a:cs typeface="Source Sans Pro"/>
              </a:rPr>
              <a:t> final o </a:t>
            </a:r>
            <a:r>
              <a:rPr lang="en-US" sz="1600" spc="-10" dirty="0" err="1">
                <a:cs typeface="Source Sans Pro"/>
              </a:rPr>
              <a:t>programa</a:t>
            </a:r>
            <a:r>
              <a:rPr lang="en-US" sz="1600" spc="-10" dirty="0">
                <a:cs typeface="Source Sans Pro"/>
              </a:rPr>
              <a:t> </a:t>
            </a:r>
            <a:r>
              <a:rPr lang="en-US" sz="1600" spc="-10" dirty="0" err="1">
                <a:cs typeface="Source Sans Pro"/>
              </a:rPr>
              <a:t>desarrollado</a:t>
            </a:r>
            <a:r>
              <a:rPr lang="en-US" sz="1600" spc="-10" dirty="0">
                <a:cs typeface="Source Sans Pro"/>
              </a:rPr>
              <a:t>. La </a:t>
            </a:r>
            <a:r>
              <a:rPr lang="en-US" sz="1600" spc="-10" dirty="0" err="1">
                <a:cs typeface="Source Sans Pro"/>
              </a:rPr>
              <a:t>actividad</a:t>
            </a:r>
            <a:r>
              <a:rPr lang="en-US" sz="1600" spc="-10" dirty="0">
                <a:cs typeface="Source Sans Pro"/>
              </a:rPr>
              <a:t> </a:t>
            </a:r>
            <a:r>
              <a:rPr lang="en-US" sz="1600" spc="-10" dirty="0" err="1">
                <a:cs typeface="Source Sans Pro"/>
              </a:rPr>
              <a:t>más</a:t>
            </a:r>
            <a:r>
              <a:rPr lang="en-US" sz="1600" spc="-10" dirty="0">
                <a:cs typeface="Source Sans Pro"/>
              </a:rPr>
              <a:t> </a:t>
            </a:r>
            <a:r>
              <a:rPr lang="en-US" sz="1600" spc="-10" dirty="0" err="1">
                <a:cs typeface="Source Sans Pro"/>
              </a:rPr>
              <a:t>crítica</a:t>
            </a:r>
            <a:r>
              <a:rPr lang="en-US" sz="1600" spc="-10" dirty="0">
                <a:cs typeface="Source Sans Pro"/>
              </a:rPr>
              <a:t> del </a:t>
            </a:r>
            <a:r>
              <a:rPr lang="en-US" sz="1600" spc="-10" dirty="0" err="1">
                <a:cs typeface="Source Sans Pro"/>
              </a:rPr>
              <a:t>proyecto</a:t>
            </a:r>
            <a:r>
              <a:rPr lang="en-US" sz="1600" spc="-10" dirty="0">
                <a:cs typeface="Source Sans Pro"/>
              </a:rPr>
              <a:t> </a:t>
            </a:r>
            <a:r>
              <a:rPr lang="en-US" sz="1600" spc="-10" dirty="0" err="1">
                <a:cs typeface="Source Sans Pro"/>
              </a:rPr>
              <a:t>es</a:t>
            </a:r>
            <a:r>
              <a:rPr lang="en-US" sz="1600" spc="-10" dirty="0">
                <a:cs typeface="Source Sans Pro"/>
              </a:rPr>
              <a:t> el </a:t>
            </a:r>
            <a:r>
              <a:rPr lang="en-US" sz="1600" spc="-10" dirty="0" err="1">
                <a:cs typeface="Source Sans Pro"/>
              </a:rPr>
              <a:t>pase</a:t>
            </a:r>
            <a:r>
              <a:rPr lang="en-US" sz="1600" spc="-10" dirty="0">
                <a:cs typeface="Source Sans Pro"/>
              </a:rPr>
              <a:t> a </a:t>
            </a:r>
            <a:r>
              <a:rPr lang="en-US" sz="1600" spc="-10" dirty="0" err="1">
                <a:cs typeface="Source Sans Pro"/>
              </a:rPr>
              <a:t>Producción</a:t>
            </a:r>
            <a:r>
              <a:rPr lang="en-US" sz="1600" spc="-10" dirty="0">
                <a:cs typeface="Source Sans Pro"/>
              </a:rPr>
              <a:t> del software </a:t>
            </a:r>
            <a:r>
              <a:rPr lang="en-US" sz="1600" spc="-10" dirty="0" err="1">
                <a:cs typeface="Source Sans Pro"/>
              </a:rPr>
              <a:t>desarrollado</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Esta</a:t>
            </a:r>
            <a:r>
              <a:rPr lang="en-US" sz="1600" spc="-10" dirty="0" smtClean="0">
                <a:cs typeface="Source Sans Pro"/>
              </a:rPr>
              <a:t> </a:t>
            </a:r>
            <a:r>
              <a:rPr lang="en-US" sz="1600" spc="-10" dirty="0" err="1">
                <a:cs typeface="Source Sans Pro"/>
              </a:rPr>
              <a:t>actividad</a:t>
            </a:r>
            <a:r>
              <a:rPr lang="en-US" sz="1600" spc="-10" dirty="0">
                <a:cs typeface="Source Sans Pro"/>
              </a:rPr>
              <a:t> </a:t>
            </a:r>
            <a:r>
              <a:rPr lang="en-US" sz="1600" spc="-10" dirty="0" err="1">
                <a:cs typeface="Source Sans Pro"/>
              </a:rPr>
              <a:t>tiene</a:t>
            </a:r>
            <a:r>
              <a:rPr lang="en-US" sz="1600" spc="-10" dirty="0">
                <a:cs typeface="Source Sans Pro"/>
              </a:rPr>
              <a:t> </a:t>
            </a:r>
            <a:r>
              <a:rPr lang="en-US" sz="1600" spc="-10" dirty="0" err="1">
                <a:cs typeface="Source Sans Pro"/>
              </a:rPr>
              <a:t>como</a:t>
            </a:r>
            <a:r>
              <a:rPr lang="en-US" sz="1600" spc="-10" dirty="0">
                <a:cs typeface="Source Sans Pro"/>
              </a:rPr>
              <a:t> </a:t>
            </a:r>
            <a:r>
              <a:rPr lang="en-US" sz="1600" spc="-10" dirty="0" err="1">
                <a:cs typeface="Source Sans Pro"/>
              </a:rPr>
              <a:t>objetivo</a:t>
            </a:r>
            <a:r>
              <a:rPr lang="en-US" sz="1600" spc="-10" dirty="0">
                <a:cs typeface="Source Sans Pro"/>
              </a:rPr>
              <a:t> </a:t>
            </a:r>
            <a:r>
              <a:rPr lang="en-US" sz="1600" spc="-10" dirty="0" err="1">
                <a:cs typeface="Source Sans Pro"/>
              </a:rPr>
              <a:t>establecer</a:t>
            </a:r>
            <a:r>
              <a:rPr lang="en-US" sz="1600" spc="-10" dirty="0">
                <a:cs typeface="Source Sans Pro"/>
              </a:rPr>
              <a:t> el </a:t>
            </a:r>
            <a:r>
              <a:rPr lang="en-US" sz="1600" spc="-10" dirty="0" err="1">
                <a:cs typeface="Source Sans Pro"/>
              </a:rPr>
              <a:t>punto</a:t>
            </a:r>
            <a:r>
              <a:rPr lang="en-US" sz="1600" spc="-10" dirty="0">
                <a:cs typeface="Source Sans Pro"/>
              </a:rPr>
              <a:t> de </a:t>
            </a:r>
            <a:r>
              <a:rPr lang="en-US" sz="1600" spc="-10" dirty="0" err="1">
                <a:cs typeface="Source Sans Pro"/>
              </a:rPr>
              <a:t>inicio</a:t>
            </a:r>
            <a:r>
              <a:rPr lang="en-US" sz="1600" spc="-10" dirty="0">
                <a:cs typeface="Source Sans Pro"/>
              </a:rPr>
              <a:t> </a:t>
            </a:r>
            <a:r>
              <a:rPr lang="en-US" sz="1600" spc="-10" dirty="0" err="1">
                <a:cs typeface="Source Sans Pro"/>
              </a:rPr>
              <a:t>en</a:t>
            </a:r>
            <a:r>
              <a:rPr lang="en-US" sz="1600" spc="-10" dirty="0">
                <a:cs typeface="Source Sans Pro"/>
              </a:rPr>
              <a:t> que el </a:t>
            </a:r>
            <a:r>
              <a:rPr lang="en-US" sz="1600" spc="-10" dirty="0" err="1">
                <a:cs typeface="Source Sans Pro"/>
              </a:rPr>
              <a:t>sistema</a:t>
            </a:r>
            <a:r>
              <a:rPr lang="en-US" sz="1600" spc="-10" dirty="0">
                <a:cs typeface="Source Sans Pro"/>
              </a:rPr>
              <a:t> </a:t>
            </a:r>
            <a:r>
              <a:rPr lang="en-US" sz="1600" spc="-10" dirty="0" err="1">
                <a:cs typeface="Source Sans Pro"/>
              </a:rPr>
              <a:t>pasa</a:t>
            </a:r>
            <a:r>
              <a:rPr lang="en-US" sz="1600" spc="-10" dirty="0">
                <a:cs typeface="Source Sans Pro"/>
              </a:rPr>
              <a:t> a </a:t>
            </a:r>
            <a:r>
              <a:rPr lang="en-US" sz="1600" spc="-10" dirty="0" err="1">
                <a:cs typeface="Source Sans Pro"/>
              </a:rPr>
              <a:t>producción</a:t>
            </a:r>
            <a:r>
              <a:rPr lang="en-US" sz="1600" spc="-10" dirty="0">
                <a:cs typeface="Source Sans Pro"/>
              </a:rPr>
              <a:t>, se </a:t>
            </a:r>
            <a:r>
              <a:rPr lang="en-US" sz="1600" spc="-10" dirty="0" err="1">
                <a:cs typeface="Source Sans Pro"/>
              </a:rPr>
              <a:t>traspasa</a:t>
            </a:r>
            <a:r>
              <a:rPr lang="en-US" sz="1600" spc="-10" dirty="0">
                <a:cs typeface="Source Sans Pro"/>
              </a:rPr>
              <a:t> la </a:t>
            </a:r>
            <a:r>
              <a:rPr lang="en-US" sz="1600" spc="-10" dirty="0" err="1">
                <a:cs typeface="Source Sans Pro"/>
              </a:rPr>
              <a:t>responsabilidad</a:t>
            </a:r>
            <a:r>
              <a:rPr lang="en-US" sz="1600" spc="-10" dirty="0">
                <a:cs typeface="Source Sans Pro"/>
              </a:rPr>
              <a:t> al </a:t>
            </a:r>
            <a:r>
              <a:rPr lang="en-US" sz="1600" spc="-10" dirty="0" err="1">
                <a:cs typeface="Source Sans Pro"/>
              </a:rPr>
              <a:t>equipo</a:t>
            </a:r>
            <a:r>
              <a:rPr lang="en-US" sz="1600" spc="-10" dirty="0">
                <a:cs typeface="Source Sans Pro"/>
              </a:rPr>
              <a:t> de </a:t>
            </a:r>
            <a:r>
              <a:rPr lang="en-US" sz="1600" spc="-10" dirty="0" err="1">
                <a:cs typeface="Source Sans Pro"/>
              </a:rPr>
              <a:t>mantenimiento</a:t>
            </a:r>
            <a:r>
              <a:rPr lang="en-US" sz="1600" spc="-10" dirty="0">
                <a:cs typeface="Source Sans Pro"/>
              </a:rPr>
              <a:t> y se </a:t>
            </a:r>
            <a:r>
              <a:rPr lang="en-US" sz="1600" spc="-10" dirty="0" err="1">
                <a:cs typeface="Source Sans Pro"/>
              </a:rPr>
              <a:t>empieza</a:t>
            </a:r>
            <a:r>
              <a:rPr lang="en-US" sz="1600" spc="-10" dirty="0">
                <a:cs typeface="Source Sans Pro"/>
              </a:rPr>
              <a:t> a </a:t>
            </a:r>
            <a:r>
              <a:rPr lang="en-US" sz="1600" spc="-10" dirty="0" err="1">
                <a:cs typeface="Source Sans Pro"/>
              </a:rPr>
              <a:t>dar</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servicios</a:t>
            </a:r>
            <a:r>
              <a:rPr lang="en-US" sz="1600" spc="-10" dirty="0">
                <a:cs typeface="Source Sans Pro"/>
              </a:rPr>
              <a:t> </a:t>
            </a:r>
            <a:r>
              <a:rPr lang="en-US" sz="1600" spc="-10" dirty="0" err="1">
                <a:cs typeface="Source Sans Pro"/>
              </a:rPr>
              <a:t>establecidos</a:t>
            </a:r>
            <a:r>
              <a:rPr lang="en-US" sz="1600" spc="-10" dirty="0">
                <a:cs typeface="Source Sans Pro"/>
              </a:rPr>
              <a:t> </a:t>
            </a:r>
            <a:r>
              <a:rPr lang="en-US" sz="1600" spc="-10" dirty="0" err="1">
                <a:cs typeface="Source Sans Pro"/>
              </a:rPr>
              <a:t>en</a:t>
            </a:r>
            <a:r>
              <a:rPr lang="en-US" sz="1600" spc="-10" dirty="0">
                <a:cs typeface="Source Sans Pro"/>
              </a:rPr>
              <a:t> el </a:t>
            </a:r>
            <a:r>
              <a:rPr lang="en-US" sz="1600" spc="-10" dirty="0" err="1">
                <a:cs typeface="Source Sans Pro"/>
              </a:rPr>
              <a:t>acuerdo</a:t>
            </a:r>
            <a:r>
              <a:rPr lang="en-US" sz="1600" spc="-10" dirty="0">
                <a:cs typeface="Source Sans Pro"/>
              </a:rPr>
              <a:t> de </a:t>
            </a:r>
            <a:r>
              <a:rPr lang="en-US" sz="1600" spc="-10" dirty="0" err="1">
                <a:cs typeface="Source Sans Pro"/>
              </a:rPr>
              <a:t>nivel</a:t>
            </a:r>
            <a:r>
              <a:rPr lang="en-US" sz="1600" spc="-10" dirty="0">
                <a:cs typeface="Source Sans Pro"/>
              </a:rPr>
              <a:t> de </a:t>
            </a:r>
            <a:r>
              <a:rPr lang="en-US" sz="1600" spc="-10" dirty="0" err="1">
                <a:cs typeface="Source Sans Pro"/>
              </a:rPr>
              <a:t>servicio</a:t>
            </a:r>
            <a:r>
              <a:rPr lang="en-US" sz="1600" spc="-10" dirty="0">
                <a:cs typeface="Source Sans Pro"/>
              </a:rPr>
              <a:t> (statement level of </a:t>
            </a:r>
            <a:r>
              <a:rPr lang="en-US" sz="1600" spc="-10" dirty="0" err="1">
                <a:cs typeface="Source Sans Pro"/>
              </a:rPr>
              <a:t>agreemet</a:t>
            </a:r>
            <a:r>
              <a:rPr lang="en-US" sz="1600" spc="-10" dirty="0">
                <a:cs typeface="Source Sans Pro"/>
              </a:rPr>
              <a:t> – SLA).</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1102351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3200876"/>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SEGURIDAD EN LA OPERATIVA</a:t>
            </a:r>
          </a:p>
          <a:p>
            <a:pPr>
              <a:buSzPct val="100000"/>
              <a:tabLst>
                <a:tab pos="85725" algn="l"/>
              </a:tabLst>
            </a:pPr>
            <a:r>
              <a:rPr lang="en-US" sz="1600" b="1" spc="-10" dirty="0" err="1">
                <a:cs typeface="Source Sans Pro"/>
              </a:rPr>
              <a:t>Ambiente</a:t>
            </a:r>
            <a:r>
              <a:rPr lang="en-US" sz="1600" b="1" spc="-10" dirty="0">
                <a:cs typeface="Source Sans Pro"/>
              </a:rPr>
              <a:t> de </a:t>
            </a:r>
            <a:r>
              <a:rPr lang="en-US" sz="1600" b="1" spc="-10" dirty="0" err="1">
                <a:cs typeface="Source Sans Pro"/>
              </a:rPr>
              <a:t>Producción</a:t>
            </a:r>
            <a:r>
              <a:rPr lang="en-US" sz="1600" b="1" spc="-10" dirty="0">
                <a:cs typeface="Source Sans Pro"/>
              </a:rPr>
              <a:t> – </a:t>
            </a:r>
            <a:r>
              <a:rPr lang="en-US" sz="1600" b="1" spc="-10" dirty="0" err="1">
                <a:cs typeface="Source Sans Pro"/>
              </a:rPr>
              <a:t>Requisitos</a:t>
            </a:r>
            <a:r>
              <a:rPr lang="en-US" sz="1600" b="1" spc="-10" dirty="0">
                <a:cs typeface="Source Sans Pro"/>
              </a:rPr>
              <a:t> de </a:t>
            </a:r>
            <a:r>
              <a:rPr lang="en-US" sz="1600" b="1" spc="-10" dirty="0" err="1">
                <a:cs typeface="Source Sans Pro"/>
              </a:rPr>
              <a:t>operación</a:t>
            </a:r>
            <a:endParaRPr lang="en-US" sz="1600" b="1" spc="-10" dirty="0">
              <a:cs typeface="Source Sans Pro"/>
            </a:endParaRPr>
          </a:p>
          <a:p>
            <a:pPr marL="184150" indent="-184150">
              <a:buSzPct val="100000"/>
              <a:buFont typeface="Arial" charset="0"/>
              <a:buChar char="•"/>
              <a:tabLst>
                <a:tab pos="85725" algn="l"/>
              </a:tabLst>
            </a:pPr>
            <a:r>
              <a:rPr lang="en-US" sz="1600" spc="-10" dirty="0">
                <a:cs typeface="Source Sans Pro"/>
              </a:rPr>
              <a:t>Para el </a:t>
            </a:r>
            <a:r>
              <a:rPr lang="en-US" sz="1600" spc="-10" dirty="0" err="1">
                <a:cs typeface="Source Sans Pro"/>
              </a:rPr>
              <a:t>pase</a:t>
            </a:r>
            <a:r>
              <a:rPr lang="en-US" sz="1600" spc="-10" dirty="0">
                <a:cs typeface="Source Sans Pro"/>
              </a:rPr>
              <a:t> a </a:t>
            </a:r>
            <a:r>
              <a:rPr lang="en-US" sz="1600" spc="-10" dirty="0" err="1">
                <a:cs typeface="Source Sans Pro"/>
              </a:rPr>
              <a:t>producción</a:t>
            </a:r>
            <a:r>
              <a:rPr lang="en-US" sz="1600" spc="-10" dirty="0">
                <a:cs typeface="Source Sans Pro"/>
              </a:rPr>
              <a:t>, </a:t>
            </a:r>
            <a:r>
              <a:rPr lang="en-US" sz="1600" spc="-10" dirty="0" err="1">
                <a:cs typeface="Source Sans Pro"/>
              </a:rPr>
              <a:t>disponer</a:t>
            </a:r>
            <a:r>
              <a:rPr lang="en-US" sz="1600" spc="-10" dirty="0">
                <a:cs typeface="Source Sans Pro"/>
              </a:rPr>
              <a:t> de </a:t>
            </a:r>
            <a:r>
              <a:rPr lang="en-US" sz="1600" spc="-10" dirty="0" err="1">
                <a:cs typeface="Source Sans Pro"/>
              </a:rPr>
              <a:t>autorización</a:t>
            </a:r>
            <a:r>
              <a:rPr lang="en-US" sz="1600" spc="-10" dirty="0">
                <a:cs typeface="Source Sans Pro"/>
              </a:rPr>
              <a:t> y/o V°B° del </a:t>
            </a:r>
            <a:r>
              <a:rPr lang="en-US" sz="1600" spc="-10" dirty="0" err="1">
                <a:cs typeface="Source Sans Pro"/>
              </a:rPr>
              <a:t>Dueño</a:t>
            </a:r>
            <a:r>
              <a:rPr lang="en-US" sz="1600" spc="-10" dirty="0">
                <a:cs typeface="Source Sans Pro"/>
              </a:rPr>
              <a:t> del </a:t>
            </a:r>
            <a:r>
              <a:rPr lang="en-US" sz="1600" spc="-10" dirty="0" err="1">
                <a:cs typeface="Source Sans Pro"/>
              </a:rPr>
              <a:t>Negocio</a:t>
            </a:r>
            <a:r>
              <a:rPr lang="en-US" sz="1600" spc="-10" dirty="0">
                <a:cs typeface="Source Sans Pro"/>
              </a:rPr>
              <a:t> y Jefe de Proyecto.</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Realizar</a:t>
            </a:r>
            <a:r>
              <a:rPr lang="en-US" sz="1600" spc="-10" dirty="0" smtClean="0">
                <a:cs typeface="Source Sans Pro"/>
              </a:rPr>
              <a:t> </a:t>
            </a:r>
            <a:r>
              <a:rPr lang="en-US" sz="1600" spc="-10" dirty="0">
                <a:cs typeface="Source Sans Pro"/>
              </a:rPr>
              <a:t>el </a:t>
            </a:r>
            <a:r>
              <a:rPr lang="en-US" sz="1600" spc="-10" dirty="0" err="1">
                <a:cs typeface="Source Sans Pro"/>
              </a:rPr>
              <a:t>Pase</a:t>
            </a:r>
            <a:r>
              <a:rPr lang="en-US" sz="1600" spc="-10" dirty="0">
                <a:cs typeface="Source Sans Pro"/>
              </a:rPr>
              <a:t> a </a:t>
            </a:r>
            <a:r>
              <a:rPr lang="en-US" sz="1600" spc="-10" dirty="0" err="1">
                <a:cs typeface="Source Sans Pro"/>
              </a:rPr>
              <a:t>Producción</a:t>
            </a:r>
            <a:r>
              <a:rPr lang="en-US" sz="1600" spc="-10" dirty="0">
                <a:cs typeface="Source Sans Pro"/>
              </a:rPr>
              <a:t> sin </a:t>
            </a:r>
            <a:r>
              <a:rPr lang="en-US" sz="1600" spc="-10" dirty="0" err="1">
                <a:cs typeface="Source Sans Pro"/>
              </a:rPr>
              <a:t>usuarios</a:t>
            </a:r>
            <a:r>
              <a:rPr lang="en-US" sz="1600" spc="-10" dirty="0">
                <a:cs typeface="Source Sans Pro"/>
              </a:rPr>
              <a:t> </a:t>
            </a:r>
            <a:r>
              <a:rPr lang="en-US" sz="1600" spc="-10" dirty="0" err="1">
                <a:cs typeface="Source Sans Pro"/>
              </a:rPr>
              <a:t>en</a:t>
            </a:r>
            <a:r>
              <a:rPr lang="en-US" sz="1600" spc="-10" dirty="0">
                <a:cs typeface="Source Sans Pro"/>
              </a:rPr>
              <a:t> el </a:t>
            </a:r>
            <a:r>
              <a:rPr lang="en-US" sz="1600" spc="-10" dirty="0" err="1">
                <a:cs typeface="Source Sans Pro"/>
              </a:rPr>
              <a:t>sistema</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horario</a:t>
            </a:r>
            <a:r>
              <a:rPr lang="en-US" sz="1600" spc="-10" dirty="0">
                <a:cs typeface="Source Sans Pro"/>
              </a:rPr>
              <a:t> de </a:t>
            </a:r>
            <a:r>
              <a:rPr lang="en-US" sz="1600" spc="-10" dirty="0" err="1">
                <a:cs typeface="Source Sans Pro"/>
              </a:rPr>
              <a:t>noche</a:t>
            </a:r>
            <a:r>
              <a:rPr lang="en-US" sz="1600" spc="-10" dirty="0">
                <a:cs typeface="Source Sans Pro"/>
              </a:rPr>
              <a:t> o </a:t>
            </a:r>
            <a:r>
              <a:rPr lang="en-US" sz="1600" spc="-10" dirty="0" err="1">
                <a:cs typeface="Source Sans Pro"/>
              </a:rPr>
              <a:t>madrugada</a:t>
            </a:r>
            <a:r>
              <a:rPr lang="en-US" sz="1600" spc="-10" dirty="0">
                <a:cs typeface="Source Sans Pro"/>
              </a:rPr>
              <a:t>, o fines de </a:t>
            </a:r>
            <a:r>
              <a:rPr lang="en-US" sz="1600" spc="-10" dirty="0" err="1">
                <a:cs typeface="Source Sans Pro"/>
              </a:rPr>
              <a:t>semana</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ambientes</a:t>
            </a:r>
            <a:r>
              <a:rPr lang="en-US" sz="1600" spc="-10" dirty="0">
                <a:cs typeface="Source Sans Pro"/>
              </a:rPr>
              <a:t> de </a:t>
            </a:r>
            <a:r>
              <a:rPr lang="en-US" sz="1600" spc="-10" dirty="0" err="1">
                <a:cs typeface="Source Sans Pro"/>
              </a:rPr>
              <a:t>desarrollo</a:t>
            </a:r>
            <a:r>
              <a:rPr lang="en-US" sz="1600" spc="-10" dirty="0">
                <a:cs typeface="Source Sans Pro"/>
              </a:rPr>
              <a:t>, testing y </a:t>
            </a:r>
            <a:r>
              <a:rPr lang="en-US" sz="1600" spc="-10" dirty="0" err="1">
                <a:cs typeface="Source Sans Pro"/>
              </a:rPr>
              <a:t>producción</a:t>
            </a:r>
            <a:r>
              <a:rPr lang="en-US" sz="1600" spc="-10" dirty="0">
                <a:cs typeface="Source Sans Pro"/>
              </a:rPr>
              <a:t> </a:t>
            </a:r>
            <a:r>
              <a:rPr lang="en-US" sz="1600" spc="-10" dirty="0" err="1">
                <a:cs typeface="Source Sans Pro"/>
              </a:rPr>
              <a:t>nunca</a:t>
            </a:r>
            <a:r>
              <a:rPr lang="en-US" sz="1600" spc="-10" dirty="0">
                <a:cs typeface="Source Sans Pro"/>
              </a:rPr>
              <a:t> son </a:t>
            </a:r>
            <a:r>
              <a:rPr lang="en-US" sz="1600" spc="-10" dirty="0" err="1">
                <a:cs typeface="Source Sans Pro"/>
              </a:rPr>
              <a:t>idénticos</a:t>
            </a:r>
            <a:r>
              <a:rPr lang="en-US" sz="1600" spc="-10" dirty="0">
                <a:cs typeface="Source Sans Pro"/>
              </a:rPr>
              <a:t>, </a:t>
            </a:r>
            <a:r>
              <a:rPr lang="en-US" sz="1600" spc="-10" dirty="0" err="1">
                <a:cs typeface="Source Sans Pro"/>
              </a:rPr>
              <a:t>por</a:t>
            </a:r>
            <a:r>
              <a:rPr lang="en-US" sz="1600" spc="-10" dirty="0">
                <a:cs typeface="Source Sans Pro"/>
              </a:rPr>
              <a:t> lo que </a:t>
            </a:r>
            <a:r>
              <a:rPr lang="en-US" sz="1600" spc="-10" dirty="0" err="1">
                <a:cs typeface="Source Sans Pro"/>
              </a:rPr>
              <a:t>siempre</a:t>
            </a:r>
            <a:r>
              <a:rPr lang="en-US" sz="1600" spc="-10" dirty="0">
                <a:cs typeface="Source Sans Pro"/>
              </a:rPr>
              <a:t> </a:t>
            </a:r>
            <a:r>
              <a:rPr lang="en-US" sz="1600" spc="-10" dirty="0" err="1">
                <a:cs typeface="Source Sans Pro"/>
              </a:rPr>
              <a:t>está</a:t>
            </a:r>
            <a:r>
              <a:rPr lang="en-US" sz="1600" spc="-10" dirty="0">
                <a:cs typeface="Source Sans Pro"/>
              </a:rPr>
              <a:t> la </a:t>
            </a:r>
            <a:r>
              <a:rPr lang="en-US" sz="1600" spc="-10" dirty="0" err="1">
                <a:cs typeface="Source Sans Pro"/>
              </a:rPr>
              <a:t>posibilidad</a:t>
            </a:r>
            <a:r>
              <a:rPr lang="en-US" sz="1600" spc="-10" dirty="0">
                <a:cs typeface="Source Sans Pro"/>
              </a:rPr>
              <a:t> de </a:t>
            </a:r>
            <a:r>
              <a:rPr lang="en-US" sz="1600" spc="-10" dirty="0" err="1">
                <a:cs typeface="Source Sans Pro"/>
              </a:rPr>
              <a:t>encontrarse</a:t>
            </a:r>
            <a:r>
              <a:rPr lang="en-US" sz="1600" spc="-10" dirty="0">
                <a:cs typeface="Source Sans Pro"/>
              </a:rPr>
              <a:t> con un </a:t>
            </a:r>
            <a:r>
              <a:rPr lang="en-US" sz="1600" spc="-10" dirty="0" err="1">
                <a:cs typeface="Source Sans Pro"/>
              </a:rPr>
              <a:t>problema</a:t>
            </a:r>
            <a:r>
              <a:rPr lang="en-US" sz="1600" spc="-10" dirty="0">
                <a:cs typeface="Source Sans Pro"/>
              </a:rPr>
              <a:t> </a:t>
            </a:r>
            <a:r>
              <a:rPr lang="en-US" sz="1600" spc="-10" dirty="0" err="1">
                <a:cs typeface="Source Sans Pro"/>
              </a:rPr>
              <a:t>inesperado</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Realizar</a:t>
            </a:r>
            <a:r>
              <a:rPr lang="en-US" sz="1600" spc="-10" dirty="0" smtClean="0">
                <a:cs typeface="Source Sans Pro"/>
              </a:rPr>
              <a:t> </a:t>
            </a:r>
            <a:r>
              <a:rPr lang="en-US" sz="1600" spc="-10" dirty="0">
                <a:cs typeface="Source Sans Pro"/>
              </a:rPr>
              <a:t>el </a:t>
            </a:r>
            <a:r>
              <a:rPr lang="en-US" sz="1600" spc="-10" dirty="0" err="1">
                <a:cs typeface="Source Sans Pro"/>
              </a:rPr>
              <a:t>pase</a:t>
            </a:r>
            <a:r>
              <a:rPr lang="en-US" sz="1600" spc="-10" dirty="0">
                <a:cs typeface="Source Sans Pro"/>
              </a:rPr>
              <a:t> a </a:t>
            </a:r>
            <a:r>
              <a:rPr lang="en-US" sz="1600" spc="-10" dirty="0" err="1">
                <a:cs typeface="Source Sans Pro"/>
              </a:rPr>
              <a:t>producción</a:t>
            </a:r>
            <a:r>
              <a:rPr lang="en-US" sz="1600" spc="-10" dirty="0">
                <a:cs typeface="Source Sans Pro"/>
              </a:rPr>
              <a:t> con un </a:t>
            </a:r>
            <a:r>
              <a:rPr lang="en-US" sz="1600" spc="-10" dirty="0" err="1">
                <a:cs typeface="Source Sans Pro"/>
              </a:rPr>
              <a:t>espacio</a:t>
            </a:r>
            <a:r>
              <a:rPr lang="en-US" sz="1600" spc="-10" dirty="0">
                <a:cs typeface="Source Sans Pro"/>
              </a:rPr>
              <a:t> de </a:t>
            </a:r>
            <a:r>
              <a:rPr lang="en-US" sz="1600" spc="-10" dirty="0" err="1">
                <a:cs typeface="Source Sans Pro"/>
              </a:rPr>
              <a:t>tiempo</a:t>
            </a:r>
            <a:r>
              <a:rPr lang="en-US" sz="1600" spc="-10" dirty="0">
                <a:cs typeface="Source Sans Pro"/>
              </a:rPr>
              <a:t> que de </a:t>
            </a:r>
            <a:r>
              <a:rPr lang="en-US" sz="1600" spc="-10" dirty="0" err="1">
                <a:cs typeface="Source Sans Pro"/>
              </a:rPr>
              <a:t>detectar</a:t>
            </a:r>
            <a:r>
              <a:rPr lang="en-US" sz="1600" spc="-10" dirty="0">
                <a:cs typeface="Source Sans Pro"/>
              </a:rPr>
              <a:t> </a:t>
            </a:r>
            <a:r>
              <a:rPr lang="en-US" sz="1600" spc="-10" dirty="0" err="1">
                <a:cs typeface="Source Sans Pro"/>
              </a:rPr>
              <a:t>algún</a:t>
            </a:r>
            <a:r>
              <a:rPr lang="en-US" sz="1600" spc="-10" dirty="0">
                <a:cs typeface="Source Sans Pro"/>
              </a:rPr>
              <a:t> </a:t>
            </a:r>
            <a:r>
              <a:rPr lang="en-US" sz="1600" spc="-10" dirty="0" err="1">
                <a:cs typeface="Source Sans Pro"/>
              </a:rPr>
              <a:t>problema</a:t>
            </a:r>
            <a:r>
              <a:rPr lang="en-US" sz="1600" spc="-10" dirty="0">
                <a:cs typeface="Source Sans Pro"/>
              </a:rPr>
              <a:t> se </a:t>
            </a:r>
            <a:r>
              <a:rPr lang="en-US" sz="1600" spc="-10" dirty="0" err="1">
                <a:cs typeface="Source Sans Pro"/>
              </a:rPr>
              <a:t>cuente</a:t>
            </a:r>
            <a:r>
              <a:rPr lang="en-US" sz="1600" spc="-10" dirty="0">
                <a:cs typeface="Source Sans Pro"/>
              </a:rPr>
              <a:t> con </a:t>
            </a:r>
            <a:r>
              <a:rPr lang="en-US" sz="1600" spc="-10" dirty="0" err="1">
                <a:cs typeface="Source Sans Pro"/>
              </a:rPr>
              <a:t>tiempo</a:t>
            </a:r>
            <a:r>
              <a:rPr lang="en-US" sz="1600" spc="-10" dirty="0">
                <a:cs typeface="Source Sans Pro"/>
              </a:rPr>
              <a:t> para  </a:t>
            </a:r>
            <a:r>
              <a:rPr lang="en-US" sz="1600" spc="-10" dirty="0" err="1">
                <a:cs typeface="Source Sans Pro"/>
              </a:rPr>
              <a:t>corregirlo</a:t>
            </a:r>
            <a:endParaRPr lang="en-US" sz="1600" spc="-10" dirty="0">
              <a:cs typeface="Source Sans Pro"/>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3"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a:t>
            </a:r>
            <a:r>
              <a:rPr lang="en-US" sz="1300" dirty="0" smtClean="0">
                <a:solidFill>
                  <a:srgbClr val="438AD7"/>
                </a:solidFill>
              </a:rPr>
              <a:t>OPERACIONALES Y </a:t>
            </a:r>
            <a:r>
              <a:rPr lang="en-US" sz="1300" dirty="0">
                <a:solidFill>
                  <a:srgbClr val="438AD7"/>
                </a:solidFill>
              </a:rPr>
              <a:t>RESPONSABILIDADES</a:t>
            </a:r>
          </a:p>
        </p:txBody>
      </p:sp>
    </p:spTree>
    <p:extLst>
      <p:ext uri="{BB962C8B-B14F-4D97-AF65-F5344CB8AC3E}">
        <p14:creationId xmlns:p14="http://schemas.microsoft.com/office/powerpoint/2010/main" val="1492567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323439"/>
          </a:xfrm>
          <a:prstGeom prst="rect">
            <a:avLst/>
          </a:prstGeom>
        </p:spPr>
        <p:txBody>
          <a:bodyPr wrap="square">
            <a:spAutoFit/>
          </a:bodyPr>
          <a:lstStyle/>
          <a:p>
            <a:pPr defTabSz="731342"/>
            <a:r>
              <a:rPr lang="es-PE" sz="1600" b="1" dirty="0">
                <a:solidFill>
                  <a:srgbClr val="5F9ADA"/>
                </a:solidFill>
              </a:rPr>
              <a:t>TAREA </a:t>
            </a:r>
            <a:r>
              <a:rPr lang="es-PE" sz="1600" b="1" dirty="0" smtClean="0">
                <a:solidFill>
                  <a:srgbClr val="5F9ADA"/>
                </a:solidFill>
              </a:rPr>
              <a:t>GRUPAL</a:t>
            </a:r>
          </a:p>
          <a:p>
            <a:pPr defTabSz="731342"/>
            <a:endParaRPr lang="es-PE" sz="1600" dirty="0">
              <a:solidFill>
                <a:srgbClr val="558ED5"/>
              </a:solidFill>
            </a:endParaRPr>
          </a:p>
          <a:p>
            <a:pPr defTabSz="731342"/>
            <a:r>
              <a:rPr lang="es-PE" sz="1600" b="1" dirty="0">
                <a:solidFill>
                  <a:srgbClr val="000000"/>
                </a:solidFill>
              </a:rPr>
              <a:t>Objetivo</a:t>
            </a:r>
          </a:p>
          <a:p>
            <a:pPr marL="185738" indent="-185738" defTabSz="731342">
              <a:buFont typeface="Arial" charset="0"/>
              <a:buChar char="•"/>
            </a:pPr>
            <a:r>
              <a:rPr lang="es-PE" sz="1600" dirty="0">
                <a:solidFill>
                  <a:srgbClr val="000000"/>
                </a:solidFill>
              </a:rPr>
              <a:t>Identificar mecanismos de seguridad que se deben implementar en cada ambiente del área de desarrollo.</a:t>
            </a: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OPERACIONALES Y </a:t>
            </a:r>
            <a:r>
              <a:rPr lang="en-US" sz="1300" dirty="0" smtClean="0">
                <a:solidFill>
                  <a:srgbClr val="438AD7"/>
                </a:solidFill>
              </a:rPr>
              <a:t>RESPONSABILIDADES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64333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2308324"/>
          </a:xfrm>
          <a:prstGeom prst="rect">
            <a:avLst/>
          </a:prstGeom>
        </p:spPr>
        <p:txBody>
          <a:bodyPr wrap="square">
            <a:spAutoFit/>
          </a:bodyPr>
          <a:lstStyle/>
          <a:p>
            <a:pPr defTabSz="731342"/>
            <a:r>
              <a:rPr lang="es-PE" sz="1600" b="1" dirty="0">
                <a:solidFill>
                  <a:srgbClr val="5F9ADA"/>
                </a:solidFill>
              </a:rPr>
              <a:t>TAREA </a:t>
            </a:r>
            <a:r>
              <a:rPr lang="es-PE" sz="1600" b="1" dirty="0" smtClean="0">
                <a:solidFill>
                  <a:srgbClr val="5F9ADA"/>
                </a:solidFill>
              </a:rPr>
              <a:t>GRUPAL</a:t>
            </a:r>
          </a:p>
          <a:p>
            <a:pPr defTabSz="731342"/>
            <a:endParaRPr lang="es-PE" sz="1600" dirty="0">
              <a:solidFill>
                <a:srgbClr val="558ED5"/>
              </a:solidFill>
            </a:endParaRPr>
          </a:p>
          <a:p>
            <a:pPr defTabSz="731342"/>
            <a:r>
              <a:rPr lang="es-PE" sz="1600" b="1" dirty="0">
                <a:solidFill>
                  <a:srgbClr val="000000"/>
                </a:solidFill>
              </a:rPr>
              <a:t>El aula deberá dividirse en 3 grupos:</a:t>
            </a:r>
          </a:p>
          <a:p>
            <a:pPr marL="185738" indent="-185738" defTabSz="731342">
              <a:buFont typeface="Arial" charset="0"/>
              <a:buChar char="•"/>
            </a:pPr>
            <a:r>
              <a:rPr lang="es-PE" sz="1600" dirty="0">
                <a:solidFill>
                  <a:srgbClr val="000000"/>
                </a:solidFill>
              </a:rPr>
              <a:t>Cada grupo deberá discutir e identificar las restricciones que deben aplicar al ambiente que el docente les haya asignado (desarrollo, pruebas, producción).</a:t>
            </a:r>
          </a:p>
          <a:p>
            <a:pPr marL="185738" indent="-185738" defTabSz="731342">
              <a:buFont typeface="Arial" charset="0"/>
              <a:buChar char="•"/>
            </a:pPr>
            <a:r>
              <a:rPr lang="es-PE" sz="1600" dirty="0">
                <a:solidFill>
                  <a:srgbClr val="000000"/>
                </a:solidFill>
              </a:rPr>
              <a:t>Un representante de cada grupo saldrá a exponer las restricciones.</a:t>
            </a:r>
          </a:p>
          <a:p>
            <a:pPr marL="185738" indent="-185738" defTabSz="731342">
              <a:buFont typeface="Arial" charset="0"/>
              <a:buChar char="•"/>
            </a:pPr>
            <a:r>
              <a:rPr lang="es-PE" sz="1600" dirty="0">
                <a:solidFill>
                  <a:srgbClr val="000000"/>
                </a:solidFill>
              </a:rPr>
              <a:t>Los otros grupos harán preguntas respecto a lo planteado.</a:t>
            </a:r>
          </a:p>
          <a:p>
            <a:pPr marL="185738" indent="-185738" defTabSz="731342">
              <a:buFont typeface="Arial" charset="0"/>
              <a:buChar char="•"/>
            </a:pPr>
            <a:endParaRPr lang="es-PE" sz="1600" dirty="0">
              <a:solidFill>
                <a:srgbClr val="000000"/>
              </a:solidFill>
            </a:endParaRPr>
          </a:p>
        </p:txBody>
      </p:sp>
      <p:sp>
        <p:nvSpPr>
          <p:cNvPr id="9"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OPERACIONALES Y </a:t>
            </a:r>
            <a:r>
              <a:rPr lang="en-US" sz="1300" dirty="0" smtClean="0">
                <a:solidFill>
                  <a:srgbClr val="438AD7"/>
                </a:solidFill>
              </a:rPr>
              <a:t>RESPONSABILIDADES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202224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077218"/>
          </a:xfrm>
          <a:prstGeom prst="rect">
            <a:avLst/>
          </a:prstGeom>
        </p:spPr>
        <p:txBody>
          <a:bodyPr wrap="square">
            <a:spAutoFit/>
          </a:bodyPr>
          <a:lstStyle/>
          <a:p>
            <a:pPr defTabSz="731342"/>
            <a:r>
              <a:rPr lang="es-PE" sz="1600" b="1" dirty="0">
                <a:solidFill>
                  <a:srgbClr val="5F9ADA"/>
                </a:solidFill>
              </a:rPr>
              <a:t>TAREA </a:t>
            </a:r>
            <a:r>
              <a:rPr lang="es-PE" sz="1600" b="1" dirty="0" smtClean="0">
                <a:solidFill>
                  <a:srgbClr val="5F9ADA"/>
                </a:solidFill>
              </a:rPr>
              <a:t>GRUPAL</a:t>
            </a:r>
          </a:p>
          <a:p>
            <a:pPr defTabSz="731342"/>
            <a:endParaRPr lang="es-PE" sz="1600" dirty="0">
              <a:solidFill>
                <a:srgbClr val="558ED5"/>
              </a:solidFill>
            </a:endParaRPr>
          </a:p>
          <a:p>
            <a:pPr defTabSz="731342"/>
            <a:r>
              <a:rPr lang="es-PE" sz="1600" b="1" dirty="0">
                <a:solidFill>
                  <a:srgbClr val="000000"/>
                </a:solidFill>
              </a:rPr>
              <a:t>Instrucciones para la entrega de la tarea.</a:t>
            </a:r>
          </a:p>
          <a:p>
            <a:pPr marL="185738" indent="-185738" defTabSz="731342">
              <a:buFont typeface="Arial" charset="0"/>
              <a:buChar char="•"/>
            </a:pPr>
            <a:r>
              <a:rPr lang="es-PE" sz="1600" dirty="0">
                <a:solidFill>
                  <a:srgbClr val="000000"/>
                </a:solidFill>
              </a:rPr>
              <a:t>La tarea deberá ser realizada  en clase, por todos los miembros del grupo.</a:t>
            </a:r>
          </a:p>
        </p:txBody>
      </p:sp>
      <p:sp>
        <p:nvSpPr>
          <p:cNvPr id="8"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PROCEDIMIENTOS OPERACIONALES Y </a:t>
            </a:r>
            <a:r>
              <a:rPr lang="en-US" sz="1300" dirty="0" smtClean="0">
                <a:solidFill>
                  <a:srgbClr val="438AD7"/>
                </a:solidFill>
              </a:rPr>
              <a:t>RESPONSABILIDADES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26037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RESUMEN</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42627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
        <p:nvSpPr>
          <p:cNvPr id="15" name="CuadroTexto 14"/>
          <p:cNvSpPr txBox="1"/>
          <p:nvPr/>
        </p:nvSpPr>
        <p:spPr>
          <a:xfrm>
            <a:off x="468313" y="2541820"/>
            <a:ext cx="2183287" cy="1569660"/>
          </a:xfrm>
          <a:prstGeom prst="rect">
            <a:avLst/>
          </a:prstGeom>
          <a:solidFill>
            <a:schemeClr val="bg1">
              <a:lumMod val="85000"/>
            </a:schemeClr>
          </a:solidFill>
        </p:spPr>
        <p:txBody>
          <a:bodyPr wrap="square" rtlCol="0">
            <a:spAutoFit/>
          </a:bodyPr>
          <a:lstStyle/>
          <a:p>
            <a:pPr algn="ctr"/>
            <a:r>
              <a:rPr lang="es-PE" sz="1600"/>
              <a:t>Asegurar el funcionamiento correcto y seguro de las instalaciones de tratamiento de la información.</a:t>
            </a:r>
          </a:p>
        </p:txBody>
      </p:sp>
      <p:pic>
        <p:nvPicPr>
          <p:cNvPr id="4" name="Imagen 3"/>
          <p:cNvPicPr>
            <a:picLocks noChangeAspect="1"/>
          </p:cNvPicPr>
          <p:nvPr/>
        </p:nvPicPr>
        <p:blipFill rotWithShape="1">
          <a:blip r:embed="rId3">
            <a:extLst>
              <a:ext uri="{28A0092B-C50C-407E-A947-70E740481C1C}">
                <a14:useLocalDpi xmlns:a14="http://schemas.microsoft.com/office/drawing/2010/main" val="0"/>
              </a:ext>
            </a:extLst>
          </a:blip>
          <a:srcRect l="3346" r="4276" b="11720"/>
          <a:stretch/>
        </p:blipFill>
        <p:spPr>
          <a:xfrm>
            <a:off x="3019675" y="1143629"/>
            <a:ext cx="5656013" cy="4053846"/>
          </a:xfrm>
          <a:prstGeom prst="rect">
            <a:avLst/>
          </a:prstGeom>
        </p:spPr>
      </p:pic>
    </p:spTree>
    <p:extLst>
      <p:ext uri="{BB962C8B-B14F-4D97-AF65-F5344CB8AC3E}">
        <p14:creationId xmlns:p14="http://schemas.microsoft.com/office/powerpoint/2010/main" val="829551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1"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
        <p:nvSpPr>
          <p:cNvPr id="2" name="CuadroTexto 1"/>
          <p:cNvSpPr txBox="1"/>
          <p:nvPr/>
        </p:nvSpPr>
        <p:spPr>
          <a:xfrm>
            <a:off x="5866544" y="3513762"/>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pic>
        <p:nvPicPr>
          <p:cNvPr id="28" name="Imagen 27"/>
          <p:cNvPicPr>
            <a:picLocks noChangeAspect="1"/>
          </p:cNvPicPr>
          <p:nvPr/>
        </p:nvPicPr>
        <p:blipFill rotWithShape="1">
          <a:blip r:embed="rId3"/>
          <a:srcRect l="6204"/>
          <a:stretch/>
        </p:blipFill>
        <p:spPr>
          <a:xfrm>
            <a:off x="2260315" y="1137238"/>
            <a:ext cx="4623371" cy="4060237"/>
          </a:xfrm>
          <a:prstGeom prst="rect">
            <a:avLst/>
          </a:prstGeom>
        </p:spPr>
      </p:pic>
    </p:spTree>
    <p:extLst>
      <p:ext uri="{BB962C8B-B14F-4D97-AF65-F5344CB8AC3E}">
        <p14:creationId xmlns:p14="http://schemas.microsoft.com/office/powerpoint/2010/main" val="186843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6022</TotalTime>
  <Words>1434</Words>
  <Application>Microsoft Office PowerPoint</Application>
  <PresentationFormat>Presentación en pantalla (16:10)</PresentationFormat>
  <Paragraphs>170</Paragraphs>
  <Slides>25</Slides>
  <Notes>21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keywords>SCG</cp:keywords>
  <cp:lastModifiedBy>Christian Santamaria Saldaña</cp:lastModifiedBy>
  <cp:revision>496</cp:revision>
  <cp:lastPrinted>2018-01-16T21:42:59Z</cp:lastPrinted>
  <dcterms:created xsi:type="dcterms:W3CDTF">2016-10-06T14:52:02Z</dcterms:created>
  <dcterms:modified xsi:type="dcterms:W3CDTF">2020-10-21T21:42:00Z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