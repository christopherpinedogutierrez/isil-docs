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72" r:id="rId2"/>
    <p:sldId id="306" r:id="rId3"/>
    <p:sldId id="432" r:id="rId4"/>
    <p:sldId id="434" r:id="rId5"/>
    <p:sldId id="435" r:id="rId6"/>
    <p:sldId id="456" r:id="rId7"/>
    <p:sldId id="315" r:id="rId8"/>
    <p:sldId id="400" r:id="rId9"/>
    <p:sldId id="436" r:id="rId10"/>
    <p:sldId id="457" r:id="rId11"/>
    <p:sldId id="437" r:id="rId12"/>
    <p:sldId id="458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48" r:id="rId25"/>
    <p:sldId id="449" r:id="rId26"/>
    <p:sldId id="450" r:id="rId27"/>
    <p:sldId id="451" r:id="rId28"/>
    <p:sldId id="470" r:id="rId29"/>
    <p:sldId id="471" r:id="rId30"/>
  </p:sldIdLst>
  <p:sldSz cx="9144000" cy="5715000" type="screen16x1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229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75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29" userDrawn="1">
          <p15:clr>
            <a:srgbClr val="A4A3A4"/>
          </p15:clr>
        </p15:guide>
        <p15:guide id="20" pos="4309" userDrawn="1">
          <p15:clr>
            <a:srgbClr val="A4A3A4"/>
          </p15:clr>
        </p15:guide>
        <p15:guide id="22" orient="horz" pos="802" userDrawn="1">
          <p15:clr>
            <a:srgbClr val="A4A3A4"/>
          </p15:clr>
        </p15:guide>
        <p15:guide id="23" orient="horz" pos="26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32C"/>
    <a:srgbClr val="2EB1B5"/>
    <a:srgbClr val="0197A7"/>
    <a:srgbClr val="68529F"/>
    <a:srgbClr val="E5584B"/>
    <a:srgbClr val="99C652"/>
    <a:srgbClr val="F2D164"/>
    <a:srgbClr val="DFA635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14" autoAdjust="0"/>
    <p:restoredTop sz="74909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104" y="108"/>
      </p:cViewPr>
      <p:guideLst>
        <p:guide pos="5465"/>
        <p:guide orient="horz" pos="3229"/>
        <p:guide pos="295"/>
        <p:guide orient="horz" pos="575"/>
        <p:guide orient="horz" pos="258"/>
        <p:guide pos="2880"/>
        <p:guide pos="3039"/>
        <p:guide pos="2721"/>
        <p:guide pos="1429"/>
        <p:guide pos="4309"/>
        <p:guide orient="horz" pos="802"/>
        <p:guide orient="horz" pos="26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91BBBA7B-C9CA-C043-8F12-8D624B2C4919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Política de Desarrollo Seguro</a:t>
          </a:r>
          <a:endParaRPr lang="es-PE" sz="1600" dirty="0"/>
        </a:p>
      </dgm:t>
    </dgm:pt>
    <dgm:pt modelId="{DBAE8F7A-50F1-FB42-86C7-D790E777CB8C}" type="parTrans" cxnId="{1FE77652-E49F-3C4C-ACB7-78CDBE7933DA}">
      <dgm:prSet/>
      <dgm:spPr/>
      <dgm:t>
        <a:bodyPr/>
        <a:lstStyle/>
        <a:p>
          <a:endParaRPr lang="es-ES_tradnl"/>
        </a:p>
      </dgm:t>
    </dgm:pt>
    <dgm:pt modelId="{03EF63C2-D3A0-8946-9F41-06AFE076D9C2}" type="sibTrans" cxnId="{1FE77652-E49F-3C4C-ACB7-78CDBE7933DA}">
      <dgm:prSet/>
      <dgm:spPr/>
      <dgm:t>
        <a:bodyPr/>
        <a:lstStyle/>
        <a:p>
          <a:endParaRPr lang="es-ES_tradnl"/>
        </a:p>
      </dgm:t>
    </dgm:pt>
    <dgm:pt modelId="{646E73EC-5CCC-E843-8D35-6B69BB641B65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Control de Cambios del Sistema</a:t>
          </a:r>
          <a:endParaRPr lang="es-PE" sz="1600" dirty="0"/>
        </a:p>
      </dgm:t>
    </dgm:pt>
    <dgm:pt modelId="{EF0A559D-FBA1-F944-8AA5-1980BEDF82EF}" type="parTrans" cxnId="{25C5A3B8-D357-C64A-9F3A-108C135BCD2B}">
      <dgm:prSet/>
      <dgm:spPr/>
      <dgm:t>
        <a:bodyPr/>
        <a:lstStyle/>
        <a:p>
          <a:endParaRPr lang="es-ES_tradnl"/>
        </a:p>
      </dgm:t>
    </dgm:pt>
    <dgm:pt modelId="{50B624CB-1341-4F4C-9290-90C67BB8FECC}" type="sibTrans" cxnId="{25C5A3B8-D357-C64A-9F3A-108C135BCD2B}">
      <dgm:prSet/>
      <dgm:spPr/>
      <dgm:t>
        <a:bodyPr/>
        <a:lstStyle/>
        <a:p>
          <a:endParaRPr lang="es-ES_tradnl"/>
        </a:p>
      </dgm:t>
    </dgm:pt>
    <dgm:pt modelId="{0F9099D8-5604-684E-A257-DF7EB8425D53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Entorno de Desarrollo seguro</a:t>
          </a:r>
          <a:endParaRPr lang="es-PE" sz="1600" dirty="0"/>
        </a:p>
      </dgm:t>
    </dgm:pt>
    <dgm:pt modelId="{FD087F2C-D806-B147-9040-EE60A4F02B78}" type="parTrans" cxnId="{77B76725-FEA9-254E-B2F5-EF100673A950}">
      <dgm:prSet/>
      <dgm:spPr/>
      <dgm:t>
        <a:bodyPr/>
        <a:lstStyle/>
        <a:p>
          <a:endParaRPr lang="es-ES_tradnl"/>
        </a:p>
      </dgm:t>
    </dgm:pt>
    <dgm:pt modelId="{4F3CAE37-1017-6B4A-9FAA-82C591F952BE}" type="sibTrans" cxnId="{77B76725-FEA9-254E-B2F5-EF100673A950}">
      <dgm:prSet/>
      <dgm:spPr/>
      <dgm:t>
        <a:bodyPr/>
        <a:lstStyle/>
        <a:p>
          <a:endParaRPr lang="es-ES_tradnl"/>
        </a:p>
      </dgm:t>
    </dgm:pt>
    <dgm:pt modelId="{88E9BDCC-A74B-A644-A8B3-7357B653B2D1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Pruebas</a:t>
          </a:r>
          <a:endParaRPr lang="es-PE" sz="1600" dirty="0"/>
        </a:p>
      </dgm:t>
    </dgm:pt>
    <dgm:pt modelId="{1546D2DD-18F8-6C4B-8754-AF962B719FD2}" type="parTrans" cxnId="{5D4F0F6F-628C-CA40-9328-965ECEA58903}">
      <dgm:prSet/>
      <dgm:spPr/>
      <dgm:t>
        <a:bodyPr/>
        <a:lstStyle/>
        <a:p>
          <a:endParaRPr lang="es-ES_tradnl"/>
        </a:p>
      </dgm:t>
    </dgm:pt>
    <dgm:pt modelId="{3739357E-6A25-1B4F-90F7-471FB74D1D5D}" type="sibTrans" cxnId="{5D4F0F6F-628C-CA40-9328-965ECEA58903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CAA78F36-A2BC-C146-8A1E-A15A3C1EC60E}" type="pres">
      <dgm:prSet presAssocID="{91BBBA7B-C9CA-C043-8F12-8D624B2C4919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089631DB-CC77-ED40-BE80-2BBBF0F73997}" type="pres">
      <dgm:prSet presAssocID="{03EF63C2-D3A0-8946-9F41-06AFE076D9C2}" presName="spacer" presStyleCnt="0"/>
      <dgm:spPr/>
    </dgm:pt>
    <dgm:pt modelId="{1E063036-8D0B-5347-B473-5871A069F1B3}" type="pres">
      <dgm:prSet presAssocID="{646E73EC-5CCC-E843-8D35-6B69BB641B6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8E77E1F0-4A8E-BA48-B72B-35680917E035}" type="pres">
      <dgm:prSet presAssocID="{50B624CB-1341-4F4C-9290-90C67BB8FECC}" presName="spacer" presStyleCnt="0"/>
      <dgm:spPr/>
    </dgm:pt>
    <dgm:pt modelId="{9BEE3789-2D1E-3148-A7C2-CBEF228553C3}" type="pres">
      <dgm:prSet presAssocID="{0F9099D8-5604-684E-A257-DF7EB8425D5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9C5ACE49-6D06-D443-9B36-C6957544881D}" type="pres">
      <dgm:prSet presAssocID="{4F3CAE37-1017-6B4A-9FAA-82C591F952BE}" presName="spacer" presStyleCnt="0"/>
      <dgm:spPr/>
    </dgm:pt>
    <dgm:pt modelId="{3010FD26-3C97-5F4F-B59B-BA2B5C58DBFD}" type="pres">
      <dgm:prSet presAssocID="{88E9BDCC-A74B-A644-A8B3-7357B653B2D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1FE77652-E49F-3C4C-ACB7-78CDBE7933DA}" srcId="{6EC1C1F4-B068-49DD-8085-E83DE5FE91C0}" destId="{91BBBA7B-C9CA-C043-8F12-8D624B2C4919}" srcOrd="1" destOrd="0" parTransId="{DBAE8F7A-50F1-FB42-86C7-D790E777CB8C}" sibTransId="{03EF63C2-D3A0-8946-9F41-06AFE076D9C2}"/>
    <dgm:cxn modelId="{25C5A3B8-D357-C64A-9F3A-108C135BCD2B}" srcId="{6EC1C1F4-B068-49DD-8085-E83DE5FE91C0}" destId="{646E73EC-5CCC-E843-8D35-6B69BB641B65}" srcOrd="2" destOrd="0" parTransId="{EF0A559D-FBA1-F944-8AA5-1980BEDF82EF}" sibTransId="{50B624CB-1341-4F4C-9290-90C67BB8FECC}"/>
    <dgm:cxn modelId="{4D20EB3D-B391-DB44-85E0-0A27673F9B00}" type="presOf" srcId="{0F9099D8-5604-684E-A257-DF7EB8425D53}" destId="{9BEE3789-2D1E-3148-A7C2-CBEF228553C3}" srcOrd="0" destOrd="0" presId="urn:microsoft.com/office/officeart/2005/8/layout/vList2"/>
    <dgm:cxn modelId="{40F5B1C5-62B1-6146-A1F0-C1180ECD01C8}" type="presOf" srcId="{F8AC1D50-8DEC-42E2-996D-CF1010A8B2A4}" destId="{3777373B-7A8D-4433-8A8C-4992208C3102}" srcOrd="0" destOrd="0" presId="urn:microsoft.com/office/officeart/2005/8/layout/vList2"/>
    <dgm:cxn modelId="{6F94E478-C0DA-B94C-A5D5-E7B7630EFB73}" type="presOf" srcId="{88E9BDCC-A74B-A644-A8B3-7357B653B2D1}" destId="{3010FD26-3C97-5F4F-B59B-BA2B5C58DBFD}" srcOrd="0" destOrd="0" presId="urn:microsoft.com/office/officeart/2005/8/layout/vList2"/>
    <dgm:cxn modelId="{BE274E75-634F-EF4D-99A2-01521D7C11B6}" type="presOf" srcId="{646E73EC-5CCC-E843-8D35-6B69BB641B65}" destId="{1E063036-8D0B-5347-B473-5871A069F1B3}" srcOrd="0" destOrd="0" presId="urn:microsoft.com/office/officeart/2005/8/layout/vList2"/>
    <dgm:cxn modelId="{CE7ED3A7-A59D-624C-A9FA-5EDAB31E0A37}" type="presOf" srcId="{91BBBA7B-C9CA-C043-8F12-8D624B2C4919}" destId="{CAA78F36-A2BC-C146-8A1E-A15A3C1EC60E}" srcOrd="0" destOrd="0" presId="urn:microsoft.com/office/officeart/2005/8/layout/vList2"/>
    <dgm:cxn modelId="{58351E3F-A441-BB46-A9EE-E1BE434B50F2}" type="presOf" srcId="{6EC1C1F4-B068-49DD-8085-E83DE5FE91C0}" destId="{1C1067FD-E418-4B60-B9E3-ACF1A4CBDC81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5D4F0F6F-628C-CA40-9328-965ECEA58903}" srcId="{6EC1C1F4-B068-49DD-8085-E83DE5FE91C0}" destId="{88E9BDCC-A74B-A644-A8B3-7357B653B2D1}" srcOrd="4" destOrd="0" parTransId="{1546D2DD-18F8-6C4B-8754-AF962B719FD2}" sibTransId="{3739357E-6A25-1B4F-90F7-471FB74D1D5D}"/>
    <dgm:cxn modelId="{77B76725-FEA9-254E-B2F5-EF100673A950}" srcId="{6EC1C1F4-B068-49DD-8085-E83DE5FE91C0}" destId="{0F9099D8-5604-684E-A257-DF7EB8425D53}" srcOrd="3" destOrd="0" parTransId="{FD087F2C-D806-B147-9040-EE60A4F02B78}" sibTransId="{4F3CAE37-1017-6B4A-9FAA-82C591F952BE}"/>
    <dgm:cxn modelId="{3595A292-1078-F14E-AEB4-1D9DF3A52647}" type="presParOf" srcId="{1C1067FD-E418-4B60-B9E3-ACF1A4CBDC81}" destId="{3777373B-7A8D-4433-8A8C-4992208C3102}" srcOrd="0" destOrd="0" presId="urn:microsoft.com/office/officeart/2005/8/layout/vList2"/>
    <dgm:cxn modelId="{81DA7A5D-440B-AE43-B793-961713979F60}" type="presParOf" srcId="{1C1067FD-E418-4B60-B9E3-ACF1A4CBDC81}" destId="{77C821BE-E8B1-43B2-BC83-DA1F290CCBAD}" srcOrd="1" destOrd="0" presId="urn:microsoft.com/office/officeart/2005/8/layout/vList2"/>
    <dgm:cxn modelId="{D13F3134-D5E3-2748-B7AD-6D5D867626E3}" type="presParOf" srcId="{1C1067FD-E418-4B60-B9E3-ACF1A4CBDC81}" destId="{CAA78F36-A2BC-C146-8A1E-A15A3C1EC60E}" srcOrd="2" destOrd="0" presId="urn:microsoft.com/office/officeart/2005/8/layout/vList2"/>
    <dgm:cxn modelId="{B9728EC0-E0E4-0B45-AEE7-BBCF04A3B53B}" type="presParOf" srcId="{1C1067FD-E418-4B60-B9E3-ACF1A4CBDC81}" destId="{089631DB-CC77-ED40-BE80-2BBBF0F73997}" srcOrd="3" destOrd="0" presId="urn:microsoft.com/office/officeart/2005/8/layout/vList2"/>
    <dgm:cxn modelId="{CCB0662E-498A-284B-9A45-6F510C448DCC}" type="presParOf" srcId="{1C1067FD-E418-4B60-B9E3-ACF1A4CBDC81}" destId="{1E063036-8D0B-5347-B473-5871A069F1B3}" srcOrd="4" destOrd="0" presId="urn:microsoft.com/office/officeart/2005/8/layout/vList2"/>
    <dgm:cxn modelId="{4EA1E7EF-31C7-0C47-95E3-9F80BAAF77BD}" type="presParOf" srcId="{1C1067FD-E418-4B60-B9E3-ACF1A4CBDC81}" destId="{8E77E1F0-4A8E-BA48-B72B-35680917E035}" srcOrd="5" destOrd="0" presId="urn:microsoft.com/office/officeart/2005/8/layout/vList2"/>
    <dgm:cxn modelId="{4A6DC507-1CAA-0A41-88DC-1F2F685EF2CD}" type="presParOf" srcId="{1C1067FD-E418-4B60-B9E3-ACF1A4CBDC81}" destId="{9BEE3789-2D1E-3148-A7C2-CBEF228553C3}" srcOrd="6" destOrd="0" presId="urn:microsoft.com/office/officeart/2005/8/layout/vList2"/>
    <dgm:cxn modelId="{3E10C837-AFC2-8A4E-BA22-A68B7E9F1774}" type="presParOf" srcId="{1C1067FD-E418-4B60-B9E3-ACF1A4CBDC81}" destId="{9C5ACE49-6D06-D443-9B36-C6957544881D}" srcOrd="7" destOrd="0" presId="urn:microsoft.com/office/officeart/2005/8/layout/vList2"/>
    <dgm:cxn modelId="{48052496-DA16-D847-BC36-BCB4DFB1F2E5}" type="presParOf" srcId="{1C1067FD-E418-4B60-B9E3-ACF1A4CBDC81}" destId="{3010FD26-3C97-5F4F-B59B-BA2B5C58DB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100" dirty="0" smtClean="0"/>
            <a:t>A.14.2 Seguridad en los procesos de desarrollo y soporte</a:t>
          </a:r>
          <a:endParaRPr lang="es-PE" sz="11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100" dirty="0" smtClean="0"/>
            <a:t>A.14.2.1 Política de desarrollo seguro</a:t>
          </a:r>
          <a:endParaRPr lang="es-PE" sz="11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5632A320-C7F0-4CDC-98FE-2A96BECAF10D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100" dirty="0" smtClean="0"/>
            <a:t>A.14.2.2 Procedimientos de control de cambios</a:t>
          </a:r>
          <a:br>
            <a:rPr lang="es-PE" sz="1100" dirty="0" smtClean="0"/>
          </a:br>
          <a:r>
            <a:rPr lang="es-PE" sz="1100" dirty="0" smtClean="0"/>
            <a:t>V del sistema</a:t>
          </a:r>
          <a:endParaRPr lang="es-PE" sz="1100" dirty="0"/>
        </a:p>
      </dgm:t>
    </dgm:pt>
    <dgm:pt modelId="{10AA4281-08C4-41C2-8759-40F57D40420E}" type="parTrans" cxnId="{9F627562-5DED-4E81-A15F-B9B84A0A5217}">
      <dgm:prSet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662C727F-8716-4E3E-8E31-1719CF95F5A2}" type="sibTrans" cxnId="{9F627562-5DED-4E81-A15F-B9B84A0A5217}">
      <dgm:prSet/>
      <dgm:spPr/>
      <dgm:t>
        <a:bodyPr/>
        <a:lstStyle/>
        <a:p>
          <a:endParaRPr lang="es-PE" sz="1100"/>
        </a:p>
      </dgm:t>
    </dgm:pt>
    <dgm:pt modelId="{46B5A241-D4A1-4091-8BAE-08996C0781F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100" dirty="0" smtClean="0"/>
            <a:t>A.14.2.3 Revisión técnica de las aplicaciones tras efectuar cambios en la plataforma operativa</a:t>
          </a:r>
          <a:endParaRPr lang="es-PE" sz="1100" dirty="0"/>
        </a:p>
      </dgm:t>
    </dgm:pt>
    <dgm:pt modelId="{10D3F234-F6AA-41E1-8303-ABC36FC18653}" type="parTrans" cxnId="{8D4FF80E-06BE-4E95-895E-0953A332724C}">
      <dgm:prSet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7AB1439C-5971-405A-AB56-8E64C635EB2F}" type="sibTrans" cxnId="{8D4FF80E-06BE-4E95-895E-0953A332724C}">
      <dgm:prSet/>
      <dgm:spPr/>
      <dgm:t>
        <a:bodyPr/>
        <a:lstStyle/>
        <a:p>
          <a:endParaRPr lang="es-PE" sz="1100"/>
        </a:p>
      </dgm:t>
    </dgm:pt>
    <dgm:pt modelId="{FCDA743E-34D3-4BEB-AC1F-46423BC54470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100" dirty="0" smtClean="0"/>
            <a:t>A.14.2.4 Restricciones</a:t>
          </a:r>
          <a:br>
            <a:rPr lang="es-PE" sz="1100" dirty="0" smtClean="0"/>
          </a:br>
          <a:r>
            <a:rPr lang="es-PE" sz="1100" dirty="0" smtClean="0"/>
            <a:t>a los cambios en los paquetes de software</a:t>
          </a:r>
          <a:endParaRPr lang="es-PE" sz="1100" dirty="0"/>
        </a:p>
      </dgm:t>
    </dgm:pt>
    <dgm:pt modelId="{BB77FD19-304A-4C12-9EFA-A59DEB7A2227}" type="parTrans" cxnId="{0F8B317D-7C06-4183-B144-1F75CFD77B65}">
      <dgm:prSet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FED8CE8B-1BDA-4E0F-8FB2-02B86742F781}" type="sibTrans" cxnId="{0F8B317D-7C06-4183-B144-1F75CFD77B65}">
      <dgm:prSet/>
      <dgm:spPr/>
      <dgm:t>
        <a:bodyPr/>
        <a:lstStyle/>
        <a:p>
          <a:endParaRPr lang="es-PE" sz="1100"/>
        </a:p>
      </dgm:t>
    </dgm:pt>
    <dgm:pt modelId="{8DE7D636-52D4-4C7B-B023-578F832BA88D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100" dirty="0" smtClean="0"/>
            <a:t>A.14.2.5 Principios de ingeniería de sistema seguro</a:t>
          </a:r>
          <a:endParaRPr lang="es-PE" sz="1100" dirty="0"/>
        </a:p>
      </dgm:t>
    </dgm:pt>
    <dgm:pt modelId="{11CF6DEC-438F-49EF-BBE6-34AD97498E66}" type="parTrans" cxnId="{ED4DCD50-3A02-42F5-9C2A-BBEDE1DF3067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05CFF337-7399-41B1-9E80-02A92C4FECC9}" type="sibTrans" cxnId="{ED4DCD50-3A02-42F5-9C2A-BBEDE1DF3067}">
      <dgm:prSet/>
      <dgm:spPr/>
      <dgm:t>
        <a:bodyPr/>
        <a:lstStyle/>
        <a:p>
          <a:endParaRPr lang="es-PE" sz="1100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5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5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5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C9822A5A-EB9C-44D9-B42D-C5E61E5F941B}" type="pres">
      <dgm:prSet presAssocID="{10AA4281-08C4-41C2-8759-40F57D40420E}" presName="Name37" presStyleLbl="parChTrans1D2" presStyleIdx="1" presStyleCnt="5"/>
      <dgm:spPr/>
      <dgm:t>
        <a:bodyPr/>
        <a:lstStyle/>
        <a:p>
          <a:endParaRPr lang="es-PE"/>
        </a:p>
      </dgm:t>
    </dgm:pt>
    <dgm:pt modelId="{946E4497-8344-4D72-913B-0E994C1B04C3}" type="pres">
      <dgm:prSet presAssocID="{5632A320-C7F0-4CDC-98FE-2A96BECAF10D}" presName="hierRoot2" presStyleCnt="0">
        <dgm:presLayoutVars>
          <dgm:hierBranch val="init"/>
        </dgm:presLayoutVars>
      </dgm:prSet>
      <dgm:spPr/>
    </dgm:pt>
    <dgm:pt modelId="{1F1EA7DB-3F78-41B4-A699-13BE7B9A07EC}" type="pres">
      <dgm:prSet presAssocID="{5632A320-C7F0-4CDC-98FE-2A96BECAF10D}" presName="rootComposite" presStyleCnt="0"/>
      <dgm:spPr/>
    </dgm:pt>
    <dgm:pt modelId="{8188F989-E289-4CEB-A739-25BAB3A15BE2}" type="pres">
      <dgm:prSet presAssocID="{5632A320-C7F0-4CDC-98FE-2A96BECAF10D}" presName="rootText" presStyleLbl="node2" presStyleIdx="1" presStyleCnt="5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FDD1B955-4718-4061-9FCE-49A3FD052732}" type="pres">
      <dgm:prSet presAssocID="{5632A320-C7F0-4CDC-98FE-2A96BECAF10D}" presName="rootConnector" presStyleLbl="node2" presStyleIdx="1" presStyleCnt="5"/>
      <dgm:spPr/>
      <dgm:t>
        <a:bodyPr/>
        <a:lstStyle/>
        <a:p>
          <a:endParaRPr lang="es-PE"/>
        </a:p>
      </dgm:t>
    </dgm:pt>
    <dgm:pt modelId="{BC9CF0A2-8798-43E5-8527-D38B3FCB0A41}" type="pres">
      <dgm:prSet presAssocID="{5632A320-C7F0-4CDC-98FE-2A96BECAF10D}" presName="hierChild4" presStyleCnt="0"/>
      <dgm:spPr/>
    </dgm:pt>
    <dgm:pt modelId="{E1F4F7A8-BBD0-4E20-B502-D632C0DA4A4F}" type="pres">
      <dgm:prSet presAssocID="{5632A320-C7F0-4CDC-98FE-2A96BECAF10D}" presName="hierChild5" presStyleCnt="0"/>
      <dgm:spPr/>
    </dgm:pt>
    <dgm:pt modelId="{A682D2A3-DD3F-472B-A711-54A5B5DE6035}" type="pres">
      <dgm:prSet presAssocID="{10D3F234-F6AA-41E1-8303-ABC36FC18653}" presName="Name37" presStyleLbl="parChTrans1D2" presStyleIdx="2" presStyleCnt="5"/>
      <dgm:spPr/>
      <dgm:t>
        <a:bodyPr/>
        <a:lstStyle/>
        <a:p>
          <a:endParaRPr lang="es-PE"/>
        </a:p>
      </dgm:t>
    </dgm:pt>
    <dgm:pt modelId="{00EE6EA0-E127-4355-903D-F2FDE0294DAB}" type="pres">
      <dgm:prSet presAssocID="{46B5A241-D4A1-4091-8BAE-08996C0781FE}" presName="hierRoot2" presStyleCnt="0">
        <dgm:presLayoutVars>
          <dgm:hierBranch val="init"/>
        </dgm:presLayoutVars>
      </dgm:prSet>
      <dgm:spPr/>
    </dgm:pt>
    <dgm:pt modelId="{8AF06E62-C492-4E59-9CDB-4A53B9437A4C}" type="pres">
      <dgm:prSet presAssocID="{46B5A241-D4A1-4091-8BAE-08996C0781FE}" presName="rootComposite" presStyleCnt="0"/>
      <dgm:spPr/>
    </dgm:pt>
    <dgm:pt modelId="{4B0BCC66-6B82-4BE7-A91E-5A6ECD4168A6}" type="pres">
      <dgm:prSet presAssocID="{46B5A241-D4A1-4091-8BAE-08996C0781FE}" presName="rootText" presStyleLbl="node2" presStyleIdx="2" presStyleCnt="5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B4FE46C6-6EC0-4D70-8BBB-C47689BA4D4D}" type="pres">
      <dgm:prSet presAssocID="{46B5A241-D4A1-4091-8BAE-08996C0781FE}" presName="rootConnector" presStyleLbl="node2" presStyleIdx="2" presStyleCnt="5"/>
      <dgm:spPr/>
      <dgm:t>
        <a:bodyPr/>
        <a:lstStyle/>
        <a:p>
          <a:endParaRPr lang="es-PE"/>
        </a:p>
      </dgm:t>
    </dgm:pt>
    <dgm:pt modelId="{9E87BB5A-8C9D-4442-8BB0-35A782D00ED6}" type="pres">
      <dgm:prSet presAssocID="{46B5A241-D4A1-4091-8BAE-08996C0781FE}" presName="hierChild4" presStyleCnt="0"/>
      <dgm:spPr/>
    </dgm:pt>
    <dgm:pt modelId="{69455763-C8ED-4790-8B54-DE7D628F69EB}" type="pres">
      <dgm:prSet presAssocID="{46B5A241-D4A1-4091-8BAE-08996C0781FE}" presName="hierChild5" presStyleCnt="0"/>
      <dgm:spPr/>
    </dgm:pt>
    <dgm:pt modelId="{BFD07ADB-C9B5-4633-9EA4-C2D4EFB588F8}" type="pres">
      <dgm:prSet presAssocID="{BB77FD19-304A-4C12-9EFA-A59DEB7A2227}" presName="Name37" presStyleLbl="parChTrans1D2" presStyleIdx="3" presStyleCnt="5"/>
      <dgm:spPr/>
      <dgm:t>
        <a:bodyPr/>
        <a:lstStyle/>
        <a:p>
          <a:endParaRPr lang="es-PE"/>
        </a:p>
      </dgm:t>
    </dgm:pt>
    <dgm:pt modelId="{41E6D843-E2F2-4EE8-AC15-516C2338C1F8}" type="pres">
      <dgm:prSet presAssocID="{FCDA743E-34D3-4BEB-AC1F-46423BC54470}" presName="hierRoot2" presStyleCnt="0">
        <dgm:presLayoutVars>
          <dgm:hierBranch val="init"/>
        </dgm:presLayoutVars>
      </dgm:prSet>
      <dgm:spPr/>
    </dgm:pt>
    <dgm:pt modelId="{38F8E9A4-F34D-427C-892C-CA1441F02A6B}" type="pres">
      <dgm:prSet presAssocID="{FCDA743E-34D3-4BEB-AC1F-46423BC54470}" presName="rootComposite" presStyleCnt="0"/>
      <dgm:spPr/>
    </dgm:pt>
    <dgm:pt modelId="{237A8FF6-897D-434B-919A-5A9D2DC16594}" type="pres">
      <dgm:prSet presAssocID="{FCDA743E-34D3-4BEB-AC1F-46423BC54470}" presName="rootText" presStyleLbl="node2" presStyleIdx="3" presStyleCnt="5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A9746A4C-FFB5-4C41-84AD-18456EC8F7E4}" type="pres">
      <dgm:prSet presAssocID="{FCDA743E-34D3-4BEB-AC1F-46423BC54470}" presName="rootConnector" presStyleLbl="node2" presStyleIdx="3" presStyleCnt="5"/>
      <dgm:spPr/>
      <dgm:t>
        <a:bodyPr/>
        <a:lstStyle/>
        <a:p>
          <a:endParaRPr lang="es-PE"/>
        </a:p>
      </dgm:t>
    </dgm:pt>
    <dgm:pt modelId="{D4110D6F-1266-4488-8B86-1D4DE6F25758}" type="pres">
      <dgm:prSet presAssocID="{FCDA743E-34D3-4BEB-AC1F-46423BC54470}" presName="hierChild4" presStyleCnt="0"/>
      <dgm:spPr/>
    </dgm:pt>
    <dgm:pt modelId="{E16E300A-1A4E-40D6-84D0-9BBCE581557F}" type="pres">
      <dgm:prSet presAssocID="{FCDA743E-34D3-4BEB-AC1F-46423BC54470}" presName="hierChild5" presStyleCnt="0"/>
      <dgm:spPr/>
    </dgm:pt>
    <dgm:pt modelId="{4515D6C0-C079-4D56-967A-2A83CD1FF0DA}" type="pres">
      <dgm:prSet presAssocID="{11CF6DEC-438F-49EF-BBE6-34AD97498E66}" presName="Name37" presStyleLbl="parChTrans1D2" presStyleIdx="4" presStyleCnt="5"/>
      <dgm:spPr/>
      <dgm:t>
        <a:bodyPr/>
        <a:lstStyle/>
        <a:p>
          <a:endParaRPr lang="es-PE"/>
        </a:p>
      </dgm:t>
    </dgm:pt>
    <dgm:pt modelId="{0022284E-6AD2-46D8-82F6-E14AA08F1A7F}" type="pres">
      <dgm:prSet presAssocID="{8DE7D636-52D4-4C7B-B023-578F832BA88D}" presName="hierRoot2" presStyleCnt="0">
        <dgm:presLayoutVars>
          <dgm:hierBranch val="init"/>
        </dgm:presLayoutVars>
      </dgm:prSet>
      <dgm:spPr/>
    </dgm:pt>
    <dgm:pt modelId="{89D67B5A-AFA9-4240-B0EA-CBFB15F9FC9D}" type="pres">
      <dgm:prSet presAssocID="{8DE7D636-52D4-4C7B-B023-578F832BA88D}" presName="rootComposite" presStyleCnt="0"/>
      <dgm:spPr/>
    </dgm:pt>
    <dgm:pt modelId="{FF3983FD-F1FE-4EA6-B780-5D2E49281FF9}" type="pres">
      <dgm:prSet presAssocID="{8DE7D636-52D4-4C7B-B023-578F832BA88D}" presName="rootText" presStyleLbl="node2" presStyleIdx="4" presStyleCnt="5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933988EF-DF82-459C-8F05-096B0E7BCC4C}" type="pres">
      <dgm:prSet presAssocID="{8DE7D636-52D4-4C7B-B023-578F832BA88D}" presName="rootConnector" presStyleLbl="node2" presStyleIdx="4" presStyleCnt="5"/>
      <dgm:spPr/>
      <dgm:t>
        <a:bodyPr/>
        <a:lstStyle/>
        <a:p>
          <a:endParaRPr lang="es-PE"/>
        </a:p>
      </dgm:t>
    </dgm:pt>
    <dgm:pt modelId="{85613208-9CE4-46D1-B103-FB7E9C39EC46}" type="pres">
      <dgm:prSet presAssocID="{8DE7D636-52D4-4C7B-B023-578F832BA88D}" presName="hierChild4" presStyleCnt="0"/>
      <dgm:spPr/>
    </dgm:pt>
    <dgm:pt modelId="{19F64939-6CBA-438D-BF80-BE415C4134AA}" type="pres">
      <dgm:prSet presAssocID="{8DE7D636-52D4-4C7B-B023-578F832BA88D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1573E8C0-3F93-DD4C-9815-40B37154FC9B}" type="presOf" srcId="{11CF6DEC-438F-49EF-BBE6-34AD97498E66}" destId="{4515D6C0-C079-4D56-967A-2A83CD1FF0DA}" srcOrd="0" destOrd="0" presId="urn:microsoft.com/office/officeart/2005/8/layout/orgChart1"/>
    <dgm:cxn modelId="{9F627562-5DED-4E81-A15F-B9B84A0A5217}" srcId="{1CFEDA62-E621-45B6-81B7-7CA0DF19BE0B}" destId="{5632A320-C7F0-4CDC-98FE-2A96BECAF10D}" srcOrd="1" destOrd="0" parTransId="{10AA4281-08C4-41C2-8759-40F57D40420E}" sibTransId="{662C727F-8716-4E3E-8E31-1719CF95F5A2}"/>
    <dgm:cxn modelId="{BE4E4B13-5F7B-CD4B-80A3-03F405518295}" type="presOf" srcId="{46B5A241-D4A1-4091-8BAE-08996C0781FE}" destId="{B4FE46C6-6EC0-4D70-8BBB-C47689BA4D4D}" srcOrd="1" destOrd="0" presId="urn:microsoft.com/office/officeart/2005/8/layout/orgChart1"/>
    <dgm:cxn modelId="{B18DC312-A27D-B742-84F5-0458C6AA97C3}" type="presOf" srcId="{B7448275-937C-4470-B239-A762E1132317}" destId="{7B388FE9-2F2F-47A2-8064-C147FCA9A3F0}" srcOrd="1" destOrd="0" presId="urn:microsoft.com/office/officeart/2005/8/layout/orgChart1"/>
    <dgm:cxn modelId="{393E7ECB-8416-264B-8AC4-03AC7B28740E}" type="presOf" srcId="{10422A0E-8626-46F6-B887-21E25845322D}" destId="{C4281DFD-D887-41DA-B6F2-3FBADBA6C710}" srcOrd="0" destOrd="0" presId="urn:microsoft.com/office/officeart/2005/8/layout/orgChart1"/>
    <dgm:cxn modelId="{2007BFE2-A6C4-4D42-BBFB-CA7C228218EF}" type="presOf" srcId="{BB77FD19-304A-4C12-9EFA-A59DEB7A2227}" destId="{BFD07ADB-C9B5-4633-9EA4-C2D4EFB588F8}" srcOrd="0" destOrd="0" presId="urn:microsoft.com/office/officeart/2005/8/layout/orgChart1"/>
    <dgm:cxn modelId="{A7CA6C36-03F9-6D40-BAEF-9BE2B86A7F70}" type="presOf" srcId="{10AA4281-08C4-41C2-8759-40F57D40420E}" destId="{C9822A5A-EB9C-44D9-B42D-C5E61E5F941B}" srcOrd="0" destOrd="0" presId="urn:microsoft.com/office/officeart/2005/8/layout/orgChart1"/>
    <dgm:cxn modelId="{ED4DCD50-3A02-42F5-9C2A-BBEDE1DF3067}" srcId="{1CFEDA62-E621-45B6-81B7-7CA0DF19BE0B}" destId="{8DE7D636-52D4-4C7B-B023-578F832BA88D}" srcOrd="4" destOrd="0" parTransId="{11CF6DEC-438F-49EF-BBE6-34AD97498E66}" sibTransId="{05CFF337-7399-41B1-9E80-02A92C4FECC9}"/>
    <dgm:cxn modelId="{6867E631-C058-1648-A126-D67823141B76}" type="presOf" srcId="{FCDA743E-34D3-4BEB-AC1F-46423BC54470}" destId="{A9746A4C-FFB5-4C41-84AD-18456EC8F7E4}" srcOrd="1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DEE96F0F-D201-0846-A09A-A3D3BE88A844}" type="presOf" srcId="{1CFEDA62-E621-45B6-81B7-7CA0DF19BE0B}" destId="{5703174A-DFEC-47A6-87E0-B1E4BB26E639}" srcOrd="1" destOrd="0" presId="urn:microsoft.com/office/officeart/2005/8/layout/orgChart1"/>
    <dgm:cxn modelId="{4F044D2E-E9F6-8A44-8F80-6E7F06D0DD16}" type="presOf" srcId="{B7448275-937C-4470-B239-A762E1132317}" destId="{FC92D772-C01B-4D45-837B-3353756937D4}" srcOrd="0" destOrd="0" presId="urn:microsoft.com/office/officeart/2005/8/layout/orgChart1"/>
    <dgm:cxn modelId="{267EA44B-C197-4841-9E0A-17F6CC1EF302}" type="presOf" srcId="{1CFEDA62-E621-45B6-81B7-7CA0DF19BE0B}" destId="{126F27EB-EF2C-423D-B7FD-5E0219D7D588}" srcOrd="0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A60DA5EC-BBA2-9143-9B56-83C425835183}" type="presOf" srcId="{8DE7D636-52D4-4C7B-B023-578F832BA88D}" destId="{933988EF-DF82-459C-8F05-096B0E7BCC4C}" srcOrd="1" destOrd="0" presId="urn:microsoft.com/office/officeart/2005/8/layout/orgChart1"/>
    <dgm:cxn modelId="{4EF52063-0DCF-5943-9CF6-9BF473969AA4}" type="presOf" srcId="{10D3F234-F6AA-41E1-8303-ABC36FC18653}" destId="{A682D2A3-DD3F-472B-A711-54A5B5DE6035}" srcOrd="0" destOrd="0" presId="urn:microsoft.com/office/officeart/2005/8/layout/orgChart1"/>
    <dgm:cxn modelId="{CD827945-7303-1A4E-AE47-D956C86BAB6C}" type="presOf" srcId="{46B5A241-D4A1-4091-8BAE-08996C0781FE}" destId="{4B0BCC66-6B82-4BE7-A91E-5A6ECD4168A6}" srcOrd="0" destOrd="0" presId="urn:microsoft.com/office/officeart/2005/8/layout/orgChart1"/>
    <dgm:cxn modelId="{DEB6B71E-176A-6347-8D4F-3AF5736AD2A4}" type="presOf" srcId="{B580A023-5473-4C09-9AD3-6CC4F2BD479E}" destId="{70708133-7F97-45BF-9C10-8090A18B77E8}" srcOrd="0" destOrd="0" presId="urn:microsoft.com/office/officeart/2005/8/layout/orgChart1"/>
    <dgm:cxn modelId="{5011F744-09F2-C444-9085-FB73B7094DD5}" type="presOf" srcId="{FCDA743E-34D3-4BEB-AC1F-46423BC54470}" destId="{237A8FF6-897D-434B-919A-5A9D2DC16594}" srcOrd="0" destOrd="0" presId="urn:microsoft.com/office/officeart/2005/8/layout/orgChart1"/>
    <dgm:cxn modelId="{15EE67FD-2FD5-6D4E-9DB2-40006595CAA1}" type="presOf" srcId="{8DE7D636-52D4-4C7B-B023-578F832BA88D}" destId="{FF3983FD-F1FE-4EA6-B780-5D2E49281FF9}" srcOrd="0" destOrd="0" presId="urn:microsoft.com/office/officeart/2005/8/layout/orgChart1"/>
    <dgm:cxn modelId="{8D4FF80E-06BE-4E95-895E-0953A332724C}" srcId="{1CFEDA62-E621-45B6-81B7-7CA0DF19BE0B}" destId="{46B5A241-D4A1-4091-8BAE-08996C0781FE}" srcOrd="2" destOrd="0" parTransId="{10D3F234-F6AA-41E1-8303-ABC36FC18653}" sibTransId="{7AB1439C-5971-405A-AB56-8E64C635EB2F}"/>
    <dgm:cxn modelId="{0AD1866B-1F99-7F47-94A5-21F5BAB40F0A}" type="presOf" srcId="{5632A320-C7F0-4CDC-98FE-2A96BECAF10D}" destId="{FDD1B955-4718-4061-9FCE-49A3FD052732}" srcOrd="1" destOrd="0" presId="urn:microsoft.com/office/officeart/2005/8/layout/orgChart1"/>
    <dgm:cxn modelId="{0F8B317D-7C06-4183-B144-1F75CFD77B65}" srcId="{1CFEDA62-E621-45B6-81B7-7CA0DF19BE0B}" destId="{FCDA743E-34D3-4BEB-AC1F-46423BC54470}" srcOrd="3" destOrd="0" parTransId="{BB77FD19-304A-4C12-9EFA-A59DEB7A2227}" sibTransId="{FED8CE8B-1BDA-4E0F-8FB2-02B86742F781}"/>
    <dgm:cxn modelId="{4F34E64E-281C-2F47-B27A-2886B493C43E}" type="presOf" srcId="{5632A320-C7F0-4CDC-98FE-2A96BECAF10D}" destId="{8188F989-E289-4CEB-A739-25BAB3A15BE2}" srcOrd="0" destOrd="0" presId="urn:microsoft.com/office/officeart/2005/8/layout/orgChart1"/>
    <dgm:cxn modelId="{110E7134-EABB-A544-B5CA-EEE9AEB180BE}" type="presParOf" srcId="{70708133-7F97-45BF-9C10-8090A18B77E8}" destId="{8174BBFF-F76D-423D-968C-BB20383ABF41}" srcOrd="0" destOrd="0" presId="urn:microsoft.com/office/officeart/2005/8/layout/orgChart1"/>
    <dgm:cxn modelId="{C0608090-281F-1C4A-9A21-CA3E4B9C5966}" type="presParOf" srcId="{8174BBFF-F76D-423D-968C-BB20383ABF41}" destId="{1B53207F-2457-4DE1-8E76-DD6FCF0A3A94}" srcOrd="0" destOrd="0" presId="urn:microsoft.com/office/officeart/2005/8/layout/orgChart1"/>
    <dgm:cxn modelId="{75D1B270-2CBC-C849-A94D-1834B9A64476}" type="presParOf" srcId="{1B53207F-2457-4DE1-8E76-DD6FCF0A3A94}" destId="{126F27EB-EF2C-423D-B7FD-5E0219D7D588}" srcOrd="0" destOrd="0" presId="urn:microsoft.com/office/officeart/2005/8/layout/orgChart1"/>
    <dgm:cxn modelId="{A2B832A1-5AF0-FB43-BE2A-F01175588DF5}" type="presParOf" srcId="{1B53207F-2457-4DE1-8E76-DD6FCF0A3A94}" destId="{5703174A-DFEC-47A6-87E0-B1E4BB26E639}" srcOrd="1" destOrd="0" presId="urn:microsoft.com/office/officeart/2005/8/layout/orgChart1"/>
    <dgm:cxn modelId="{7818E7C1-ED4D-314E-BF28-4BFD360DB5F9}" type="presParOf" srcId="{8174BBFF-F76D-423D-968C-BB20383ABF41}" destId="{4E570361-5DD1-40A2-823E-C23403C3FF2E}" srcOrd="1" destOrd="0" presId="urn:microsoft.com/office/officeart/2005/8/layout/orgChart1"/>
    <dgm:cxn modelId="{48F03405-0CDE-C447-AECC-B274F3BD47C3}" type="presParOf" srcId="{4E570361-5DD1-40A2-823E-C23403C3FF2E}" destId="{C4281DFD-D887-41DA-B6F2-3FBADBA6C710}" srcOrd="0" destOrd="0" presId="urn:microsoft.com/office/officeart/2005/8/layout/orgChart1"/>
    <dgm:cxn modelId="{C8877B86-0596-F94A-9510-F640309119DE}" type="presParOf" srcId="{4E570361-5DD1-40A2-823E-C23403C3FF2E}" destId="{0023C08C-1429-4E5B-9FD2-CD840868C8AE}" srcOrd="1" destOrd="0" presId="urn:microsoft.com/office/officeart/2005/8/layout/orgChart1"/>
    <dgm:cxn modelId="{F15EAE96-3FF6-0E41-A6AC-7AE4B7CA05D6}" type="presParOf" srcId="{0023C08C-1429-4E5B-9FD2-CD840868C8AE}" destId="{134AD17D-44F4-4C93-B854-49FB59ADB2CB}" srcOrd="0" destOrd="0" presId="urn:microsoft.com/office/officeart/2005/8/layout/orgChart1"/>
    <dgm:cxn modelId="{C4A272D3-28DA-8B42-A97D-77A5DCBA399E}" type="presParOf" srcId="{134AD17D-44F4-4C93-B854-49FB59ADB2CB}" destId="{FC92D772-C01B-4D45-837B-3353756937D4}" srcOrd="0" destOrd="0" presId="urn:microsoft.com/office/officeart/2005/8/layout/orgChart1"/>
    <dgm:cxn modelId="{75B1A237-198F-434C-9DFD-75319D1B45E7}" type="presParOf" srcId="{134AD17D-44F4-4C93-B854-49FB59ADB2CB}" destId="{7B388FE9-2F2F-47A2-8064-C147FCA9A3F0}" srcOrd="1" destOrd="0" presId="urn:microsoft.com/office/officeart/2005/8/layout/orgChart1"/>
    <dgm:cxn modelId="{EFC7F12F-5E00-7145-BA8D-52295A030EC3}" type="presParOf" srcId="{0023C08C-1429-4E5B-9FD2-CD840868C8AE}" destId="{933D1101-4290-4C34-B9BE-5575210E76DA}" srcOrd="1" destOrd="0" presId="urn:microsoft.com/office/officeart/2005/8/layout/orgChart1"/>
    <dgm:cxn modelId="{49875B96-A9F2-514F-A6E4-2D87F034E5A6}" type="presParOf" srcId="{0023C08C-1429-4E5B-9FD2-CD840868C8AE}" destId="{AF997B2D-8C71-4B27-92CE-72C259828446}" srcOrd="2" destOrd="0" presId="urn:microsoft.com/office/officeart/2005/8/layout/orgChart1"/>
    <dgm:cxn modelId="{B2327828-EDE0-EF4C-8DB7-4C4E2F9FA7CC}" type="presParOf" srcId="{4E570361-5DD1-40A2-823E-C23403C3FF2E}" destId="{C9822A5A-EB9C-44D9-B42D-C5E61E5F941B}" srcOrd="2" destOrd="0" presId="urn:microsoft.com/office/officeart/2005/8/layout/orgChart1"/>
    <dgm:cxn modelId="{F5E9337D-A470-AE48-A8DA-F6D98DD39DE1}" type="presParOf" srcId="{4E570361-5DD1-40A2-823E-C23403C3FF2E}" destId="{946E4497-8344-4D72-913B-0E994C1B04C3}" srcOrd="3" destOrd="0" presId="urn:microsoft.com/office/officeart/2005/8/layout/orgChart1"/>
    <dgm:cxn modelId="{A05570C9-1B81-8D4D-948D-3CC0C63EFC66}" type="presParOf" srcId="{946E4497-8344-4D72-913B-0E994C1B04C3}" destId="{1F1EA7DB-3F78-41B4-A699-13BE7B9A07EC}" srcOrd="0" destOrd="0" presId="urn:microsoft.com/office/officeart/2005/8/layout/orgChart1"/>
    <dgm:cxn modelId="{045FFA4D-46B8-CF47-8F5E-3DCD77BEE004}" type="presParOf" srcId="{1F1EA7DB-3F78-41B4-A699-13BE7B9A07EC}" destId="{8188F989-E289-4CEB-A739-25BAB3A15BE2}" srcOrd="0" destOrd="0" presId="urn:microsoft.com/office/officeart/2005/8/layout/orgChart1"/>
    <dgm:cxn modelId="{AD792104-A191-BB4D-8021-4DFA5F93959E}" type="presParOf" srcId="{1F1EA7DB-3F78-41B4-A699-13BE7B9A07EC}" destId="{FDD1B955-4718-4061-9FCE-49A3FD052732}" srcOrd="1" destOrd="0" presId="urn:microsoft.com/office/officeart/2005/8/layout/orgChart1"/>
    <dgm:cxn modelId="{BB3B4D32-320B-E641-B1FA-34D887C32417}" type="presParOf" srcId="{946E4497-8344-4D72-913B-0E994C1B04C3}" destId="{BC9CF0A2-8798-43E5-8527-D38B3FCB0A41}" srcOrd="1" destOrd="0" presId="urn:microsoft.com/office/officeart/2005/8/layout/orgChart1"/>
    <dgm:cxn modelId="{264C9E7F-CA77-CF44-9BEA-974F5141C361}" type="presParOf" srcId="{946E4497-8344-4D72-913B-0E994C1B04C3}" destId="{E1F4F7A8-BBD0-4E20-B502-D632C0DA4A4F}" srcOrd="2" destOrd="0" presId="urn:microsoft.com/office/officeart/2005/8/layout/orgChart1"/>
    <dgm:cxn modelId="{A0B579A5-69ED-784E-8703-29B7B973F35D}" type="presParOf" srcId="{4E570361-5DD1-40A2-823E-C23403C3FF2E}" destId="{A682D2A3-DD3F-472B-A711-54A5B5DE6035}" srcOrd="4" destOrd="0" presId="urn:microsoft.com/office/officeart/2005/8/layout/orgChart1"/>
    <dgm:cxn modelId="{174CC807-39FF-2647-A0DE-C8FC8E983632}" type="presParOf" srcId="{4E570361-5DD1-40A2-823E-C23403C3FF2E}" destId="{00EE6EA0-E127-4355-903D-F2FDE0294DAB}" srcOrd="5" destOrd="0" presId="urn:microsoft.com/office/officeart/2005/8/layout/orgChart1"/>
    <dgm:cxn modelId="{5F566632-7ADF-A542-BCC1-A9DB1DA23432}" type="presParOf" srcId="{00EE6EA0-E127-4355-903D-F2FDE0294DAB}" destId="{8AF06E62-C492-4E59-9CDB-4A53B9437A4C}" srcOrd="0" destOrd="0" presId="urn:microsoft.com/office/officeart/2005/8/layout/orgChart1"/>
    <dgm:cxn modelId="{A57DE97B-E16B-9B48-A94F-7BE3979FBA7D}" type="presParOf" srcId="{8AF06E62-C492-4E59-9CDB-4A53B9437A4C}" destId="{4B0BCC66-6B82-4BE7-A91E-5A6ECD4168A6}" srcOrd="0" destOrd="0" presId="urn:microsoft.com/office/officeart/2005/8/layout/orgChart1"/>
    <dgm:cxn modelId="{19CCD2BE-8764-D448-B910-C8EA8B1B50B6}" type="presParOf" srcId="{8AF06E62-C492-4E59-9CDB-4A53B9437A4C}" destId="{B4FE46C6-6EC0-4D70-8BBB-C47689BA4D4D}" srcOrd="1" destOrd="0" presId="urn:microsoft.com/office/officeart/2005/8/layout/orgChart1"/>
    <dgm:cxn modelId="{A073B2A2-0C5E-724E-BBB5-DBFF0A81DE45}" type="presParOf" srcId="{00EE6EA0-E127-4355-903D-F2FDE0294DAB}" destId="{9E87BB5A-8C9D-4442-8BB0-35A782D00ED6}" srcOrd="1" destOrd="0" presId="urn:microsoft.com/office/officeart/2005/8/layout/orgChart1"/>
    <dgm:cxn modelId="{4E115A65-0A91-0E4E-88C7-E2B65C4281FF}" type="presParOf" srcId="{00EE6EA0-E127-4355-903D-F2FDE0294DAB}" destId="{69455763-C8ED-4790-8B54-DE7D628F69EB}" srcOrd="2" destOrd="0" presId="urn:microsoft.com/office/officeart/2005/8/layout/orgChart1"/>
    <dgm:cxn modelId="{CE7AB0C0-67AA-1941-8C94-DB78286E5518}" type="presParOf" srcId="{4E570361-5DD1-40A2-823E-C23403C3FF2E}" destId="{BFD07ADB-C9B5-4633-9EA4-C2D4EFB588F8}" srcOrd="6" destOrd="0" presId="urn:microsoft.com/office/officeart/2005/8/layout/orgChart1"/>
    <dgm:cxn modelId="{23A6B440-192F-5B4B-854F-3B2CF354A6F3}" type="presParOf" srcId="{4E570361-5DD1-40A2-823E-C23403C3FF2E}" destId="{41E6D843-E2F2-4EE8-AC15-516C2338C1F8}" srcOrd="7" destOrd="0" presId="urn:microsoft.com/office/officeart/2005/8/layout/orgChart1"/>
    <dgm:cxn modelId="{0F264308-8FF6-4940-B1C9-E3D276F22A59}" type="presParOf" srcId="{41E6D843-E2F2-4EE8-AC15-516C2338C1F8}" destId="{38F8E9A4-F34D-427C-892C-CA1441F02A6B}" srcOrd="0" destOrd="0" presId="urn:microsoft.com/office/officeart/2005/8/layout/orgChart1"/>
    <dgm:cxn modelId="{F98A5E5F-6BA7-2F45-A4C1-F198357670BE}" type="presParOf" srcId="{38F8E9A4-F34D-427C-892C-CA1441F02A6B}" destId="{237A8FF6-897D-434B-919A-5A9D2DC16594}" srcOrd="0" destOrd="0" presId="urn:microsoft.com/office/officeart/2005/8/layout/orgChart1"/>
    <dgm:cxn modelId="{92D56052-0E7A-E542-A474-5C44B94CD4E9}" type="presParOf" srcId="{38F8E9A4-F34D-427C-892C-CA1441F02A6B}" destId="{A9746A4C-FFB5-4C41-84AD-18456EC8F7E4}" srcOrd="1" destOrd="0" presId="urn:microsoft.com/office/officeart/2005/8/layout/orgChart1"/>
    <dgm:cxn modelId="{45E60424-E21E-0B4B-BD97-D029F4FDCAD2}" type="presParOf" srcId="{41E6D843-E2F2-4EE8-AC15-516C2338C1F8}" destId="{D4110D6F-1266-4488-8B86-1D4DE6F25758}" srcOrd="1" destOrd="0" presId="urn:microsoft.com/office/officeart/2005/8/layout/orgChart1"/>
    <dgm:cxn modelId="{591F3B5F-5544-2144-83DA-51B813CFE2EF}" type="presParOf" srcId="{41E6D843-E2F2-4EE8-AC15-516C2338C1F8}" destId="{E16E300A-1A4E-40D6-84D0-9BBCE581557F}" srcOrd="2" destOrd="0" presId="urn:microsoft.com/office/officeart/2005/8/layout/orgChart1"/>
    <dgm:cxn modelId="{A6866AB3-FCF2-974B-84C1-81CA9EE6C37C}" type="presParOf" srcId="{4E570361-5DD1-40A2-823E-C23403C3FF2E}" destId="{4515D6C0-C079-4D56-967A-2A83CD1FF0DA}" srcOrd="8" destOrd="0" presId="urn:microsoft.com/office/officeart/2005/8/layout/orgChart1"/>
    <dgm:cxn modelId="{41988D69-C290-AD4C-B6D0-AD7AA209B234}" type="presParOf" srcId="{4E570361-5DD1-40A2-823E-C23403C3FF2E}" destId="{0022284E-6AD2-46D8-82F6-E14AA08F1A7F}" srcOrd="9" destOrd="0" presId="urn:microsoft.com/office/officeart/2005/8/layout/orgChart1"/>
    <dgm:cxn modelId="{9F41E3F0-629D-D647-82E7-141FB829366C}" type="presParOf" srcId="{0022284E-6AD2-46D8-82F6-E14AA08F1A7F}" destId="{89D67B5A-AFA9-4240-B0EA-CBFB15F9FC9D}" srcOrd="0" destOrd="0" presId="urn:microsoft.com/office/officeart/2005/8/layout/orgChart1"/>
    <dgm:cxn modelId="{394CD7AD-2594-5D49-83BD-EF922FFCAC6E}" type="presParOf" srcId="{89D67B5A-AFA9-4240-B0EA-CBFB15F9FC9D}" destId="{FF3983FD-F1FE-4EA6-B780-5D2E49281FF9}" srcOrd="0" destOrd="0" presId="urn:microsoft.com/office/officeart/2005/8/layout/orgChart1"/>
    <dgm:cxn modelId="{F5010970-A57C-9940-B9B4-3A7B4C8420CC}" type="presParOf" srcId="{89D67B5A-AFA9-4240-B0EA-CBFB15F9FC9D}" destId="{933988EF-DF82-459C-8F05-096B0E7BCC4C}" srcOrd="1" destOrd="0" presId="urn:microsoft.com/office/officeart/2005/8/layout/orgChart1"/>
    <dgm:cxn modelId="{35B8DDD3-1319-6340-B034-E0412DBA2FD8}" type="presParOf" srcId="{0022284E-6AD2-46D8-82F6-E14AA08F1A7F}" destId="{85613208-9CE4-46D1-B103-FB7E9C39EC46}" srcOrd="1" destOrd="0" presId="urn:microsoft.com/office/officeart/2005/8/layout/orgChart1"/>
    <dgm:cxn modelId="{591FE523-EEEC-DD48-A7FA-B7D975EA4D92}" type="presParOf" srcId="{0022284E-6AD2-46D8-82F6-E14AA08F1A7F}" destId="{19F64939-6CBA-438D-BF80-BE415C4134AA}" srcOrd="2" destOrd="0" presId="urn:microsoft.com/office/officeart/2005/8/layout/orgChart1"/>
    <dgm:cxn modelId="{3BCC7EE3-469C-DB4F-A8FD-7143252A6F54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400" dirty="0" smtClean="0"/>
            <a:t>A.14.2 Seguridad en los procesos de desarrollo y soporte</a:t>
          </a:r>
          <a:endParaRPr lang="es-PE" sz="14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4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400"/>
        </a:p>
      </dgm:t>
    </dgm:pt>
    <dgm:pt modelId="{B7448275-937C-4470-B239-A762E1132317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400" dirty="0" smtClean="0"/>
            <a:t>A.14.2.6 Entorno de desarrollo seguro</a:t>
          </a:r>
          <a:endParaRPr lang="es-PE" sz="14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4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400"/>
        </a:p>
      </dgm:t>
    </dgm:pt>
    <dgm:pt modelId="{5632A320-C7F0-4CDC-98FE-2A96BECAF10D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400" dirty="0" smtClean="0"/>
            <a:t>A.14.2.7 Desarrollo externalizado</a:t>
          </a:r>
          <a:endParaRPr lang="es-PE" sz="1400" dirty="0"/>
        </a:p>
      </dgm:t>
    </dgm:pt>
    <dgm:pt modelId="{10AA4281-08C4-41C2-8759-40F57D40420E}" type="parTrans" cxnId="{9F627562-5DED-4E81-A15F-B9B84A0A5217}">
      <dgm:prSet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400"/>
        </a:p>
      </dgm:t>
    </dgm:pt>
    <dgm:pt modelId="{662C727F-8716-4E3E-8E31-1719CF95F5A2}" type="sibTrans" cxnId="{9F627562-5DED-4E81-A15F-B9B84A0A5217}">
      <dgm:prSet/>
      <dgm:spPr/>
      <dgm:t>
        <a:bodyPr/>
        <a:lstStyle/>
        <a:p>
          <a:endParaRPr lang="es-PE" sz="1400"/>
        </a:p>
      </dgm:t>
    </dgm:pt>
    <dgm:pt modelId="{46B5A241-D4A1-4091-8BAE-08996C0781F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400" dirty="0" smtClean="0"/>
            <a:t>A.14.2.8 Pruebas de seguridad del sistema</a:t>
          </a:r>
          <a:endParaRPr lang="es-PE" sz="1400" dirty="0"/>
        </a:p>
      </dgm:t>
    </dgm:pt>
    <dgm:pt modelId="{10D3F234-F6AA-41E1-8303-ABC36FC18653}" type="parTrans" cxnId="{8D4FF80E-06BE-4E95-895E-0953A332724C}">
      <dgm:prSet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400"/>
        </a:p>
      </dgm:t>
    </dgm:pt>
    <dgm:pt modelId="{7AB1439C-5971-405A-AB56-8E64C635EB2F}" type="sibTrans" cxnId="{8D4FF80E-06BE-4E95-895E-0953A332724C}">
      <dgm:prSet/>
      <dgm:spPr/>
      <dgm:t>
        <a:bodyPr/>
        <a:lstStyle/>
        <a:p>
          <a:endParaRPr lang="es-PE" sz="1400"/>
        </a:p>
      </dgm:t>
    </dgm:pt>
    <dgm:pt modelId="{FCDA743E-34D3-4BEB-AC1F-46423BC54470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400" dirty="0" smtClean="0"/>
            <a:t>A.14.2.9 Pruebas de aceptación del sistema</a:t>
          </a:r>
          <a:endParaRPr lang="es-PE" sz="1400" dirty="0"/>
        </a:p>
      </dgm:t>
    </dgm:pt>
    <dgm:pt modelId="{BB77FD19-304A-4C12-9EFA-A59DEB7A2227}" type="parTrans" cxnId="{0F8B317D-7C06-4183-B144-1F75CFD77B65}">
      <dgm:prSet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400"/>
        </a:p>
      </dgm:t>
    </dgm:pt>
    <dgm:pt modelId="{FED8CE8B-1BDA-4E0F-8FB2-02B86742F781}" type="sibTrans" cxnId="{0F8B317D-7C06-4183-B144-1F75CFD77B65}">
      <dgm:prSet/>
      <dgm:spPr/>
      <dgm:t>
        <a:bodyPr/>
        <a:lstStyle/>
        <a:p>
          <a:endParaRPr lang="es-PE" sz="1400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4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4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4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C9822A5A-EB9C-44D9-B42D-C5E61E5F941B}" type="pres">
      <dgm:prSet presAssocID="{10AA4281-08C4-41C2-8759-40F57D40420E}" presName="Name37" presStyleLbl="parChTrans1D2" presStyleIdx="1" presStyleCnt="4"/>
      <dgm:spPr/>
      <dgm:t>
        <a:bodyPr/>
        <a:lstStyle/>
        <a:p>
          <a:endParaRPr lang="es-PE"/>
        </a:p>
      </dgm:t>
    </dgm:pt>
    <dgm:pt modelId="{946E4497-8344-4D72-913B-0E994C1B04C3}" type="pres">
      <dgm:prSet presAssocID="{5632A320-C7F0-4CDC-98FE-2A96BECAF10D}" presName="hierRoot2" presStyleCnt="0">
        <dgm:presLayoutVars>
          <dgm:hierBranch val="init"/>
        </dgm:presLayoutVars>
      </dgm:prSet>
      <dgm:spPr/>
    </dgm:pt>
    <dgm:pt modelId="{1F1EA7DB-3F78-41B4-A699-13BE7B9A07EC}" type="pres">
      <dgm:prSet presAssocID="{5632A320-C7F0-4CDC-98FE-2A96BECAF10D}" presName="rootComposite" presStyleCnt="0"/>
      <dgm:spPr/>
    </dgm:pt>
    <dgm:pt modelId="{8188F989-E289-4CEB-A739-25BAB3A15BE2}" type="pres">
      <dgm:prSet presAssocID="{5632A320-C7F0-4CDC-98FE-2A96BECAF10D}" presName="rootText" presStyleLbl="node2" presStyleIdx="1" presStyleCnt="4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FDD1B955-4718-4061-9FCE-49A3FD052732}" type="pres">
      <dgm:prSet presAssocID="{5632A320-C7F0-4CDC-98FE-2A96BECAF10D}" presName="rootConnector" presStyleLbl="node2" presStyleIdx="1" presStyleCnt="4"/>
      <dgm:spPr/>
      <dgm:t>
        <a:bodyPr/>
        <a:lstStyle/>
        <a:p>
          <a:endParaRPr lang="es-PE"/>
        </a:p>
      </dgm:t>
    </dgm:pt>
    <dgm:pt modelId="{BC9CF0A2-8798-43E5-8527-D38B3FCB0A41}" type="pres">
      <dgm:prSet presAssocID="{5632A320-C7F0-4CDC-98FE-2A96BECAF10D}" presName="hierChild4" presStyleCnt="0"/>
      <dgm:spPr/>
    </dgm:pt>
    <dgm:pt modelId="{E1F4F7A8-BBD0-4E20-B502-D632C0DA4A4F}" type="pres">
      <dgm:prSet presAssocID="{5632A320-C7F0-4CDC-98FE-2A96BECAF10D}" presName="hierChild5" presStyleCnt="0"/>
      <dgm:spPr/>
    </dgm:pt>
    <dgm:pt modelId="{A682D2A3-DD3F-472B-A711-54A5B5DE6035}" type="pres">
      <dgm:prSet presAssocID="{10D3F234-F6AA-41E1-8303-ABC36FC18653}" presName="Name37" presStyleLbl="parChTrans1D2" presStyleIdx="2" presStyleCnt="4"/>
      <dgm:spPr/>
      <dgm:t>
        <a:bodyPr/>
        <a:lstStyle/>
        <a:p>
          <a:endParaRPr lang="es-PE"/>
        </a:p>
      </dgm:t>
    </dgm:pt>
    <dgm:pt modelId="{00EE6EA0-E127-4355-903D-F2FDE0294DAB}" type="pres">
      <dgm:prSet presAssocID="{46B5A241-D4A1-4091-8BAE-08996C0781FE}" presName="hierRoot2" presStyleCnt="0">
        <dgm:presLayoutVars>
          <dgm:hierBranch val="init"/>
        </dgm:presLayoutVars>
      </dgm:prSet>
      <dgm:spPr/>
    </dgm:pt>
    <dgm:pt modelId="{8AF06E62-C492-4E59-9CDB-4A53B9437A4C}" type="pres">
      <dgm:prSet presAssocID="{46B5A241-D4A1-4091-8BAE-08996C0781FE}" presName="rootComposite" presStyleCnt="0"/>
      <dgm:spPr/>
    </dgm:pt>
    <dgm:pt modelId="{4B0BCC66-6B82-4BE7-A91E-5A6ECD4168A6}" type="pres">
      <dgm:prSet presAssocID="{46B5A241-D4A1-4091-8BAE-08996C0781FE}" presName="rootText" presStyleLbl="node2" presStyleIdx="2" presStyleCnt="4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B4FE46C6-6EC0-4D70-8BBB-C47689BA4D4D}" type="pres">
      <dgm:prSet presAssocID="{46B5A241-D4A1-4091-8BAE-08996C0781FE}" presName="rootConnector" presStyleLbl="node2" presStyleIdx="2" presStyleCnt="4"/>
      <dgm:spPr/>
      <dgm:t>
        <a:bodyPr/>
        <a:lstStyle/>
        <a:p>
          <a:endParaRPr lang="es-PE"/>
        </a:p>
      </dgm:t>
    </dgm:pt>
    <dgm:pt modelId="{9E87BB5A-8C9D-4442-8BB0-35A782D00ED6}" type="pres">
      <dgm:prSet presAssocID="{46B5A241-D4A1-4091-8BAE-08996C0781FE}" presName="hierChild4" presStyleCnt="0"/>
      <dgm:spPr/>
    </dgm:pt>
    <dgm:pt modelId="{69455763-C8ED-4790-8B54-DE7D628F69EB}" type="pres">
      <dgm:prSet presAssocID="{46B5A241-D4A1-4091-8BAE-08996C0781FE}" presName="hierChild5" presStyleCnt="0"/>
      <dgm:spPr/>
    </dgm:pt>
    <dgm:pt modelId="{BFD07ADB-C9B5-4633-9EA4-C2D4EFB588F8}" type="pres">
      <dgm:prSet presAssocID="{BB77FD19-304A-4C12-9EFA-A59DEB7A2227}" presName="Name37" presStyleLbl="parChTrans1D2" presStyleIdx="3" presStyleCnt="4"/>
      <dgm:spPr/>
      <dgm:t>
        <a:bodyPr/>
        <a:lstStyle/>
        <a:p>
          <a:endParaRPr lang="es-PE"/>
        </a:p>
      </dgm:t>
    </dgm:pt>
    <dgm:pt modelId="{41E6D843-E2F2-4EE8-AC15-516C2338C1F8}" type="pres">
      <dgm:prSet presAssocID="{FCDA743E-34D3-4BEB-AC1F-46423BC54470}" presName="hierRoot2" presStyleCnt="0">
        <dgm:presLayoutVars>
          <dgm:hierBranch val="init"/>
        </dgm:presLayoutVars>
      </dgm:prSet>
      <dgm:spPr/>
    </dgm:pt>
    <dgm:pt modelId="{38F8E9A4-F34D-427C-892C-CA1441F02A6B}" type="pres">
      <dgm:prSet presAssocID="{FCDA743E-34D3-4BEB-AC1F-46423BC54470}" presName="rootComposite" presStyleCnt="0"/>
      <dgm:spPr/>
    </dgm:pt>
    <dgm:pt modelId="{237A8FF6-897D-434B-919A-5A9D2DC16594}" type="pres">
      <dgm:prSet presAssocID="{FCDA743E-34D3-4BEB-AC1F-46423BC54470}" presName="rootText" presStyleLbl="node2" presStyleIdx="3" presStyleCnt="4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A9746A4C-FFB5-4C41-84AD-18456EC8F7E4}" type="pres">
      <dgm:prSet presAssocID="{FCDA743E-34D3-4BEB-AC1F-46423BC54470}" presName="rootConnector" presStyleLbl="node2" presStyleIdx="3" presStyleCnt="4"/>
      <dgm:spPr/>
      <dgm:t>
        <a:bodyPr/>
        <a:lstStyle/>
        <a:p>
          <a:endParaRPr lang="es-PE"/>
        </a:p>
      </dgm:t>
    </dgm:pt>
    <dgm:pt modelId="{D4110D6F-1266-4488-8B86-1D4DE6F25758}" type="pres">
      <dgm:prSet presAssocID="{FCDA743E-34D3-4BEB-AC1F-46423BC54470}" presName="hierChild4" presStyleCnt="0"/>
      <dgm:spPr/>
    </dgm:pt>
    <dgm:pt modelId="{E16E300A-1A4E-40D6-84D0-9BBCE581557F}" type="pres">
      <dgm:prSet presAssocID="{FCDA743E-34D3-4BEB-AC1F-46423BC54470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07351750-EF3E-274E-B4F1-AB7BE138F27E}" type="presOf" srcId="{B7448275-937C-4470-B239-A762E1132317}" destId="{FC92D772-C01B-4D45-837B-3353756937D4}" srcOrd="0" destOrd="0" presId="urn:microsoft.com/office/officeart/2005/8/layout/orgChart1"/>
    <dgm:cxn modelId="{DAEAC9A6-CE39-E740-8D20-7EB2485756D9}" type="presOf" srcId="{1CFEDA62-E621-45B6-81B7-7CA0DF19BE0B}" destId="{126F27EB-EF2C-423D-B7FD-5E0219D7D588}" srcOrd="0" destOrd="0" presId="urn:microsoft.com/office/officeart/2005/8/layout/orgChart1"/>
    <dgm:cxn modelId="{3DDDA6F1-9C15-A148-84E5-25F339EB53F3}" type="presOf" srcId="{10AA4281-08C4-41C2-8759-40F57D40420E}" destId="{C9822A5A-EB9C-44D9-B42D-C5E61E5F941B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62BDFC6D-2EAD-524A-A922-8C35A04A4657}" type="presOf" srcId="{FCDA743E-34D3-4BEB-AC1F-46423BC54470}" destId="{A9746A4C-FFB5-4C41-84AD-18456EC8F7E4}" srcOrd="1" destOrd="0" presId="urn:microsoft.com/office/officeart/2005/8/layout/orgChart1"/>
    <dgm:cxn modelId="{F13C1F8F-F8D1-F34E-8AB2-E35C89143FDF}" type="presOf" srcId="{5632A320-C7F0-4CDC-98FE-2A96BECAF10D}" destId="{8188F989-E289-4CEB-A739-25BAB3A15BE2}" srcOrd="0" destOrd="0" presId="urn:microsoft.com/office/officeart/2005/8/layout/orgChart1"/>
    <dgm:cxn modelId="{248939B2-58CC-8C44-A526-44C8711C981D}" type="presOf" srcId="{FCDA743E-34D3-4BEB-AC1F-46423BC54470}" destId="{237A8FF6-897D-434B-919A-5A9D2DC16594}" srcOrd="0" destOrd="0" presId="urn:microsoft.com/office/officeart/2005/8/layout/orgChart1"/>
    <dgm:cxn modelId="{9F627562-5DED-4E81-A15F-B9B84A0A5217}" srcId="{1CFEDA62-E621-45B6-81B7-7CA0DF19BE0B}" destId="{5632A320-C7F0-4CDC-98FE-2A96BECAF10D}" srcOrd="1" destOrd="0" parTransId="{10AA4281-08C4-41C2-8759-40F57D40420E}" sibTransId="{662C727F-8716-4E3E-8E31-1719CF95F5A2}"/>
    <dgm:cxn modelId="{B5B2A27F-3542-8F41-8C59-C276B20F4316}" type="presOf" srcId="{B580A023-5473-4C09-9AD3-6CC4F2BD479E}" destId="{70708133-7F97-45BF-9C10-8090A18B77E8}" srcOrd="0" destOrd="0" presId="urn:microsoft.com/office/officeart/2005/8/layout/orgChart1"/>
    <dgm:cxn modelId="{2A35ED0E-A953-7842-8904-C52520BE4F9B}" type="presOf" srcId="{5632A320-C7F0-4CDC-98FE-2A96BECAF10D}" destId="{FDD1B955-4718-4061-9FCE-49A3FD052732}" srcOrd="1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EAC8E9BC-4586-F541-96BC-A8D122B685A8}" type="presOf" srcId="{1CFEDA62-E621-45B6-81B7-7CA0DF19BE0B}" destId="{5703174A-DFEC-47A6-87E0-B1E4BB26E639}" srcOrd="1" destOrd="0" presId="urn:microsoft.com/office/officeart/2005/8/layout/orgChart1"/>
    <dgm:cxn modelId="{687FDAD8-16A0-CF42-9D69-352D4910BA77}" type="presOf" srcId="{10422A0E-8626-46F6-B887-21E25845322D}" destId="{C4281DFD-D887-41DA-B6F2-3FBADBA6C710}" srcOrd="0" destOrd="0" presId="urn:microsoft.com/office/officeart/2005/8/layout/orgChart1"/>
    <dgm:cxn modelId="{0F8B317D-7C06-4183-B144-1F75CFD77B65}" srcId="{1CFEDA62-E621-45B6-81B7-7CA0DF19BE0B}" destId="{FCDA743E-34D3-4BEB-AC1F-46423BC54470}" srcOrd="3" destOrd="0" parTransId="{BB77FD19-304A-4C12-9EFA-A59DEB7A2227}" sibTransId="{FED8CE8B-1BDA-4E0F-8FB2-02B86742F781}"/>
    <dgm:cxn modelId="{D1123F94-D8A8-3D49-930E-DDDCD45F1BB3}" type="presOf" srcId="{46B5A241-D4A1-4091-8BAE-08996C0781FE}" destId="{4B0BCC66-6B82-4BE7-A91E-5A6ECD4168A6}" srcOrd="0" destOrd="0" presId="urn:microsoft.com/office/officeart/2005/8/layout/orgChart1"/>
    <dgm:cxn modelId="{B8FA2A20-9178-A44A-9622-63ED97F17381}" type="presOf" srcId="{46B5A241-D4A1-4091-8BAE-08996C0781FE}" destId="{B4FE46C6-6EC0-4D70-8BBB-C47689BA4D4D}" srcOrd="1" destOrd="0" presId="urn:microsoft.com/office/officeart/2005/8/layout/orgChart1"/>
    <dgm:cxn modelId="{6A1E8CE0-C0A0-874E-A80E-62664DFE7C3B}" type="presOf" srcId="{BB77FD19-304A-4C12-9EFA-A59DEB7A2227}" destId="{BFD07ADB-C9B5-4633-9EA4-C2D4EFB588F8}" srcOrd="0" destOrd="0" presId="urn:microsoft.com/office/officeart/2005/8/layout/orgChart1"/>
    <dgm:cxn modelId="{5BB5874C-ECBF-D14F-9C8A-80AA16ACF6A6}" type="presOf" srcId="{10D3F234-F6AA-41E1-8303-ABC36FC18653}" destId="{A682D2A3-DD3F-472B-A711-54A5B5DE6035}" srcOrd="0" destOrd="0" presId="urn:microsoft.com/office/officeart/2005/8/layout/orgChart1"/>
    <dgm:cxn modelId="{953F1111-E941-6240-A957-9873A4F726E0}" type="presOf" srcId="{B7448275-937C-4470-B239-A762E1132317}" destId="{7B388FE9-2F2F-47A2-8064-C147FCA9A3F0}" srcOrd="1" destOrd="0" presId="urn:microsoft.com/office/officeart/2005/8/layout/orgChart1"/>
    <dgm:cxn modelId="{8D4FF80E-06BE-4E95-895E-0953A332724C}" srcId="{1CFEDA62-E621-45B6-81B7-7CA0DF19BE0B}" destId="{46B5A241-D4A1-4091-8BAE-08996C0781FE}" srcOrd="2" destOrd="0" parTransId="{10D3F234-F6AA-41E1-8303-ABC36FC18653}" sibTransId="{7AB1439C-5971-405A-AB56-8E64C635EB2F}"/>
    <dgm:cxn modelId="{A9828365-FB56-E64F-927F-074275918269}" type="presParOf" srcId="{70708133-7F97-45BF-9C10-8090A18B77E8}" destId="{8174BBFF-F76D-423D-968C-BB20383ABF41}" srcOrd="0" destOrd="0" presId="urn:microsoft.com/office/officeart/2005/8/layout/orgChart1"/>
    <dgm:cxn modelId="{B9C48FE2-B40D-F046-935E-599ACE929502}" type="presParOf" srcId="{8174BBFF-F76D-423D-968C-BB20383ABF41}" destId="{1B53207F-2457-4DE1-8E76-DD6FCF0A3A94}" srcOrd="0" destOrd="0" presId="urn:microsoft.com/office/officeart/2005/8/layout/orgChart1"/>
    <dgm:cxn modelId="{69FD4529-E4F5-3945-8BDA-E83BF19E8E96}" type="presParOf" srcId="{1B53207F-2457-4DE1-8E76-DD6FCF0A3A94}" destId="{126F27EB-EF2C-423D-B7FD-5E0219D7D588}" srcOrd="0" destOrd="0" presId="urn:microsoft.com/office/officeart/2005/8/layout/orgChart1"/>
    <dgm:cxn modelId="{92A6C55B-E63C-3844-9EC8-F62B4086C5E5}" type="presParOf" srcId="{1B53207F-2457-4DE1-8E76-DD6FCF0A3A94}" destId="{5703174A-DFEC-47A6-87E0-B1E4BB26E639}" srcOrd="1" destOrd="0" presId="urn:microsoft.com/office/officeart/2005/8/layout/orgChart1"/>
    <dgm:cxn modelId="{3494977A-0449-5049-99C3-F28A87DA5830}" type="presParOf" srcId="{8174BBFF-F76D-423D-968C-BB20383ABF41}" destId="{4E570361-5DD1-40A2-823E-C23403C3FF2E}" srcOrd="1" destOrd="0" presId="urn:microsoft.com/office/officeart/2005/8/layout/orgChart1"/>
    <dgm:cxn modelId="{C1A6D4C0-BCC9-1F48-8A18-1D4D3B1AC62F}" type="presParOf" srcId="{4E570361-5DD1-40A2-823E-C23403C3FF2E}" destId="{C4281DFD-D887-41DA-B6F2-3FBADBA6C710}" srcOrd="0" destOrd="0" presId="urn:microsoft.com/office/officeart/2005/8/layout/orgChart1"/>
    <dgm:cxn modelId="{1C0E98B8-91DE-3948-BDF8-2064FA33D919}" type="presParOf" srcId="{4E570361-5DD1-40A2-823E-C23403C3FF2E}" destId="{0023C08C-1429-4E5B-9FD2-CD840868C8AE}" srcOrd="1" destOrd="0" presId="urn:microsoft.com/office/officeart/2005/8/layout/orgChart1"/>
    <dgm:cxn modelId="{AA628526-FAD1-1C47-B9F4-81D81521D5AA}" type="presParOf" srcId="{0023C08C-1429-4E5B-9FD2-CD840868C8AE}" destId="{134AD17D-44F4-4C93-B854-49FB59ADB2CB}" srcOrd="0" destOrd="0" presId="urn:microsoft.com/office/officeart/2005/8/layout/orgChart1"/>
    <dgm:cxn modelId="{51D795E9-458B-C44F-880D-92DB87DA84E8}" type="presParOf" srcId="{134AD17D-44F4-4C93-B854-49FB59ADB2CB}" destId="{FC92D772-C01B-4D45-837B-3353756937D4}" srcOrd="0" destOrd="0" presId="urn:microsoft.com/office/officeart/2005/8/layout/orgChart1"/>
    <dgm:cxn modelId="{075E4875-ED7D-074C-9675-6466EA45A929}" type="presParOf" srcId="{134AD17D-44F4-4C93-B854-49FB59ADB2CB}" destId="{7B388FE9-2F2F-47A2-8064-C147FCA9A3F0}" srcOrd="1" destOrd="0" presId="urn:microsoft.com/office/officeart/2005/8/layout/orgChart1"/>
    <dgm:cxn modelId="{AF096171-0B22-6048-8E0F-DC36D2619E11}" type="presParOf" srcId="{0023C08C-1429-4E5B-9FD2-CD840868C8AE}" destId="{933D1101-4290-4C34-B9BE-5575210E76DA}" srcOrd="1" destOrd="0" presId="urn:microsoft.com/office/officeart/2005/8/layout/orgChart1"/>
    <dgm:cxn modelId="{DD132656-B6CD-7148-A0EF-5768A841017E}" type="presParOf" srcId="{0023C08C-1429-4E5B-9FD2-CD840868C8AE}" destId="{AF997B2D-8C71-4B27-92CE-72C259828446}" srcOrd="2" destOrd="0" presId="urn:microsoft.com/office/officeart/2005/8/layout/orgChart1"/>
    <dgm:cxn modelId="{56EEC496-27F5-0B4E-A298-D211CC76C78D}" type="presParOf" srcId="{4E570361-5DD1-40A2-823E-C23403C3FF2E}" destId="{C9822A5A-EB9C-44D9-B42D-C5E61E5F941B}" srcOrd="2" destOrd="0" presId="urn:microsoft.com/office/officeart/2005/8/layout/orgChart1"/>
    <dgm:cxn modelId="{07E9778E-837B-B44B-9CC7-F378D400C8C7}" type="presParOf" srcId="{4E570361-5DD1-40A2-823E-C23403C3FF2E}" destId="{946E4497-8344-4D72-913B-0E994C1B04C3}" srcOrd="3" destOrd="0" presId="urn:microsoft.com/office/officeart/2005/8/layout/orgChart1"/>
    <dgm:cxn modelId="{910D3454-721F-944A-89D9-DDFEE48DB9E8}" type="presParOf" srcId="{946E4497-8344-4D72-913B-0E994C1B04C3}" destId="{1F1EA7DB-3F78-41B4-A699-13BE7B9A07EC}" srcOrd="0" destOrd="0" presId="urn:microsoft.com/office/officeart/2005/8/layout/orgChart1"/>
    <dgm:cxn modelId="{31EF1777-2D5D-AA49-95D7-0098031DFE4F}" type="presParOf" srcId="{1F1EA7DB-3F78-41B4-A699-13BE7B9A07EC}" destId="{8188F989-E289-4CEB-A739-25BAB3A15BE2}" srcOrd="0" destOrd="0" presId="urn:microsoft.com/office/officeart/2005/8/layout/orgChart1"/>
    <dgm:cxn modelId="{49959B79-BF60-B148-ABC4-8224E8090A8A}" type="presParOf" srcId="{1F1EA7DB-3F78-41B4-A699-13BE7B9A07EC}" destId="{FDD1B955-4718-4061-9FCE-49A3FD052732}" srcOrd="1" destOrd="0" presId="urn:microsoft.com/office/officeart/2005/8/layout/orgChart1"/>
    <dgm:cxn modelId="{BDDF5461-4098-BD4D-BA46-AC25D814BF74}" type="presParOf" srcId="{946E4497-8344-4D72-913B-0E994C1B04C3}" destId="{BC9CF0A2-8798-43E5-8527-D38B3FCB0A41}" srcOrd="1" destOrd="0" presId="urn:microsoft.com/office/officeart/2005/8/layout/orgChart1"/>
    <dgm:cxn modelId="{12D82968-3264-9849-8A87-1925A7AC02FD}" type="presParOf" srcId="{946E4497-8344-4D72-913B-0E994C1B04C3}" destId="{E1F4F7A8-BBD0-4E20-B502-D632C0DA4A4F}" srcOrd="2" destOrd="0" presId="urn:microsoft.com/office/officeart/2005/8/layout/orgChart1"/>
    <dgm:cxn modelId="{161CF583-2FBE-AC4F-85B6-79C562E36B49}" type="presParOf" srcId="{4E570361-5DD1-40A2-823E-C23403C3FF2E}" destId="{A682D2A3-DD3F-472B-A711-54A5B5DE6035}" srcOrd="4" destOrd="0" presId="urn:microsoft.com/office/officeart/2005/8/layout/orgChart1"/>
    <dgm:cxn modelId="{0258F966-F4D0-5C42-B9D6-4471E53D0B8B}" type="presParOf" srcId="{4E570361-5DD1-40A2-823E-C23403C3FF2E}" destId="{00EE6EA0-E127-4355-903D-F2FDE0294DAB}" srcOrd="5" destOrd="0" presId="urn:microsoft.com/office/officeart/2005/8/layout/orgChart1"/>
    <dgm:cxn modelId="{95181BD5-D234-FB40-889E-2CA6E5CC150F}" type="presParOf" srcId="{00EE6EA0-E127-4355-903D-F2FDE0294DAB}" destId="{8AF06E62-C492-4E59-9CDB-4A53B9437A4C}" srcOrd="0" destOrd="0" presId="urn:microsoft.com/office/officeart/2005/8/layout/orgChart1"/>
    <dgm:cxn modelId="{8641D102-D891-1A42-9EE3-CAAC2F1F2B55}" type="presParOf" srcId="{8AF06E62-C492-4E59-9CDB-4A53B9437A4C}" destId="{4B0BCC66-6B82-4BE7-A91E-5A6ECD4168A6}" srcOrd="0" destOrd="0" presId="urn:microsoft.com/office/officeart/2005/8/layout/orgChart1"/>
    <dgm:cxn modelId="{380EB0B6-1335-6A4E-98BA-E31EB18D3F4C}" type="presParOf" srcId="{8AF06E62-C492-4E59-9CDB-4A53B9437A4C}" destId="{B4FE46C6-6EC0-4D70-8BBB-C47689BA4D4D}" srcOrd="1" destOrd="0" presId="urn:microsoft.com/office/officeart/2005/8/layout/orgChart1"/>
    <dgm:cxn modelId="{4E765297-3C8C-664A-A7A4-D1BB22C72267}" type="presParOf" srcId="{00EE6EA0-E127-4355-903D-F2FDE0294DAB}" destId="{9E87BB5A-8C9D-4442-8BB0-35A782D00ED6}" srcOrd="1" destOrd="0" presId="urn:microsoft.com/office/officeart/2005/8/layout/orgChart1"/>
    <dgm:cxn modelId="{62634C33-14BF-254B-B1BA-60B997E7FEE4}" type="presParOf" srcId="{00EE6EA0-E127-4355-903D-F2FDE0294DAB}" destId="{69455763-C8ED-4790-8B54-DE7D628F69EB}" srcOrd="2" destOrd="0" presId="urn:microsoft.com/office/officeart/2005/8/layout/orgChart1"/>
    <dgm:cxn modelId="{7B453521-B385-4442-B8BE-BCC8F8BD1AE5}" type="presParOf" srcId="{4E570361-5DD1-40A2-823E-C23403C3FF2E}" destId="{BFD07ADB-C9B5-4633-9EA4-C2D4EFB588F8}" srcOrd="6" destOrd="0" presId="urn:microsoft.com/office/officeart/2005/8/layout/orgChart1"/>
    <dgm:cxn modelId="{2BA4341C-4430-0B4E-B63C-422F5B4E989A}" type="presParOf" srcId="{4E570361-5DD1-40A2-823E-C23403C3FF2E}" destId="{41E6D843-E2F2-4EE8-AC15-516C2338C1F8}" srcOrd="7" destOrd="0" presId="urn:microsoft.com/office/officeart/2005/8/layout/orgChart1"/>
    <dgm:cxn modelId="{4099A479-646D-8348-BED6-0030F8B49FB9}" type="presParOf" srcId="{41E6D843-E2F2-4EE8-AC15-516C2338C1F8}" destId="{38F8E9A4-F34D-427C-892C-CA1441F02A6B}" srcOrd="0" destOrd="0" presId="urn:microsoft.com/office/officeart/2005/8/layout/orgChart1"/>
    <dgm:cxn modelId="{EDE1B095-6A94-9C42-A9FC-A540BAF6E8FC}" type="presParOf" srcId="{38F8E9A4-F34D-427C-892C-CA1441F02A6B}" destId="{237A8FF6-897D-434B-919A-5A9D2DC16594}" srcOrd="0" destOrd="0" presId="urn:microsoft.com/office/officeart/2005/8/layout/orgChart1"/>
    <dgm:cxn modelId="{9C4CF237-E124-5441-9E98-53AA10232779}" type="presParOf" srcId="{38F8E9A4-F34D-427C-892C-CA1441F02A6B}" destId="{A9746A4C-FFB5-4C41-84AD-18456EC8F7E4}" srcOrd="1" destOrd="0" presId="urn:microsoft.com/office/officeart/2005/8/layout/orgChart1"/>
    <dgm:cxn modelId="{2D2B2664-C606-1140-956D-EA5DAF95FA13}" type="presParOf" srcId="{41E6D843-E2F2-4EE8-AC15-516C2338C1F8}" destId="{D4110D6F-1266-4488-8B86-1D4DE6F25758}" srcOrd="1" destOrd="0" presId="urn:microsoft.com/office/officeart/2005/8/layout/orgChart1"/>
    <dgm:cxn modelId="{F4FC990F-2150-6A44-AE9D-ECA09F66F5BB}" type="presParOf" srcId="{41E6D843-E2F2-4EE8-AC15-516C2338C1F8}" destId="{E16E300A-1A4E-40D6-84D0-9BBCE581557F}" srcOrd="2" destOrd="0" presId="urn:microsoft.com/office/officeart/2005/8/layout/orgChart1"/>
    <dgm:cxn modelId="{72865D2D-9E6F-E549-9ACA-526C01F14B8F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7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24674" y="45416"/>
        <a:ext cx="5659880" cy="456092"/>
      </dsp:txXfrm>
    </dsp:sp>
    <dsp:sp modelId="{CAA78F36-A2BC-C146-8A1E-A15A3C1EC60E}">
      <dsp:nvSpPr>
        <dsp:cNvPr id="0" name=""/>
        <dsp:cNvSpPr/>
      </dsp:nvSpPr>
      <dsp:spPr>
        <a:xfrm>
          <a:off x="0" y="6039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Política de Desarrollo Seguro</a:t>
          </a:r>
          <a:endParaRPr lang="es-PE" sz="1600" kern="1200" dirty="0"/>
        </a:p>
      </dsp:txBody>
      <dsp:txXfrm>
        <a:off x="24674" y="628616"/>
        <a:ext cx="5659880" cy="456092"/>
      </dsp:txXfrm>
    </dsp:sp>
    <dsp:sp modelId="{1E063036-8D0B-5347-B473-5871A069F1B3}">
      <dsp:nvSpPr>
        <dsp:cNvPr id="0" name=""/>
        <dsp:cNvSpPr/>
      </dsp:nvSpPr>
      <dsp:spPr>
        <a:xfrm>
          <a:off x="0" y="11871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Control de Cambios del Sistema</a:t>
          </a:r>
          <a:endParaRPr lang="es-PE" sz="1600" kern="1200" dirty="0"/>
        </a:p>
      </dsp:txBody>
      <dsp:txXfrm>
        <a:off x="24674" y="1211816"/>
        <a:ext cx="5659880" cy="456092"/>
      </dsp:txXfrm>
    </dsp:sp>
    <dsp:sp modelId="{9BEE3789-2D1E-3148-A7C2-CBEF228553C3}">
      <dsp:nvSpPr>
        <dsp:cNvPr id="0" name=""/>
        <dsp:cNvSpPr/>
      </dsp:nvSpPr>
      <dsp:spPr>
        <a:xfrm>
          <a:off x="0" y="17703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Entorno de Desarrollo seguro</a:t>
          </a:r>
          <a:endParaRPr lang="es-PE" sz="1600" kern="1200" dirty="0"/>
        </a:p>
      </dsp:txBody>
      <dsp:txXfrm>
        <a:off x="24674" y="1795016"/>
        <a:ext cx="5659880" cy="456092"/>
      </dsp:txXfrm>
    </dsp:sp>
    <dsp:sp modelId="{3010FD26-3C97-5F4F-B59B-BA2B5C58DBFD}">
      <dsp:nvSpPr>
        <dsp:cNvPr id="0" name=""/>
        <dsp:cNvSpPr/>
      </dsp:nvSpPr>
      <dsp:spPr>
        <a:xfrm>
          <a:off x="0" y="23535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Pruebas</a:t>
          </a:r>
          <a:endParaRPr lang="es-PE" sz="1600" kern="1200" dirty="0"/>
        </a:p>
      </dsp:txBody>
      <dsp:txXfrm>
        <a:off x="24674" y="2378216"/>
        <a:ext cx="5659880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5D6C0-C079-4D56-967A-2A83CD1FF0DA}">
      <dsp:nvSpPr>
        <dsp:cNvPr id="0" name=""/>
        <dsp:cNvSpPr/>
      </dsp:nvSpPr>
      <dsp:spPr>
        <a:xfrm>
          <a:off x="4103687" y="1365275"/>
          <a:ext cx="3400420" cy="2950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538"/>
              </a:lnTo>
              <a:lnTo>
                <a:pt x="3400420" y="147538"/>
              </a:lnTo>
              <a:lnTo>
                <a:pt x="3400420" y="295077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D07ADB-C9B5-4633-9EA4-C2D4EFB588F8}">
      <dsp:nvSpPr>
        <dsp:cNvPr id="0" name=""/>
        <dsp:cNvSpPr/>
      </dsp:nvSpPr>
      <dsp:spPr>
        <a:xfrm>
          <a:off x="4103687" y="1365275"/>
          <a:ext cx="1700210" cy="2950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538"/>
              </a:lnTo>
              <a:lnTo>
                <a:pt x="1700210" y="147538"/>
              </a:lnTo>
              <a:lnTo>
                <a:pt x="1700210" y="295077"/>
              </a:lnTo>
            </a:path>
          </a:pathLst>
        </a:custGeom>
        <a:noFill/>
        <a:ln w="25400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82D2A3-DD3F-472B-A711-54A5B5DE6035}">
      <dsp:nvSpPr>
        <dsp:cNvPr id="0" name=""/>
        <dsp:cNvSpPr/>
      </dsp:nvSpPr>
      <dsp:spPr>
        <a:xfrm>
          <a:off x="4057967" y="1365275"/>
          <a:ext cx="91440" cy="2950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077"/>
              </a:lnTo>
            </a:path>
          </a:pathLst>
        </a:custGeom>
        <a:noFill/>
        <a:ln w="25400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822A5A-EB9C-44D9-B42D-C5E61E5F941B}">
      <dsp:nvSpPr>
        <dsp:cNvPr id="0" name=""/>
        <dsp:cNvSpPr/>
      </dsp:nvSpPr>
      <dsp:spPr>
        <a:xfrm>
          <a:off x="2403477" y="1365275"/>
          <a:ext cx="1700210" cy="295077"/>
        </a:xfrm>
        <a:custGeom>
          <a:avLst/>
          <a:gdLst/>
          <a:ahLst/>
          <a:cxnLst/>
          <a:rect l="0" t="0" r="0" b="0"/>
          <a:pathLst>
            <a:path>
              <a:moveTo>
                <a:pt x="1700210" y="0"/>
              </a:moveTo>
              <a:lnTo>
                <a:pt x="1700210" y="147538"/>
              </a:lnTo>
              <a:lnTo>
                <a:pt x="0" y="147538"/>
              </a:lnTo>
              <a:lnTo>
                <a:pt x="0" y="295077"/>
              </a:lnTo>
            </a:path>
          </a:pathLst>
        </a:custGeom>
        <a:noFill/>
        <a:ln w="25400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281DFD-D887-41DA-B6F2-3FBADBA6C710}">
      <dsp:nvSpPr>
        <dsp:cNvPr id="0" name=""/>
        <dsp:cNvSpPr/>
      </dsp:nvSpPr>
      <dsp:spPr>
        <a:xfrm>
          <a:off x="703267" y="1365275"/>
          <a:ext cx="3400420" cy="295077"/>
        </a:xfrm>
        <a:custGeom>
          <a:avLst/>
          <a:gdLst/>
          <a:ahLst/>
          <a:cxnLst/>
          <a:rect l="0" t="0" r="0" b="0"/>
          <a:pathLst>
            <a:path>
              <a:moveTo>
                <a:pt x="3400420" y="0"/>
              </a:moveTo>
              <a:lnTo>
                <a:pt x="3400420" y="147538"/>
              </a:lnTo>
              <a:lnTo>
                <a:pt x="0" y="147538"/>
              </a:lnTo>
              <a:lnTo>
                <a:pt x="0" y="295077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3230854" y="420542"/>
          <a:ext cx="1745666" cy="944733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 smtClean="0"/>
            <a:t>A.14.2 Seguridad en los procesos de desarrollo y soporte</a:t>
          </a:r>
          <a:endParaRPr lang="es-PE" sz="1100" kern="1200" dirty="0"/>
        </a:p>
      </dsp:txBody>
      <dsp:txXfrm>
        <a:off x="3230854" y="420542"/>
        <a:ext cx="1745666" cy="944733"/>
      </dsp:txXfrm>
    </dsp:sp>
    <dsp:sp modelId="{FC92D772-C01B-4D45-837B-3353756937D4}">
      <dsp:nvSpPr>
        <dsp:cNvPr id="0" name=""/>
        <dsp:cNvSpPr/>
      </dsp:nvSpPr>
      <dsp:spPr>
        <a:xfrm>
          <a:off x="701" y="1660353"/>
          <a:ext cx="1405132" cy="1042580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 smtClean="0"/>
            <a:t>A.14.2.1 Política de desarrollo seguro</a:t>
          </a:r>
          <a:endParaRPr lang="es-PE" sz="1100" kern="1200" dirty="0"/>
        </a:p>
      </dsp:txBody>
      <dsp:txXfrm>
        <a:off x="701" y="1660353"/>
        <a:ext cx="1405132" cy="1042580"/>
      </dsp:txXfrm>
    </dsp:sp>
    <dsp:sp modelId="{8188F989-E289-4CEB-A739-25BAB3A15BE2}">
      <dsp:nvSpPr>
        <dsp:cNvPr id="0" name=""/>
        <dsp:cNvSpPr/>
      </dsp:nvSpPr>
      <dsp:spPr>
        <a:xfrm>
          <a:off x="1700911" y="1660353"/>
          <a:ext cx="1405132" cy="1042580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 smtClean="0"/>
            <a:t>A.14.2.2 Procedimientos de control de cambios</a:t>
          </a:r>
          <a:br>
            <a:rPr lang="es-PE" sz="1100" kern="1200" dirty="0" smtClean="0"/>
          </a:br>
          <a:r>
            <a:rPr lang="es-PE" sz="1100" kern="1200" dirty="0" smtClean="0"/>
            <a:t>V del sistema</a:t>
          </a:r>
          <a:endParaRPr lang="es-PE" sz="1100" kern="1200" dirty="0"/>
        </a:p>
      </dsp:txBody>
      <dsp:txXfrm>
        <a:off x="1700911" y="1660353"/>
        <a:ext cx="1405132" cy="1042580"/>
      </dsp:txXfrm>
    </dsp:sp>
    <dsp:sp modelId="{4B0BCC66-6B82-4BE7-A91E-5A6ECD4168A6}">
      <dsp:nvSpPr>
        <dsp:cNvPr id="0" name=""/>
        <dsp:cNvSpPr/>
      </dsp:nvSpPr>
      <dsp:spPr>
        <a:xfrm>
          <a:off x="3401121" y="1660353"/>
          <a:ext cx="1405132" cy="1042580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 smtClean="0"/>
            <a:t>A.14.2.3 Revisión técnica de las aplicaciones tras efectuar cambios en la plataforma operativa</a:t>
          </a:r>
          <a:endParaRPr lang="es-PE" sz="1100" kern="1200" dirty="0"/>
        </a:p>
      </dsp:txBody>
      <dsp:txXfrm>
        <a:off x="3401121" y="1660353"/>
        <a:ext cx="1405132" cy="1042580"/>
      </dsp:txXfrm>
    </dsp:sp>
    <dsp:sp modelId="{237A8FF6-897D-434B-919A-5A9D2DC16594}">
      <dsp:nvSpPr>
        <dsp:cNvPr id="0" name=""/>
        <dsp:cNvSpPr/>
      </dsp:nvSpPr>
      <dsp:spPr>
        <a:xfrm>
          <a:off x="5101331" y="1660353"/>
          <a:ext cx="1405132" cy="1042580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 smtClean="0"/>
            <a:t>A.14.2.4 Restricciones</a:t>
          </a:r>
          <a:br>
            <a:rPr lang="es-PE" sz="1100" kern="1200" dirty="0" smtClean="0"/>
          </a:br>
          <a:r>
            <a:rPr lang="es-PE" sz="1100" kern="1200" dirty="0" smtClean="0"/>
            <a:t>a los cambios en los paquetes de software</a:t>
          </a:r>
          <a:endParaRPr lang="es-PE" sz="1100" kern="1200" dirty="0"/>
        </a:p>
      </dsp:txBody>
      <dsp:txXfrm>
        <a:off x="5101331" y="1660353"/>
        <a:ext cx="1405132" cy="1042580"/>
      </dsp:txXfrm>
    </dsp:sp>
    <dsp:sp modelId="{FF3983FD-F1FE-4EA6-B780-5D2E49281FF9}">
      <dsp:nvSpPr>
        <dsp:cNvPr id="0" name=""/>
        <dsp:cNvSpPr/>
      </dsp:nvSpPr>
      <dsp:spPr>
        <a:xfrm>
          <a:off x="6801541" y="1660353"/>
          <a:ext cx="1405132" cy="1042580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 smtClean="0"/>
            <a:t>A.14.2.5 Principios de ingeniería de sistema seguro</a:t>
          </a:r>
          <a:endParaRPr lang="es-PE" sz="1100" kern="1200" dirty="0"/>
        </a:p>
      </dsp:txBody>
      <dsp:txXfrm>
        <a:off x="6801541" y="1660353"/>
        <a:ext cx="1405132" cy="1042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07ADB-C9B5-4633-9EA4-C2D4EFB588F8}">
      <dsp:nvSpPr>
        <dsp:cNvPr id="0" name=""/>
        <dsp:cNvSpPr/>
      </dsp:nvSpPr>
      <dsp:spPr>
        <a:xfrm>
          <a:off x="4103687" y="1314146"/>
          <a:ext cx="3214033" cy="371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35"/>
              </a:lnTo>
              <a:lnTo>
                <a:pt x="3214033" y="185935"/>
              </a:lnTo>
              <a:lnTo>
                <a:pt x="3214033" y="371871"/>
              </a:lnTo>
            </a:path>
          </a:pathLst>
        </a:custGeom>
        <a:noFill/>
        <a:ln w="25400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82D2A3-DD3F-472B-A711-54A5B5DE6035}">
      <dsp:nvSpPr>
        <dsp:cNvPr id="0" name=""/>
        <dsp:cNvSpPr/>
      </dsp:nvSpPr>
      <dsp:spPr>
        <a:xfrm>
          <a:off x="4103687" y="1314146"/>
          <a:ext cx="1071344" cy="371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35"/>
              </a:lnTo>
              <a:lnTo>
                <a:pt x="1071344" y="185935"/>
              </a:lnTo>
              <a:lnTo>
                <a:pt x="1071344" y="371871"/>
              </a:lnTo>
            </a:path>
          </a:pathLst>
        </a:custGeom>
        <a:noFill/>
        <a:ln w="25400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822A5A-EB9C-44D9-B42D-C5E61E5F941B}">
      <dsp:nvSpPr>
        <dsp:cNvPr id="0" name=""/>
        <dsp:cNvSpPr/>
      </dsp:nvSpPr>
      <dsp:spPr>
        <a:xfrm>
          <a:off x="3032343" y="1314146"/>
          <a:ext cx="1071344" cy="371871"/>
        </a:xfrm>
        <a:custGeom>
          <a:avLst/>
          <a:gdLst/>
          <a:ahLst/>
          <a:cxnLst/>
          <a:rect l="0" t="0" r="0" b="0"/>
          <a:pathLst>
            <a:path>
              <a:moveTo>
                <a:pt x="1071344" y="0"/>
              </a:moveTo>
              <a:lnTo>
                <a:pt x="1071344" y="185935"/>
              </a:lnTo>
              <a:lnTo>
                <a:pt x="0" y="185935"/>
              </a:lnTo>
              <a:lnTo>
                <a:pt x="0" y="371871"/>
              </a:lnTo>
            </a:path>
          </a:pathLst>
        </a:custGeom>
        <a:noFill/>
        <a:ln w="25400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281DFD-D887-41DA-B6F2-3FBADBA6C710}">
      <dsp:nvSpPr>
        <dsp:cNvPr id="0" name=""/>
        <dsp:cNvSpPr/>
      </dsp:nvSpPr>
      <dsp:spPr>
        <a:xfrm>
          <a:off x="889654" y="1314146"/>
          <a:ext cx="3214033" cy="371871"/>
        </a:xfrm>
        <a:custGeom>
          <a:avLst/>
          <a:gdLst/>
          <a:ahLst/>
          <a:cxnLst/>
          <a:rect l="0" t="0" r="0" b="0"/>
          <a:pathLst>
            <a:path>
              <a:moveTo>
                <a:pt x="3214033" y="0"/>
              </a:moveTo>
              <a:lnTo>
                <a:pt x="3214033" y="185935"/>
              </a:lnTo>
              <a:lnTo>
                <a:pt x="0" y="185935"/>
              </a:lnTo>
              <a:lnTo>
                <a:pt x="0" y="371871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3003700" y="123546"/>
          <a:ext cx="2199974" cy="1190600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kern="1200" dirty="0" smtClean="0"/>
            <a:t>A.14.2 Seguridad en los procesos de desarrollo y soporte</a:t>
          </a:r>
          <a:endParaRPr lang="es-PE" sz="1400" kern="1200" dirty="0"/>
        </a:p>
      </dsp:txBody>
      <dsp:txXfrm>
        <a:off x="3003700" y="123546"/>
        <a:ext cx="2199974" cy="1190600"/>
      </dsp:txXfrm>
    </dsp:sp>
    <dsp:sp modelId="{FC92D772-C01B-4D45-837B-3353756937D4}">
      <dsp:nvSpPr>
        <dsp:cNvPr id="0" name=""/>
        <dsp:cNvSpPr/>
      </dsp:nvSpPr>
      <dsp:spPr>
        <a:xfrm>
          <a:off x="4245" y="1686018"/>
          <a:ext cx="1770817" cy="1313911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kern="1200" dirty="0" smtClean="0"/>
            <a:t>A.14.2.6 Entorno de desarrollo seguro</a:t>
          </a:r>
          <a:endParaRPr lang="es-PE" sz="1400" kern="1200" dirty="0"/>
        </a:p>
      </dsp:txBody>
      <dsp:txXfrm>
        <a:off x="4245" y="1686018"/>
        <a:ext cx="1770817" cy="1313911"/>
      </dsp:txXfrm>
    </dsp:sp>
    <dsp:sp modelId="{8188F989-E289-4CEB-A739-25BAB3A15BE2}">
      <dsp:nvSpPr>
        <dsp:cNvPr id="0" name=""/>
        <dsp:cNvSpPr/>
      </dsp:nvSpPr>
      <dsp:spPr>
        <a:xfrm>
          <a:off x="2146934" y="1686018"/>
          <a:ext cx="1770817" cy="1313911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kern="1200" dirty="0" smtClean="0"/>
            <a:t>A.14.2.7 Desarrollo externalizado</a:t>
          </a:r>
          <a:endParaRPr lang="es-PE" sz="1400" kern="1200" dirty="0"/>
        </a:p>
      </dsp:txBody>
      <dsp:txXfrm>
        <a:off x="2146934" y="1686018"/>
        <a:ext cx="1770817" cy="1313911"/>
      </dsp:txXfrm>
    </dsp:sp>
    <dsp:sp modelId="{4B0BCC66-6B82-4BE7-A91E-5A6ECD4168A6}">
      <dsp:nvSpPr>
        <dsp:cNvPr id="0" name=""/>
        <dsp:cNvSpPr/>
      </dsp:nvSpPr>
      <dsp:spPr>
        <a:xfrm>
          <a:off x="4289623" y="1686018"/>
          <a:ext cx="1770817" cy="1313911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kern="1200" dirty="0" smtClean="0"/>
            <a:t>A.14.2.8 Pruebas de seguridad del sistema</a:t>
          </a:r>
          <a:endParaRPr lang="es-PE" sz="1400" kern="1200" dirty="0"/>
        </a:p>
      </dsp:txBody>
      <dsp:txXfrm>
        <a:off x="4289623" y="1686018"/>
        <a:ext cx="1770817" cy="1313911"/>
      </dsp:txXfrm>
    </dsp:sp>
    <dsp:sp modelId="{237A8FF6-897D-434B-919A-5A9D2DC16594}">
      <dsp:nvSpPr>
        <dsp:cNvPr id="0" name=""/>
        <dsp:cNvSpPr/>
      </dsp:nvSpPr>
      <dsp:spPr>
        <a:xfrm>
          <a:off x="6432312" y="1686018"/>
          <a:ext cx="1770817" cy="1313911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kern="1200" dirty="0" smtClean="0"/>
            <a:t>A.14.2.9 Pruebas de aceptación del sistema</a:t>
          </a:r>
          <a:endParaRPr lang="es-PE" sz="1400" kern="1200" dirty="0"/>
        </a:p>
      </dsp:txBody>
      <dsp:txXfrm>
        <a:off x="6432312" y="1686018"/>
        <a:ext cx="1770817" cy="1313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evaluará las ventajas de generar sistemas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aplicando técnicas de desarrollo seguro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revisará el contenido de los campos que deben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 utilizados en los documentos de control de cambios, así como los niveles de autoridad que se deben establecer para su aplicación.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5490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definirán las pautas que deben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considerarse e implementarse durante el proceso de desarrollo de terceros.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5269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Analizaremos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pruebas que deben aplicarse antes del pase a producción de los desarrollos (Internos o externos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8983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3564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582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874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3878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0290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202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519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439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4990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7987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0704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5394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94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6715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smtClean="0"/>
              <a:t>Definimos y</a:t>
            </a:r>
            <a:r>
              <a:rPr lang="es-PE" baseline="0" dirty="0" smtClean="0"/>
              <a:t> analizamos la relevancia de aplicar mecanismos de seguridad de la información en el proceso de desarrollo de sistemas.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se trabaja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ron y analizaron formatos para la gestión de cambios en el desarrollo, y la identificación de la importancia de realizar las pruebas de funcionalidad y pruebas de usuario de todo desarrollo de sistemas/módulo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02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Política de seguridad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Resumen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endParaRPr lang="es-ES" sz="1600" dirty="0">
              <a:solidFill>
                <a:srgbClr val="FFFFFF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02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3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DESARROLLO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Y SOPORTE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DE </a:t>
            </a:r>
            <a:r>
              <a:rPr lang="es-ES" sz="2200" b="1" dirty="0">
                <a:solidFill>
                  <a:srgbClr val="FFFFFF"/>
                </a:solidFill>
              </a:rPr>
              <a:t>SISTEMAS</a:t>
            </a: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1600" spc="-10" dirty="0" err="1">
                <a:cs typeface="Source Sans Pro"/>
              </a:rPr>
              <a:t>Analiza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requisitos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y </a:t>
            </a:r>
          </a:p>
          <a:p>
            <a:pPr marL="11725" algn="ctr">
              <a:buSzPct val="100000"/>
              <a:tabLst>
                <a:tab pos="121285" algn="l"/>
              </a:tabLst>
            </a:pPr>
            <a:r>
              <a:rPr lang="en-US" sz="1600" spc="-10" dirty="0" err="1">
                <a:cs typeface="Source Sans Pro"/>
              </a:rPr>
              <a:t>soporte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sistemas</a:t>
            </a:r>
            <a:endParaRPr lang="en-US" sz="1600" spc="-10" dirty="0">
              <a:cs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Resultado de imagen para desarrollo de softwar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94"/>
          <a:stretch/>
        </p:blipFill>
        <p:spPr bwMode="auto">
          <a:xfrm>
            <a:off x="2850680" y="1273175"/>
            <a:ext cx="5825008" cy="324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767731" y="2440707"/>
            <a:ext cx="2183287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Seguridad en los procesos de desarrollo y soporte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24230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Control de cambios.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327" y="2010655"/>
            <a:ext cx="3849183" cy="2142245"/>
          </a:xfrm>
          <a:prstGeom prst="rect">
            <a:avLst/>
          </a:prstGeom>
        </p:spPr>
      </p:pic>
      <p:pic>
        <p:nvPicPr>
          <p:cNvPr id="9" name="Picture 2" descr="Resultado de imagen para control chan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"/>
          <a:stretch/>
        </p:blipFill>
        <p:spPr bwMode="auto">
          <a:xfrm>
            <a:off x="790355" y="2232528"/>
            <a:ext cx="3293272" cy="19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958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080606" y="912813"/>
            <a:ext cx="298278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/>
              <a:t>Desarrollo Externalizado.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427" y="1273174"/>
            <a:ext cx="5831147" cy="38893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684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080606" y="912813"/>
            <a:ext cx="298278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Etapa de Pruebas.</a:t>
            </a:r>
          </a:p>
        </p:txBody>
      </p:sp>
      <p:pic>
        <p:nvPicPr>
          <p:cNvPr id="7" name="Picture 2" descr="Resultado de imagen para test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391" y="2168111"/>
            <a:ext cx="4093297" cy="2311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user acceptance testi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5" t="10073" r="8907" b="25857"/>
          <a:stretch/>
        </p:blipFill>
        <p:spPr bwMode="auto">
          <a:xfrm>
            <a:off x="478705" y="2525297"/>
            <a:ext cx="3861534" cy="159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02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DESARROLLO Y SOPORTE DE SISTEMAS 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DESARROLLO Y SOPORTE DE SISTEMAS 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2114976231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CONCEPTO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1626712888"/>
              </p:ext>
            </p:extLst>
          </p:nvPr>
        </p:nvGraphicFramePr>
        <p:xfrm>
          <a:off x="468313" y="1096532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93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CONCEPTO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953366099"/>
              </p:ext>
            </p:extLst>
          </p:nvPr>
        </p:nvGraphicFramePr>
        <p:xfrm>
          <a:off x="468313" y="1096532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72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OBJETIVO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procesos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desarrollo</a:t>
            </a:r>
            <a:r>
              <a:rPr lang="en-US" sz="1600" b="1" spc="-10" dirty="0">
                <a:cs typeface="Source Sans Pro"/>
              </a:rPr>
              <a:t> y </a:t>
            </a:r>
            <a:r>
              <a:rPr lang="en-US" sz="1600" b="1" spc="-10" dirty="0" err="1">
                <a:cs typeface="Source Sans Pro"/>
              </a:rPr>
              <a:t>soporte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Asegurar</a:t>
            </a:r>
            <a:r>
              <a:rPr lang="en-US" sz="1600" spc="-10" dirty="0">
                <a:cs typeface="Source Sans Pro"/>
              </a:rPr>
              <a:t> que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se ha </a:t>
            </a:r>
            <a:r>
              <a:rPr lang="en-US" sz="1600" spc="-10" dirty="0" err="1">
                <a:cs typeface="Source Sans Pro"/>
              </a:rPr>
              <a:t>diseñado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ciclo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vida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13" name="Picture 6" descr="Resultado de imagen para check mark blu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73" y="1981661"/>
            <a:ext cx="3117271" cy="318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13" y="2169968"/>
            <a:ext cx="2722418" cy="272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A.14.2.1 </a:t>
            </a:r>
            <a:r>
              <a:rPr lang="en-US" sz="1600" b="1" spc="-10" dirty="0" err="1">
                <a:cs typeface="Source Sans Pro"/>
              </a:rPr>
              <a:t>Política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desarrollo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seguro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establecerse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normas</a:t>
            </a:r>
            <a:r>
              <a:rPr lang="en-US" sz="1600" spc="-10" dirty="0">
                <a:cs typeface="Source Sans Pro"/>
              </a:rPr>
              <a:t> para 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de software y se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establecer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desarrollos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dentro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incluir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opinión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815" y="2120179"/>
            <a:ext cx="3042371" cy="304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A.14.2.2 </a:t>
            </a:r>
            <a:r>
              <a:rPr lang="en-US" sz="1600" b="1" spc="-10" dirty="0" err="1">
                <a:cs typeface="Source Sans Pro"/>
              </a:rPr>
              <a:t>Procedimientos</a:t>
            </a:r>
            <a:r>
              <a:rPr lang="en-US" sz="1600" b="1" spc="-10" dirty="0">
                <a:cs typeface="Source Sans Pro"/>
              </a:rPr>
              <a:t> de control de </a:t>
            </a:r>
            <a:r>
              <a:rPr lang="en-US" sz="1600" b="1" spc="-10" dirty="0" err="1">
                <a:cs typeface="Source Sans Pro"/>
              </a:rPr>
              <a:t>cambios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sistema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cambios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dentro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ciclo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vida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mediante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formales</a:t>
            </a:r>
            <a:r>
              <a:rPr lang="en-US" sz="1600" spc="-10" dirty="0">
                <a:cs typeface="Source Sans Pro"/>
              </a:rPr>
              <a:t> de control de </a:t>
            </a:r>
            <a:r>
              <a:rPr lang="en-US" sz="1600" spc="-10" dirty="0" err="1">
                <a:cs typeface="Source Sans Pro"/>
              </a:rPr>
              <a:t>cambios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327" y="2114565"/>
            <a:ext cx="3849183" cy="2142245"/>
          </a:xfrm>
          <a:prstGeom prst="rect">
            <a:avLst/>
          </a:prstGeom>
        </p:spPr>
      </p:pic>
      <p:pic>
        <p:nvPicPr>
          <p:cNvPr id="9" name="Picture 2" descr="Resultado de imagen para control chan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"/>
          <a:stretch/>
        </p:blipFill>
        <p:spPr bwMode="auto">
          <a:xfrm>
            <a:off x="790355" y="2336438"/>
            <a:ext cx="3293272" cy="19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71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A.14.2.3 </a:t>
            </a:r>
            <a:r>
              <a:rPr lang="en-US" sz="1600" b="1" spc="-10" dirty="0" err="1">
                <a:cs typeface="Source Sans Pro"/>
              </a:rPr>
              <a:t>Revisión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técnica</a:t>
            </a:r>
            <a:r>
              <a:rPr lang="en-US" sz="1600" b="1" spc="-10" dirty="0">
                <a:cs typeface="Source Sans Pro"/>
              </a:rPr>
              <a:t> de las </a:t>
            </a:r>
            <a:r>
              <a:rPr lang="en-US" sz="1600" b="1" spc="-10" dirty="0" err="1">
                <a:cs typeface="Source Sans Pro"/>
              </a:rPr>
              <a:t>aplicaciones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tras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efectuar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cambios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en</a:t>
            </a:r>
            <a:r>
              <a:rPr lang="en-US" sz="1600" b="1" spc="-10" dirty="0">
                <a:cs typeface="Source Sans Pro"/>
              </a:rPr>
              <a:t> el </a:t>
            </a:r>
            <a:r>
              <a:rPr lang="en-US" sz="1600" b="1" spc="-10" dirty="0" err="1">
                <a:cs typeface="Source Sans Pro"/>
              </a:rPr>
              <a:t>sistema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operativo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Cuando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modifiquen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plataformas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operativas</a:t>
            </a:r>
            <a:r>
              <a:rPr lang="en-US" sz="1600" spc="-10" dirty="0">
                <a:cs typeface="Source Sans Pro"/>
              </a:rPr>
              <a:t>, las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empresariales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críticas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revisadas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probadas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garantizar</a:t>
            </a:r>
            <a:r>
              <a:rPr lang="en-US" sz="1600" spc="-10" dirty="0">
                <a:cs typeface="Source Sans Pro"/>
              </a:rPr>
              <a:t> que no </a:t>
            </a:r>
            <a:r>
              <a:rPr lang="en-US" sz="1600" spc="-10" dirty="0" err="1">
                <a:cs typeface="Source Sans Pro"/>
              </a:rPr>
              <a:t>existen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efectos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operaciones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9" name="Picture 2" descr="Resultado de imagen para control chan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"/>
          <a:stretch/>
        </p:blipFill>
        <p:spPr bwMode="auto">
          <a:xfrm>
            <a:off x="2550216" y="2471520"/>
            <a:ext cx="4043568" cy="237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62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A.14.2.4 </a:t>
            </a:r>
            <a:r>
              <a:rPr lang="en-US" sz="1600" b="1" spc="-10" dirty="0" err="1">
                <a:cs typeface="Source Sans Pro"/>
              </a:rPr>
              <a:t>Restricciones</a:t>
            </a:r>
            <a:r>
              <a:rPr lang="en-US" sz="1600" b="1" spc="-10" dirty="0">
                <a:cs typeface="Source Sans Pro"/>
              </a:rPr>
              <a:t> a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cambios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paquetes</a:t>
            </a:r>
            <a:r>
              <a:rPr lang="en-US" sz="1600" b="1" spc="-10" dirty="0">
                <a:cs typeface="Source Sans Pro"/>
              </a:rPr>
              <a:t> de software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desaconsejar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modificaciones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paquetes</a:t>
            </a:r>
            <a:r>
              <a:rPr lang="en-US" sz="1600" spc="-10" dirty="0">
                <a:cs typeface="Source Sans Pro"/>
              </a:rPr>
              <a:t> de software, </a:t>
            </a:r>
            <a:r>
              <a:rPr lang="en-US" sz="1600" spc="-10" dirty="0" err="1">
                <a:cs typeface="Source Sans Pro"/>
              </a:rPr>
              <a:t>limitándose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cambios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necesarios</a:t>
            </a:r>
            <a:r>
              <a:rPr lang="en-US" sz="1600" spc="-10" dirty="0">
                <a:cs typeface="Source Sans Pro"/>
              </a:rPr>
              <a:t>, y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cambios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objeto</a:t>
            </a:r>
            <a:r>
              <a:rPr lang="en-US" sz="1600" spc="-10" dirty="0">
                <a:cs typeface="Source Sans Pro"/>
              </a:rPr>
              <a:t> de un control </a:t>
            </a:r>
            <a:r>
              <a:rPr lang="en-US" sz="1600" spc="-10" dirty="0" err="1">
                <a:cs typeface="Source Sans Pro"/>
              </a:rPr>
              <a:t>riguroso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9" name="Picture 2" descr="Resultado de imagen para control chan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"/>
          <a:stretch/>
        </p:blipFill>
        <p:spPr bwMode="auto">
          <a:xfrm>
            <a:off x="2550216" y="2471520"/>
            <a:ext cx="4043568" cy="237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64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A.14.2.5 </a:t>
            </a:r>
            <a:r>
              <a:rPr lang="en-US" sz="1600" b="1" spc="-10" dirty="0" err="1">
                <a:cs typeface="Source Sans Pro"/>
              </a:rPr>
              <a:t>Principios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ingeniería</a:t>
            </a:r>
            <a:r>
              <a:rPr lang="en-US" sz="1600" b="1" spc="-10" dirty="0">
                <a:cs typeface="Source Sans Pro"/>
              </a:rPr>
              <a:t> de un </a:t>
            </a:r>
            <a:r>
              <a:rPr lang="en-US" sz="1600" b="1" spc="-10" dirty="0" err="1">
                <a:cs typeface="Source Sans Pro"/>
              </a:rPr>
              <a:t>sistema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seguro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establecidos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documentados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mantenidos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principios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ingeniería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, para </a:t>
            </a:r>
            <a:r>
              <a:rPr lang="en-US" sz="1600" spc="-10" dirty="0" err="1">
                <a:cs typeface="Source Sans Pro"/>
              </a:rPr>
              <a:t>cualquier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ejecución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10" name="Picture 8" descr="Resultado de imagen para software document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3" y="1850254"/>
            <a:ext cx="3773869" cy="331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3" y="1850254"/>
            <a:ext cx="3918066" cy="244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4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A.14.2.6 </a:t>
            </a:r>
            <a:r>
              <a:rPr lang="en-US" sz="1600" b="1" spc="-10" dirty="0" err="1">
                <a:cs typeface="Source Sans Pro"/>
              </a:rPr>
              <a:t>Entorno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desarrollo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seguro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organizaciones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establecer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asegurar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protección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adecuada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entornos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para 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y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esfuerzos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integración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cubren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todo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ciclo</a:t>
            </a:r>
            <a:r>
              <a:rPr lang="en-US" sz="1600" spc="-10" dirty="0">
                <a:cs typeface="Source Sans Pro"/>
              </a:rPr>
              <a:t> vital de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9" name="Picture 2" descr="Resultado de imagen para development software prote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41" y="2616166"/>
            <a:ext cx="2362615" cy="1476636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lecha abajo 13"/>
          <p:cNvSpPr/>
          <p:nvPr/>
        </p:nvSpPr>
        <p:spPr>
          <a:xfrm rot="5400000">
            <a:off x="5108380" y="2905192"/>
            <a:ext cx="680566" cy="898585"/>
          </a:xfrm>
          <a:prstGeom prst="downArrow">
            <a:avLst/>
          </a:prstGeom>
          <a:solidFill>
            <a:srgbClr val="D203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rgbClr val="FF0000"/>
              </a:solidFill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6143692" y="2615820"/>
            <a:ext cx="2501546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buSzPct val="100000"/>
              <a:tabLst>
                <a:tab pos="85725" algn="l"/>
              </a:tabLst>
            </a:pPr>
            <a:r>
              <a:rPr lang="en-US" sz="4800" b="1" spc="-10" dirty="0">
                <a:solidFill>
                  <a:srgbClr val="D2032C"/>
                </a:solidFill>
                <a:cs typeface="Source Sans Pro"/>
              </a:rPr>
              <a:t>Malware</a:t>
            </a:r>
          </a:p>
          <a:p>
            <a:pPr algn="ctr">
              <a:buSzPct val="100000"/>
              <a:tabLst>
                <a:tab pos="85725" algn="l"/>
              </a:tabLst>
            </a:pPr>
            <a:r>
              <a:rPr lang="en-US" sz="4800" b="1" spc="-10" dirty="0">
                <a:solidFill>
                  <a:srgbClr val="D2032C"/>
                </a:solidFill>
                <a:cs typeface="Source Sans Pro"/>
              </a:rPr>
              <a:t>Virus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894" y="2422005"/>
            <a:ext cx="1966926" cy="17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A.14.2.7 </a:t>
            </a:r>
            <a:r>
              <a:rPr lang="en-US" sz="1600" b="1" spc="-10" dirty="0" err="1">
                <a:cs typeface="Source Sans Pro"/>
              </a:rPr>
              <a:t>Desarrollo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externalizado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supervisar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vigilar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actividad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externalizados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740415" y="1695243"/>
            <a:ext cx="7663171" cy="2575419"/>
            <a:chOff x="800100" y="1767981"/>
            <a:chExt cx="6283766" cy="2111832"/>
          </a:xfrm>
        </p:grpSpPr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100" y="1767981"/>
              <a:ext cx="3166166" cy="2111832"/>
            </a:xfrm>
            <a:prstGeom prst="rect">
              <a:avLst/>
            </a:prstGeom>
          </p:spPr>
        </p:pic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5856" y="1767981"/>
              <a:ext cx="3048010" cy="21092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661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PRUEBAS</a:t>
            </a:r>
            <a:endParaRPr lang="en-US" sz="1600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desarrolladas</a:t>
            </a:r>
            <a:r>
              <a:rPr lang="en-US" sz="1600" spc="-10" dirty="0">
                <a:cs typeface="Source Sans Pro"/>
              </a:rPr>
              <a:t> de dos </a:t>
            </a:r>
            <a:r>
              <a:rPr lang="en-US" sz="1600" spc="-10" dirty="0" err="1">
                <a:cs typeface="Source Sans Pro"/>
              </a:rPr>
              <a:t>maneras</a:t>
            </a:r>
            <a:r>
              <a:rPr lang="en-US" sz="1600" spc="-10" dirty="0">
                <a:cs typeface="Source Sans Pro"/>
              </a:rPr>
              <a:t>:</a:t>
            </a:r>
          </a:p>
          <a:p>
            <a:pPr marL="185738" indent="-185738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sistema</a:t>
            </a:r>
            <a:endParaRPr lang="en-US" sz="1600" spc="-10" dirty="0">
              <a:cs typeface="Source Sans Pro"/>
            </a:endParaRPr>
          </a:p>
          <a:p>
            <a:pPr marL="185738" indent="-185738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aceptación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9" name="Picture 2" descr="Resultado de imagen para user acceptance tes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22" y="2362830"/>
            <a:ext cx="5963556" cy="24052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80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PRUEBAS DE LA SEGURIDAD DEL SISTEMA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A.14.2.8 </a:t>
            </a:r>
            <a:r>
              <a:rPr lang="en-US" sz="1600" b="1" spc="-10" dirty="0" err="1">
                <a:cs typeface="Source Sans Pro"/>
              </a:rPr>
              <a:t>Pruebas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sistema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llevarse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cabo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funcionalidad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6" name="Picture 2" descr="Resultado de imagen para tes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89" y="1845645"/>
            <a:ext cx="5808023" cy="328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60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PRUEBAS DE ACEPTACIÓN DEL </a:t>
            </a:r>
            <a:r>
              <a:rPr lang="en-US" sz="1600" b="1" spc="-10" dirty="0" smtClean="0">
                <a:cs typeface="Source Sans Pro"/>
              </a:rPr>
              <a:t>SISTEMA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A.14.2.9 </a:t>
            </a:r>
            <a:r>
              <a:rPr lang="en-US" sz="1600" b="1" spc="-10" dirty="0" err="1">
                <a:cs typeface="Source Sans Pro"/>
              </a:rPr>
              <a:t>Pruebas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aceptación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sistema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establecidos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programas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aceptación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criterios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conexos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nuevos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actualizaciones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nuevas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versiones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DESARROLLO Y SOPORTE DE SISTEMAS </a:t>
            </a:r>
          </a:p>
        </p:txBody>
      </p:sp>
      <p:pic>
        <p:nvPicPr>
          <p:cNvPr id="9" name="Picture 2" descr="Resultado de imagen para user acceptance testi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5" t="10073" r="8907" b="25857"/>
          <a:stretch/>
        </p:blipFill>
        <p:spPr bwMode="auto">
          <a:xfrm>
            <a:off x="1135643" y="2353037"/>
            <a:ext cx="4062846" cy="168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user acceptance test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686" y="2353037"/>
            <a:ext cx="2311131" cy="173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/>
          <p:cNvSpPr txBox="1"/>
          <p:nvPr/>
        </p:nvSpPr>
        <p:spPr>
          <a:xfrm>
            <a:off x="2009374" y="4127206"/>
            <a:ext cx="2315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 err="1" smtClean="0"/>
              <a:t>User</a:t>
            </a:r>
            <a:r>
              <a:rPr lang="es-PE" sz="1600" b="1" dirty="0" smtClean="0"/>
              <a:t> </a:t>
            </a:r>
            <a:r>
              <a:rPr lang="es-PE" sz="1600" b="1" dirty="0" err="1" smtClean="0"/>
              <a:t>Acceptance</a:t>
            </a:r>
            <a:r>
              <a:rPr lang="es-PE" sz="1600" b="1" dirty="0" smtClean="0"/>
              <a:t> Test</a:t>
            </a:r>
            <a:endParaRPr lang="es-PE" sz="1600" b="1" dirty="0"/>
          </a:p>
        </p:txBody>
      </p:sp>
    </p:spTree>
    <p:extLst>
      <p:ext uri="{BB962C8B-B14F-4D97-AF65-F5344CB8AC3E}">
        <p14:creationId xmlns:p14="http://schemas.microsoft.com/office/powerpoint/2010/main" val="111991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AVANCE DEL PROYECTO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941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IDENTIFICACIÓN DE ACTIVOS DE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endParaRPr lang="en-US" sz="1600" b="1" spc="-10" dirty="0">
              <a:cs typeface="Source Sans Pro"/>
            </a:endParaRPr>
          </a:p>
          <a:p>
            <a:pPr marL="185738" indent="-185738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Seleccionar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entidad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análisis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riesgos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5738" indent="-185738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Definir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formarán</a:t>
            </a:r>
            <a:r>
              <a:rPr lang="en-US" sz="1600" spc="-10" dirty="0">
                <a:cs typeface="Source Sans Pro"/>
              </a:rPr>
              <a:t> parte del </a:t>
            </a:r>
            <a:r>
              <a:rPr lang="en-US" sz="1600" spc="-10" dirty="0" err="1">
                <a:cs typeface="Source Sans Pro"/>
              </a:rPr>
              <a:t>alcance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5738" indent="-185738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Identificar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forman</a:t>
            </a:r>
            <a:r>
              <a:rPr lang="en-US" sz="1600" spc="-10" dirty="0">
                <a:cs typeface="Source Sans Pro"/>
              </a:rPr>
              <a:t> parte del </a:t>
            </a:r>
            <a:r>
              <a:rPr lang="en-US" sz="1600" spc="-10" dirty="0" err="1">
                <a:cs typeface="Source Sans Pro"/>
              </a:rPr>
              <a:t>alcance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señalado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punto</a:t>
            </a:r>
            <a:r>
              <a:rPr lang="en-US" sz="1600" spc="-10" dirty="0">
                <a:cs typeface="Source Sans Pro"/>
              </a:rPr>
              <a:t> anterior.</a:t>
            </a:r>
          </a:p>
          <a:p>
            <a:pPr marL="185738" indent="-185738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AVANCE DEL PROYECTO 1</a:t>
            </a:r>
          </a:p>
        </p:txBody>
      </p:sp>
    </p:spTree>
    <p:extLst>
      <p:ext uri="{BB962C8B-B14F-4D97-AF65-F5344CB8AC3E}">
        <p14:creationId xmlns:p14="http://schemas.microsoft.com/office/powerpoint/2010/main" val="208618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Conocer la estructura y contenido de una ficha de control de cambios.</a:t>
            </a:r>
          </a:p>
        </p:txBody>
      </p:sp>
      <p:sp>
        <p:nvSpPr>
          <p:cNvPr id="7" name="Rectangle 5"/>
          <p:cNvSpPr/>
          <p:nvPr/>
        </p:nvSpPr>
        <p:spPr>
          <a:xfrm>
            <a:off x="512023" y="331345"/>
            <a:ext cx="4828903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DESARROLLO Y SOPORTE DE </a:t>
            </a:r>
            <a:r>
              <a:rPr lang="en-US" sz="1300" dirty="0" smtClean="0">
                <a:solidFill>
                  <a:srgbClr val="438AD7"/>
                </a:solidFill>
              </a:rPr>
              <a:t>SISTEMAS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dirty="0">
                <a:solidFill>
                  <a:srgbClr val="000000"/>
                </a:solidFill>
              </a:rPr>
              <a:t>En grupo de 4 integrantes elaborar el formato de control de cambios.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Para elaborar el formato de Control de Cambios se debe considerar mínimamente los siguientes campos: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Nombre del Sistema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Fecha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Paginación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Descripción del cambio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N° de solicitud de cambio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Aprobado por, Fecha de Aprobación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Comentarios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512024" y="331345"/>
            <a:ext cx="3031276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</a:t>
            </a:r>
            <a:r>
              <a:rPr lang="en-US" sz="1300" dirty="0" smtClean="0">
                <a:solidFill>
                  <a:srgbClr val="438AD7"/>
                </a:solidFill>
              </a:rPr>
              <a:t>POLÍTICA </a:t>
            </a:r>
            <a:r>
              <a:rPr lang="en-US" sz="1300" smtClean="0">
                <a:solidFill>
                  <a:srgbClr val="438AD7"/>
                </a:solidFill>
              </a:rPr>
              <a:t>DE SEGURIDAD (TAREA</a:t>
            </a:r>
            <a:r>
              <a:rPr lang="en-US" sz="1300" dirty="0" smtClean="0">
                <a:solidFill>
                  <a:srgbClr val="438AD7"/>
                </a:solidFill>
              </a:rPr>
              <a:t>)</a:t>
            </a:r>
            <a:endParaRPr lang="en-US" sz="1300" dirty="0">
              <a:solidFill>
                <a:srgbClr val="438A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47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clase se deberá elaborarla propuesta de formato, el cual debe contener un ejemplo de registro de información.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 envío se realizará al correo del instructor del curso o puede presentarse en físico, ambas entregas deben realizarse el día de clase.</a:t>
            </a:r>
          </a:p>
        </p:txBody>
      </p:sp>
      <p:sp>
        <p:nvSpPr>
          <p:cNvPr id="7" name="Rectangle 5"/>
          <p:cNvSpPr/>
          <p:nvPr/>
        </p:nvSpPr>
        <p:spPr>
          <a:xfrm>
            <a:off x="512024" y="331345"/>
            <a:ext cx="3031276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</a:t>
            </a:r>
            <a:r>
              <a:rPr lang="en-US" sz="1300" dirty="0" smtClean="0">
                <a:solidFill>
                  <a:srgbClr val="438AD7"/>
                </a:solidFill>
              </a:rPr>
              <a:t>POLÍTICA </a:t>
            </a:r>
            <a:r>
              <a:rPr lang="en-US" sz="1300" smtClean="0">
                <a:solidFill>
                  <a:srgbClr val="438AD7"/>
                </a:solidFill>
              </a:rPr>
              <a:t>DE SEGURIDAD (TAREA</a:t>
            </a:r>
            <a:r>
              <a:rPr lang="en-US" sz="1300" dirty="0" smtClean="0">
                <a:solidFill>
                  <a:srgbClr val="438AD7"/>
                </a:solidFill>
              </a:rPr>
              <a:t>)</a:t>
            </a:r>
            <a:endParaRPr lang="en-US" sz="1300" dirty="0">
              <a:solidFill>
                <a:srgbClr val="438AD7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087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A.14.2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en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procesos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desarrollo</a:t>
            </a:r>
            <a:r>
              <a:rPr lang="en-US" sz="1600" b="1" spc="-10" dirty="0">
                <a:cs typeface="Source Sans Pro"/>
              </a:rPr>
              <a:t> y </a:t>
            </a:r>
            <a:r>
              <a:rPr lang="en-US" sz="1600" b="1" spc="-10" dirty="0" err="1">
                <a:cs typeface="Source Sans Pro"/>
              </a:rPr>
              <a:t>soporte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Asegurar</a:t>
            </a:r>
            <a:r>
              <a:rPr lang="en-US" sz="1600" spc="-10" dirty="0">
                <a:cs typeface="Source Sans Pro"/>
              </a:rPr>
              <a:t> que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se ha </a:t>
            </a:r>
            <a:r>
              <a:rPr lang="en-US" sz="1600" spc="-10" dirty="0" err="1">
                <a:cs typeface="Source Sans Pro"/>
              </a:rPr>
              <a:t>diseñado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ciclo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vida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desarrollo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pic>
        <p:nvPicPr>
          <p:cNvPr id="13" name="Picture 6" descr="Resultado de imagen para check mark blu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970" y="2009192"/>
            <a:ext cx="2241755" cy="228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888" y="2105245"/>
            <a:ext cx="1957800" cy="1957800"/>
          </a:xfrm>
          <a:prstGeom prst="rect">
            <a:avLst/>
          </a:prstGeom>
        </p:spPr>
      </p:pic>
      <p:pic>
        <p:nvPicPr>
          <p:cNvPr id="9" name="Picture 2" descr="Resultado de imagen para desarrollo de softwar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94"/>
          <a:stretch/>
        </p:blipFill>
        <p:spPr bwMode="auto">
          <a:xfrm>
            <a:off x="468313" y="2222204"/>
            <a:ext cx="3229729" cy="179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pic>
        <p:nvPicPr>
          <p:cNvPr id="10" name="Picture 2" descr="Resultado de imagen para control chan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5"/>
          <a:stretch/>
        </p:blipFill>
        <p:spPr bwMode="auto">
          <a:xfrm>
            <a:off x="468313" y="1748021"/>
            <a:ext cx="3669073" cy="215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test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823" y="1687217"/>
            <a:ext cx="4023865" cy="227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5637</TotalTime>
  <Words>1032</Words>
  <Application>Microsoft Office PowerPoint</Application>
  <PresentationFormat>Presentación en pantalla (16:10)</PresentationFormat>
  <Paragraphs>146</Paragraphs>
  <Slides>29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455</cp:revision>
  <cp:lastPrinted>2018-01-16T21:42:59Z</cp:lastPrinted>
  <dcterms:created xsi:type="dcterms:W3CDTF">2016-10-06T14:52:02Z</dcterms:created>
  <dcterms:modified xsi:type="dcterms:W3CDTF">2020-10-21T21:46:13Z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