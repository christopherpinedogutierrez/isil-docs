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>
          <p15:clr>
            <a:srgbClr val="A4A3A4"/>
          </p15:clr>
        </p15:guide>
        <p15:guide id="4" orient="horz" pos="689">
          <p15:clr>
            <a:srgbClr val="A4A3A4"/>
          </p15:clr>
        </p15:guide>
        <p15:guide id="5" pos="476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rumpLMFPCiw9T8FZBfeqV5X3U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" orient="horz"/>
        <p:guide pos="5455"/>
        <p:guide pos="3274" orient="horz"/>
        <p:guide pos="689" orient="horz"/>
        <p:guide pos="476"/>
        <p:guide pos="493"/>
        <p:guide pos="387" orient="horz"/>
        <p:guide pos="542" orient="horz"/>
        <p:guide pos="259" orient="horz"/>
        <p:guide pos="3269" orient="horz"/>
        <p:guide pos="5461"/>
        <p:guide pos="3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Hay muchos enfoques para definir game feel, aquí se muestran algunos.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 </a:t>
            </a:r>
            <a:endParaRPr/>
          </a:p>
        </p:txBody>
      </p:sp>
      <p:sp>
        <p:nvSpPr>
          <p:cNvPr id="83" name="Google Shape;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Game feel pag. 2 - 6</a:t>
            </a:r>
            <a:endParaRPr/>
          </a:p>
        </p:txBody>
      </p:sp>
      <p:sp>
        <p:nvSpPr>
          <p:cNvPr id="98" name="Google Shape;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 </a:t>
            </a:r>
            <a:endParaRPr/>
          </a:p>
        </p:txBody>
      </p:sp>
      <p:sp>
        <p:nvSpPr>
          <p:cNvPr id="121" name="Google Shape;12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Este video muestra la importancia de las animaciones, sistema de partículas, tweens, personalidad,  efectos de sonido, música en la experiencia “game feel” del juego.</a:t>
            </a:r>
            <a:endParaRPr/>
          </a:p>
        </p:txBody>
      </p:sp>
      <p:sp>
        <p:nvSpPr>
          <p:cNvPr id="159" name="Google Shape;15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/>
          <p:nvPr>
            <p:ph idx="2" type="pic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Centrada">
  <p:cSld name="Subtema - 1 Imagen Centrada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/>
          <p:nvPr>
            <p:ph idx="2" type="pic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Video">
  <p:cSld name="Subtema - Video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/>
          <p:nvPr>
            <p:ph idx="2" type="pic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/>
          <p:nvPr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B">
  <p:cSld name="Subtema - 1 Imagen B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/>
          <p:nvPr>
            <p:ph idx="2" type="pic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2 Imágenes">
  <p:cSld name="Subtema - 2 Imágene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/>
          <p:nvPr>
            <p:ph idx="2" type="pic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34"/>
          <p:cNvSpPr/>
          <p:nvPr>
            <p:ph idx="3" type="clipArt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Imagen Gigante">
  <p:cSld name="Subtema - Imagen Gigan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/>
          <p:nvPr>
            <p:ph idx="2" type="pic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1" name="Google Shape;11;p26"/>
            <p:cNvSpPr txBox="1"/>
            <p:nvPr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PE" sz="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DISEÑO DE ESTRATEGIAS PARA VIDEOJUEGOS  •  SESIÓN 03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6"/>
            <p:cNvSpPr/>
            <p:nvPr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3" name="Google Shape;13;p26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495300" y="5328911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youtu.be/Fy0aCDmgnxg" TargetMode="External"/><Relationship Id="rId4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youtu.be/TjMch04Fhwo" TargetMode="External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03238" y="1207530"/>
            <a:ext cx="8049072" cy="342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/3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EXPERIENCIA DE JUEGO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GAME FEEL</a:t>
            </a:r>
            <a:b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CONTROL EN TIEMPO REAL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ESPACIO SIMULADO</a:t>
            </a:r>
            <a:b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PULIR-POLISH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INTRODUCCIÓN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495299" y="810908"/>
            <a:ext cx="8102216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clase anterior reconocimos la importancia de los elementos del gameplay y cómo nos ayudan a diseñar mejores videojuegos. También conocimos el impacto que tienen en el jugador y en el proyecto aplicar elementos como la no linealidad, la búsqueda de un mayor realismo y la introducción de la complejidad.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la presente sesión, conoceremos algunos aspectos importantes para mejorar la experiencia del usuario en nuestros videojuegos.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Culminaremos viendo un ejemplo de la aplicación de una mejora de la experiencia de juego.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GAME FEEL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495299" y="810908"/>
            <a:ext cx="43764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Controles intuitivos son la base del “game feel” 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“es muy responsivo”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“es muy impreciso”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“quiero que mi juego se sienta más responsivo como Mario Bros”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FEEL – ENFOQUE 1</a:t>
            </a:r>
            <a:endParaRPr/>
          </a:p>
        </p:txBody>
      </p:sp>
      <p:pic>
        <p:nvPicPr>
          <p:cNvPr descr="Resultado de imagen para mario bros" id="58" name="Google Shape;58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6366" l="8904" r="28006" t="6367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Fácil de aprender, difícil de masterizar.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Balance entre las habilidades del jugador y el desafío presentado.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sensación de haber masterizado algo. 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FEEL – ENFOQUE 2</a:t>
            </a:r>
            <a:endParaRPr/>
          </a:p>
        </p:txBody>
      </p:sp>
      <p:pic>
        <p:nvPicPr>
          <p:cNvPr descr="Resultado de imagen para candy crush" id="65" name="Google Shape;65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6" r="245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Centrado en el timing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Sensación de los impactos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Número de frames de los movimientos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Qué tan pulidas están las interacciones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FEEL – ENFOQUE 3</a:t>
            </a:r>
            <a:endParaRPr/>
          </a:p>
        </p:txBody>
      </p:sp>
      <p:pic>
        <p:nvPicPr>
          <p:cNvPr descr="Resultado de imagen para street fighter" id="72" name="Google Shape;72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221" r="5220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Modelando la realidad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Mayor realismo mayor inmersión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Crear la sensación de que el jugador está dentro del juego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FEEL – ENFOQUE 4</a:t>
            </a:r>
            <a:endParaRPr/>
          </a:p>
        </p:txBody>
      </p:sp>
      <p:pic>
        <p:nvPicPr>
          <p:cNvPr descr="Resultado de imagen para realism game" id="79" name="Google Shape;79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6" r="245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EN TIEMPO REAL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495299" y="810908"/>
            <a:ext cx="43764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Los controles en tiempo real son una forma de interacción.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Necesita al menos dos participantes.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Computadora y usuario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CONTROL EN TIEMPO REAL</a:t>
            </a:r>
            <a:endParaRPr/>
          </a:p>
        </p:txBody>
      </p:sp>
      <p:pic>
        <p:nvPicPr>
          <p:cNvPr descr="Resultado de imagen para playing videogames" id="94" name="Google Shape;94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135" r="22135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Analogía 1: El proceso de comunicación entre dos personas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Dos personas ESCUCHAN, PIENSAN y HABLAN.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control en tiempo real no es como una conversación, es más como conducir un auto.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1" marL="63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CONTROL EN TIEMPO REAL</a:t>
            </a:r>
            <a:endParaRPr/>
          </a:p>
        </p:txBody>
      </p:sp>
      <p:pic>
        <p:nvPicPr>
          <p:cNvPr descr="Resultado de imagen para comunicaciÃ³n entre dos personas" id="102" name="Google Shape;102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126" l="0" r="0" t="8127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Analogía 2: Conducir un auto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Ver, escuchar, sentir para hacer pequeñas correcciones antes de girar por completo las llantas.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Todo es casi instantáneo.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CONTROL EN TIEMPO REAL</a:t>
            </a:r>
            <a:endParaRPr/>
          </a:p>
        </p:txBody>
      </p:sp>
      <p:pic>
        <p:nvPicPr>
          <p:cNvPr descr="Resultado de imagen para girar un auto" id="109" name="Google Shape;109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126" l="0" r="0" t="8127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/>
        </p:nvSpPr>
        <p:spPr>
          <a:xfrm>
            <a:off x="495299" y="810908"/>
            <a:ext cx="4376446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Control preciso y continuo sobre el avatar en movimiento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Control en tiempo real de objetos virtuales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CONTROL EN TIEMPO REAL</a:t>
            </a:r>
            <a:endParaRPr/>
          </a:p>
        </p:txBody>
      </p:sp>
      <p:pic>
        <p:nvPicPr>
          <p:cNvPr descr="http://supermeatboy.com/images/screenshot-06.png" id="117" name="Google Shape;117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341" r="26341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ESPACIO DE SIMULACIÓN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/>
        </p:nvSpPr>
        <p:spPr>
          <a:xfrm>
            <a:off x="495299" y="810908"/>
            <a:ext cx="4376446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Para que exista la sensación de interacción con el mundo del juego, es necesario que exista un espacio simulado.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ESPACIO DE SIMULACIÓN</a:t>
            </a:r>
            <a:endParaRPr/>
          </a:p>
        </p:txBody>
      </p:sp>
      <p:pic>
        <p:nvPicPr>
          <p:cNvPr id="132" name="Google Shape;132;p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1053" r="11052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495299" y="810908"/>
            <a:ext cx="4376446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Para que tenga sentido el control en tiempo real, es necesario mejorar las interacciones a través del espacio simulado.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Level design, colisiones, separaciones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ESPACIO DE SIMULACIÓN</a:t>
            </a:r>
            <a:endParaRPr/>
          </a:p>
        </p:txBody>
      </p:sp>
      <p:pic>
        <p:nvPicPr>
          <p:cNvPr id="140" name="Google Shape;140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25" r="3324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495299" y="810908"/>
            <a:ext cx="43764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No solo se refiere a un espacio de simulación realista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También aplica a espacios abstractos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ESPACIO DE SIMULACIÓN</a:t>
            </a:r>
            <a:endParaRPr/>
          </a:p>
        </p:txBody>
      </p:sp>
      <p:pic>
        <p:nvPicPr>
          <p:cNvPr descr="Resultado de imagen para exagonal movement game" id="148" name="Google Shape;148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341" r="26341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PULIR-POLISH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3457726" y="4315072"/>
            <a:ext cx="22285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“JUICY IT OR LOSE IT”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2286000" y="4581661"/>
            <a:ext cx="457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https://youtu.be/Fy0aCDmgnxg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VIDEO</a:t>
            </a:r>
            <a:endParaRPr/>
          </a:p>
        </p:txBody>
      </p:sp>
      <p:pic>
        <p:nvPicPr>
          <p:cNvPr descr="Resultado de imagen para juicy it or lose it" id="164" name="Google Shape;164;p1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4400" y="1360488"/>
            <a:ext cx="477520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495299" y="810908"/>
            <a:ext cx="4376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79999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Easing function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 le atribuyen a Robert Penner.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Especifica la velocidad de la animación para hacerla realista.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Ampliamente utilizado en el desarrollo de videojuegos.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Ejemplo: 	</a:t>
            </a:r>
            <a:endParaRPr/>
          </a:p>
          <a:p>
            <a:pPr indent="-168275" lvl="2" marL="10944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candy crush se utilizan estas funciones cuando aparecen las ventanas flotantes, cuando se presentan los botones, los caramelos.</a:t>
            </a:r>
            <a:endParaRPr/>
          </a:p>
          <a:p>
            <a:pPr indent="-66675" lvl="2" marL="109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JUICY</a:t>
            </a:r>
            <a:endParaRPr/>
          </a:p>
        </p:txBody>
      </p:sp>
      <p:pic>
        <p:nvPicPr>
          <p:cNvPr id="172" name="Google Shape;172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435" r="4435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Efectos de sonido y música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música elegida debe potenciar la acción que se vive en el juego.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Los efectos de sonido ayudan a mejorar las interacciones del usuario con el juego.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importante utilizar efectos de sonido que mantengan armonía con la música del juego.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Los efectos de sonido son un buen feedback para cualquier acción, desde presionar un botón hasta la colisión del personaje con el piso.</a:t>
            </a:r>
            <a:endParaRPr/>
          </a:p>
          <a:p>
            <a:pPr indent="-66675" lvl="1" marL="63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JUICY</a:t>
            </a:r>
            <a:endParaRPr/>
          </a:p>
        </p:txBody>
      </p:sp>
      <p:pic>
        <p:nvPicPr>
          <p:cNvPr descr="Resultado de imagen para dota 2 rampage" id="180" name="Google Shape;180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713" r="23713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Personalidad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Agregar personalidad a los elementos del juego ayuda a crear un vínculo con el usuario.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Unos detalles tan simples como los ojos o la boca pueden cambiar por completo la percepción del jugador.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Ejemplo: Cut the rope, Angry birds.</a:t>
            </a:r>
            <a:endParaRPr/>
          </a:p>
          <a:p>
            <a:pPr indent="-66675" lvl="1" marL="63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JUICY</a:t>
            </a:r>
            <a:endParaRPr/>
          </a:p>
        </p:txBody>
      </p:sp>
      <p:pic>
        <p:nvPicPr>
          <p:cNvPr descr="Resultado de imagen para cut the rope" id="188" name="Google Shape;188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940" r="7939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Sistema de partículas 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Muchos de los game engine modernos incluyen avanzados sistemas de partículas.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Los sistemas de partículas no ayudan a crear efectos como lluvia, fuego, humo, explosiones, confeti, etc.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Acompañan a los efectos de sonido para potenciar las interacciones del usuario con el juego.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Ejemplo: Broforce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89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sng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https://youtu.be/TjMch04Fhwo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1" marL="63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JUICY</a:t>
            </a:r>
            <a:endParaRPr/>
          </a:p>
        </p:txBody>
      </p:sp>
      <p:pic>
        <p:nvPicPr>
          <p:cNvPr descr="Resultado de imagen para BROFORCE explosion" id="196" name="Google Shape;196;p22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6341" r="26341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1832904" y="917413"/>
            <a:ext cx="3402730" cy="18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endParaRPr sz="1600">
              <a:solidFill>
                <a:srgbClr val="538C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Formar equipos de 4 o 5 integrantes.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Analizar los videojuegos propuestos y describir el game feel en función a los tres puntos vistos en clase.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Exposición de 5-7 minutos.</a:t>
            </a:r>
            <a:endParaRPr/>
          </a:p>
          <a:p>
            <a:pPr indent="-1841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ACTIVIDAD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2527711" y="770440"/>
            <a:ext cx="6132101" cy="297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s-PE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esta sesión hemos evaluado tres conceptos : controles en tiempo real, espacio simulado y pulir/polish. Al unirlos en una sola experiencia, obtenemos una definición para game feel.</a:t>
            </a:r>
            <a:endParaRPr/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s-PE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Controles en tiempo real de objetos virtuales en un espacio simulado con interacciones enfatizadas/resaltadas por el polish. Es muy importante considerar estos puntos al momento de diseñar un videojuego porque permitirán mejorar la experiencia del usuario.</a:t>
            </a:r>
            <a:endParaRPr/>
          </a:p>
          <a:p>
            <a:pPr indent="-7302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302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CONCLUSIONES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/>
        </p:nvSpPr>
        <p:spPr>
          <a:xfrm>
            <a:off x="398994" y="724844"/>
            <a:ext cx="7881937" cy="18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Steven, Swink. (2009) Game feel. A game designer’s guide to virtual sensation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BIBLIOGRAFÍA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